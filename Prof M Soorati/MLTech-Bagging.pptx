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418" r:id="rId5"/>
    <p:sldId id="419" r:id="rId6"/>
    <p:sldId id="424" r:id="rId7"/>
    <p:sldId id="420" r:id="rId8"/>
    <p:sldId id="417" r:id="rId9"/>
    <p:sldId id="353" r:id="rId10"/>
    <p:sldId id="354" r:id="rId11"/>
    <p:sldId id="426" r:id="rId12"/>
    <p:sldId id="42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600"/>
    <a:srgbClr val="38C615"/>
    <a:srgbClr val="0000FF"/>
    <a:srgbClr val="FCD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588" autoAdjust="0"/>
    <p:restoredTop sz="88819" autoAdjust="0"/>
  </p:normalViewPr>
  <p:slideViewPr>
    <p:cSldViewPr snapToGrid="0">
      <p:cViewPr varScale="1">
        <p:scale>
          <a:sx n="97" d="100"/>
          <a:sy n="97" d="100"/>
        </p:scale>
        <p:origin x="2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F07EA-88EC-4767-BB4F-E1CC25BC4348}" type="datetimeFigureOut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5B0D6-157A-40CD-94B8-01C032586C1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79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908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252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0812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222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5733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803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b/c of average its reduces overfitting.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5B0D6-157A-40CD-94B8-01C032586C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56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991C-E7AC-4A20-BF0A-40F43E995C0C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70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574F9-66C0-424A-A9DE-897F6FEBE4C8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91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9D2A9-45E3-47A9-802E-30698E62949C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23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5F4CA-0920-40B7-AFEA-3E6597BF8CF3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94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B8AEE-3FF3-4926-A6C0-AFFAB37FCFB8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46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2962B-1796-4DAC-A8CE-9FACAE48E4E4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2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6B920-C118-43AD-B327-BC98780E34F0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53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0F9F-71EE-4556-94E7-0E549194A16C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468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62F9-A2E0-48EC-9580-747BCAE24B01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2920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5819-F02A-4B71-B7FC-F38CE20252F5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343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19BD0-7FCE-4070-9C31-20FB5A17E6D9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557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14C2A-1593-4510-BEEF-46DD827598B5}" type="datetime1">
              <a:rPr lang="zh-TW" altLang="en-US" smtClean="0"/>
              <a:t>2026/10/6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D349C-D663-4592-A09C-DDAEC02164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46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034"/>
            <a:ext cx="7772400" cy="1470025"/>
          </a:xfrm>
        </p:spPr>
        <p:txBody>
          <a:bodyPr>
            <a:normAutofit/>
          </a:bodyPr>
          <a:lstStyle/>
          <a:p>
            <a:r>
              <a:rPr lang="en-US" sz="3500" dirty="0">
                <a:latin typeface="Apple Braille" pitchFamily="2" charset="0"/>
              </a:rPr>
              <a:t>COMP6246 Machine Learning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1580" y="3862535"/>
            <a:ext cx="7016620" cy="1752600"/>
          </a:xfrm>
        </p:spPr>
        <p:txBody>
          <a:bodyPr>
            <a:normAutofit/>
          </a:bodyPr>
          <a:lstStyle/>
          <a:p>
            <a:r>
              <a:rPr lang="en-US" dirty="0">
                <a:latin typeface="Apple Braille" pitchFamily="2" charset="0"/>
              </a:rPr>
              <a:t>Dr Mohammad Soorati</a:t>
            </a:r>
          </a:p>
          <a:p>
            <a:r>
              <a:rPr lang="en-US" dirty="0">
                <a:latin typeface="Apple Braille" pitchFamily="2" charset="0"/>
              </a:rPr>
              <a:t>School of Electronics and Computer Science</a:t>
            </a:r>
          </a:p>
          <a:p>
            <a:r>
              <a:rPr lang="en-US" dirty="0">
                <a:latin typeface="Apple Braille" pitchFamily="2" charset="0"/>
              </a:rPr>
              <a:t>University of Southampton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88437" y="2159373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latin typeface="Apple Braille" pitchFamily="2" charset="0"/>
              </a:rPr>
              <a:t>Ensemble Learning:</a:t>
            </a:r>
          </a:p>
          <a:p>
            <a:r>
              <a:rPr lang="en-US" sz="3500" dirty="0">
                <a:latin typeface="Apple Braille" pitchFamily="2" charset="0"/>
              </a:rPr>
              <a:t>Bagging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E66D9-398B-4E04-A787-68C7A68D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>
                <a:latin typeface="Apple Braille" pitchFamily="2" charset="0"/>
              </a:rPr>
              <a:t>1</a:t>
            </a:fld>
            <a:endParaRPr lang="zh-TW" altLang="en-US" dirty="0">
              <a:latin typeface="Apple Brail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19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43B9D-8C24-74B3-2B7C-1187DA50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62EF84-7816-2DB2-85D3-41C32AC6B7F0}"/>
              </a:ext>
            </a:extLst>
          </p:cNvPr>
          <p:cNvSpPr/>
          <p:nvPr/>
        </p:nvSpPr>
        <p:spPr>
          <a:xfrm>
            <a:off x="628650" y="1690689"/>
            <a:ext cx="3438939" cy="1470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57F77D-6FAB-AB8D-6B62-3732098432DD}"/>
              </a:ext>
            </a:extLst>
          </p:cNvPr>
          <p:cNvSpPr/>
          <p:nvPr/>
        </p:nvSpPr>
        <p:spPr>
          <a:xfrm>
            <a:off x="715617" y="1750323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8A81AD-C433-5BD9-A6AD-668F6B1BB937}"/>
              </a:ext>
            </a:extLst>
          </p:cNvPr>
          <p:cNvSpPr/>
          <p:nvPr/>
        </p:nvSpPr>
        <p:spPr>
          <a:xfrm>
            <a:off x="1504122" y="2258253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409569-BCE5-48CC-F9ED-D7A06DB6F5B0}"/>
              </a:ext>
            </a:extLst>
          </p:cNvPr>
          <p:cNvSpPr/>
          <p:nvPr/>
        </p:nvSpPr>
        <p:spPr>
          <a:xfrm>
            <a:off x="3466025" y="2366689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4A949F-A155-C1C5-98A4-E22AF94E6498}"/>
              </a:ext>
            </a:extLst>
          </p:cNvPr>
          <p:cNvSpPr/>
          <p:nvPr/>
        </p:nvSpPr>
        <p:spPr>
          <a:xfrm>
            <a:off x="3637721" y="1937199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21AC12-EE78-7E8E-A53C-41E5322C927F}"/>
              </a:ext>
            </a:extLst>
          </p:cNvPr>
          <p:cNvSpPr/>
          <p:nvPr/>
        </p:nvSpPr>
        <p:spPr>
          <a:xfrm>
            <a:off x="2555099" y="1899410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2CEAAC-2329-72F9-90F4-532B93291131}"/>
              </a:ext>
            </a:extLst>
          </p:cNvPr>
          <p:cNvSpPr/>
          <p:nvPr/>
        </p:nvSpPr>
        <p:spPr>
          <a:xfrm>
            <a:off x="2081334" y="2707793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F57077-7BDE-32C5-8761-4C09FCFB1E50}"/>
              </a:ext>
            </a:extLst>
          </p:cNvPr>
          <p:cNvSpPr/>
          <p:nvPr/>
        </p:nvSpPr>
        <p:spPr>
          <a:xfrm>
            <a:off x="3237756" y="2839694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A45F8B-A6D1-6AE2-3B49-4BDECA2D8C6F}"/>
              </a:ext>
            </a:extLst>
          </p:cNvPr>
          <p:cNvSpPr/>
          <p:nvPr/>
        </p:nvSpPr>
        <p:spPr>
          <a:xfrm>
            <a:off x="1072512" y="2765150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2F1B3A-F3BE-2011-784A-D60181E16E7A}"/>
              </a:ext>
            </a:extLst>
          </p:cNvPr>
          <p:cNvSpPr/>
          <p:nvPr/>
        </p:nvSpPr>
        <p:spPr>
          <a:xfrm>
            <a:off x="2512944" y="2394503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FD8AE25-EDCD-9BDD-9BFC-6064EEC2C130}"/>
              </a:ext>
            </a:extLst>
          </p:cNvPr>
          <p:cNvSpPr/>
          <p:nvPr/>
        </p:nvSpPr>
        <p:spPr>
          <a:xfrm>
            <a:off x="2050772" y="2407339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B98F324-7B6D-64FA-443B-92A7F02A261F}"/>
              </a:ext>
            </a:extLst>
          </p:cNvPr>
          <p:cNvSpPr/>
          <p:nvPr/>
        </p:nvSpPr>
        <p:spPr>
          <a:xfrm>
            <a:off x="2050772" y="1870005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5692784-73DA-7C49-6632-E77EE8225625}"/>
              </a:ext>
            </a:extLst>
          </p:cNvPr>
          <p:cNvSpPr/>
          <p:nvPr/>
        </p:nvSpPr>
        <p:spPr>
          <a:xfrm>
            <a:off x="725387" y="2616063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E97DFA-2179-1E56-33FA-A9CCD11E58C6}"/>
              </a:ext>
            </a:extLst>
          </p:cNvPr>
          <p:cNvSpPr/>
          <p:nvPr/>
        </p:nvSpPr>
        <p:spPr>
          <a:xfrm>
            <a:off x="725387" y="2078729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D9EDB1-91C1-B8F0-471C-60B318A15926}"/>
              </a:ext>
            </a:extLst>
          </p:cNvPr>
          <p:cNvSpPr/>
          <p:nvPr/>
        </p:nvSpPr>
        <p:spPr>
          <a:xfrm>
            <a:off x="1303598" y="2481883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9586EA-1A64-B146-1C3D-0CFECEED5186}"/>
              </a:ext>
            </a:extLst>
          </p:cNvPr>
          <p:cNvSpPr/>
          <p:nvPr/>
        </p:nvSpPr>
        <p:spPr>
          <a:xfrm>
            <a:off x="1303598" y="1944549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35D589B-BB20-1E75-6A6C-E08E1F5FBADA}"/>
              </a:ext>
            </a:extLst>
          </p:cNvPr>
          <p:cNvSpPr/>
          <p:nvPr/>
        </p:nvSpPr>
        <p:spPr>
          <a:xfrm>
            <a:off x="3355453" y="2582933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E7198B-05A4-C171-9AD0-89F29505B78D}"/>
              </a:ext>
            </a:extLst>
          </p:cNvPr>
          <p:cNvSpPr/>
          <p:nvPr/>
        </p:nvSpPr>
        <p:spPr>
          <a:xfrm>
            <a:off x="3355453" y="2045599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7B49E5F-3395-B31A-174E-BF395F319C2C}"/>
              </a:ext>
            </a:extLst>
          </p:cNvPr>
          <p:cNvSpPr/>
          <p:nvPr/>
        </p:nvSpPr>
        <p:spPr>
          <a:xfrm>
            <a:off x="2833150" y="2904024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3DD9748-7B89-257E-8D04-4EDF9B0D2AD3}"/>
              </a:ext>
            </a:extLst>
          </p:cNvPr>
          <p:cNvSpPr/>
          <p:nvPr/>
        </p:nvSpPr>
        <p:spPr>
          <a:xfrm>
            <a:off x="2833150" y="236669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2152780-88B6-2177-BAEC-0861C93970DF}"/>
              </a:ext>
            </a:extLst>
          </p:cNvPr>
          <p:cNvSpPr/>
          <p:nvPr/>
        </p:nvSpPr>
        <p:spPr>
          <a:xfrm>
            <a:off x="1743069" y="282948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202968A-1C00-E646-A797-810072882FAE}"/>
              </a:ext>
            </a:extLst>
          </p:cNvPr>
          <p:cNvSpPr/>
          <p:nvPr/>
        </p:nvSpPr>
        <p:spPr>
          <a:xfrm>
            <a:off x="1743069" y="2292146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9794BC0-AE4D-2B3A-906C-42663D164CA2}"/>
              </a:ext>
            </a:extLst>
          </p:cNvPr>
          <p:cNvSpPr/>
          <p:nvPr/>
        </p:nvSpPr>
        <p:spPr>
          <a:xfrm>
            <a:off x="1512896" y="2506731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287319-BC08-7343-FFE9-A8E62DB4F672}"/>
              </a:ext>
            </a:extLst>
          </p:cNvPr>
          <p:cNvSpPr/>
          <p:nvPr/>
        </p:nvSpPr>
        <p:spPr>
          <a:xfrm>
            <a:off x="1050724" y="1982233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B874B63-83F6-10DC-8874-1FF9F651520C}"/>
              </a:ext>
            </a:extLst>
          </p:cNvPr>
          <p:cNvSpPr/>
          <p:nvPr/>
        </p:nvSpPr>
        <p:spPr>
          <a:xfrm>
            <a:off x="743021" y="2941708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079B313-0F62-EEB6-5293-87D8F1F2B239}"/>
              </a:ext>
            </a:extLst>
          </p:cNvPr>
          <p:cNvSpPr/>
          <p:nvPr/>
        </p:nvSpPr>
        <p:spPr>
          <a:xfrm>
            <a:off x="743021" y="240437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A5974C6-3ED7-4005-B96B-41F3A01D1EA8}"/>
              </a:ext>
            </a:extLst>
          </p:cNvPr>
          <p:cNvSpPr/>
          <p:nvPr/>
        </p:nvSpPr>
        <p:spPr>
          <a:xfrm>
            <a:off x="3016068" y="2601880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24A7EF-4267-8B0E-A8CC-F718C63AC51E}"/>
              </a:ext>
            </a:extLst>
          </p:cNvPr>
          <p:cNvSpPr/>
          <p:nvPr/>
        </p:nvSpPr>
        <p:spPr>
          <a:xfrm>
            <a:off x="2553896" y="2077382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2E9AE20-6CDC-4DB1-5BF4-98A9FD7B1977}"/>
              </a:ext>
            </a:extLst>
          </p:cNvPr>
          <p:cNvSpPr/>
          <p:nvPr/>
        </p:nvSpPr>
        <p:spPr>
          <a:xfrm>
            <a:off x="2246193" y="2499523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701CA5E-CEBD-1EC8-B420-5719628C083D}"/>
              </a:ext>
            </a:extLst>
          </p:cNvPr>
          <p:cNvSpPr/>
          <p:nvPr/>
        </p:nvSpPr>
        <p:spPr>
          <a:xfrm>
            <a:off x="3860031" y="2277266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721E3B4-9EF8-2A9B-57F1-AD03462C0C08}"/>
              </a:ext>
            </a:extLst>
          </p:cNvPr>
          <p:cNvSpPr/>
          <p:nvPr/>
        </p:nvSpPr>
        <p:spPr>
          <a:xfrm>
            <a:off x="3397859" y="1752768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189AB4C-6B2B-73B1-A44C-3A8735BAE7E5}"/>
              </a:ext>
            </a:extLst>
          </p:cNvPr>
          <p:cNvSpPr/>
          <p:nvPr/>
        </p:nvSpPr>
        <p:spPr>
          <a:xfrm>
            <a:off x="3130163" y="2282339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1921AA7-37BF-9F7E-D88A-994419E387F8}"/>
              </a:ext>
            </a:extLst>
          </p:cNvPr>
          <p:cNvSpPr/>
          <p:nvPr/>
        </p:nvSpPr>
        <p:spPr>
          <a:xfrm>
            <a:off x="2521718" y="2676423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EFB4DE5-1C43-7724-43CE-468C94BD368F}"/>
              </a:ext>
            </a:extLst>
          </p:cNvPr>
          <p:cNvSpPr/>
          <p:nvPr/>
        </p:nvSpPr>
        <p:spPr>
          <a:xfrm>
            <a:off x="2059546" y="2151925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296CBF7-AA02-A02A-D401-A99581B63A09}"/>
              </a:ext>
            </a:extLst>
          </p:cNvPr>
          <p:cNvSpPr/>
          <p:nvPr/>
        </p:nvSpPr>
        <p:spPr>
          <a:xfrm>
            <a:off x="1751843" y="2574066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CA27BDC-7FD8-0B06-2B23-4493BE9A3158}"/>
              </a:ext>
            </a:extLst>
          </p:cNvPr>
          <p:cNvSpPr/>
          <p:nvPr/>
        </p:nvSpPr>
        <p:spPr>
          <a:xfrm>
            <a:off x="2050772" y="2935913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C686F0F-479C-2B5F-8956-07CDAEB1888B}"/>
              </a:ext>
            </a:extLst>
          </p:cNvPr>
          <p:cNvSpPr/>
          <p:nvPr/>
        </p:nvSpPr>
        <p:spPr>
          <a:xfrm>
            <a:off x="1477114" y="1756322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0D9AE72-BE1F-DFDA-8F82-203CEDA3AA8B}"/>
              </a:ext>
            </a:extLst>
          </p:cNvPr>
          <p:cNvSpPr/>
          <p:nvPr/>
        </p:nvSpPr>
        <p:spPr>
          <a:xfrm>
            <a:off x="1169411" y="2178463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D07CB71-E049-E180-E001-1454AE61CA00}"/>
              </a:ext>
            </a:extLst>
          </p:cNvPr>
          <p:cNvSpPr/>
          <p:nvPr/>
        </p:nvSpPr>
        <p:spPr>
          <a:xfrm>
            <a:off x="1397801" y="2944673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A1E8D63-349E-CC04-7308-F2BEA0E1F719}"/>
              </a:ext>
            </a:extLst>
          </p:cNvPr>
          <p:cNvSpPr/>
          <p:nvPr/>
        </p:nvSpPr>
        <p:spPr>
          <a:xfrm>
            <a:off x="2974995" y="2043941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EAEAF75-D4FB-3DDD-44E7-A214CE665E78}"/>
              </a:ext>
            </a:extLst>
          </p:cNvPr>
          <p:cNvSpPr/>
          <p:nvPr/>
        </p:nvSpPr>
        <p:spPr>
          <a:xfrm>
            <a:off x="2205120" y="194158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47AE7E5-91FB-122C-8FE4-E99F57B7833B}"/>
              </a:ext>
            </a:extLst>
          </p:cNvPr>
          <p:cNvSpPr/>
          <p:nvPr/>
        </p:nvSpPr>
        <p:spPr>
          <a:xfrm>
            <a:off x="2631510" y="1715673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4C58C81-1E32-12C9-AC92-EC44B838A5B1}"/>
              </a:ext>
            </a:extLst>
          </p:cNvPr>
          <p:cNvSpPr/>
          <p:nvPr/>
        </p:nvSpPr>
        <p:spPr>
          <a:xfrm>
            <a:off x="3761693" y="2789925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3FC6081-7DE4-F877-F9B0-2FB1FBE4C6ED}"/>
              </a:ext>
            </a:extLst>
          </p:cNvPr>
          <p:cNvSpPr/>
          <p:nvPr/>
        </p:nvSpPr>
        <p:spPr>
          <a:xfrm>
            <a:off x="3675659" y="2961379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BB97761-92C5-8F48-04ED-E8F2E226EAEB}"/>
              </a:ext>
            </a:extLst>
          </p:cNvPr>
          <p:cNvSpPr/>
          <p:nvPr/>
        </p:nvSpPr>
        <p:spPr>
          <a:xfrm>
            <a:off x="3645097" y="2660925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0BBEED9-F60D-7F66-C27D-D23C55AA45F6}"/>
              </a:ext>
            </a:extLst>
          </p:cNvPr>
          <p:cNvSpPr/>
          <p:nvPr/>
        </p:nvSpPr>
        <p:spPr>
          <a:xfrm>
            <a:off x="3653871" y="2405511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D9F93DA6-4DB9-2BBF-378D-CB4BCD0CFDE5}"/>
              </a:ext>
            </a:extLst>
          </p:cNvPr>
          <p:cNvGrpSpPr/>
          <p:nvPr/>
        </p:nvGrpSpPr>
        <p:grpSpPr>
          <a:xfrm>
            <a:off x="1586696" y="3866322"/>
            <a:ext cx="1480818" cy="1182755"/>
            <a:chOff x="1586696" y="3866322"/>
            <a:chExt cx="1480818" cy="1182755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2389E93-83F8-8DAB-FD16-4F0D501C22D4}"/>
                </a:ext>
              </a:extLst>
            </p:cNvPr>
            <p:cNvCxnSpPr/>
            <p:nvPr/>
          </p:nvCxnSpPr>
          <p:spPr>
            <a:xfrm>
              <a:off x="2319993" y="3866322"/>
              <a:ext cx="0" cy="496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Diamond 55">
              <a:extLst>
                <a:ext uri="{FF2B5EF4-FFF2-40B4-BE49-F238E27FC236}">
                  <a16:creationId xmlns:a16="http://schemas.microsoft.com/office/drawing/2014/main" id="{DD44ED6E-3A20-5E60-E39C-434B8FEE1A73}"/>
                </a:ext>
              </a:extLst>
            </p:cNvPr>
            <p:cNvSpPr/>
            <p:nvPr/>
          </p:nvSpPr>
          <p:spPr>
            <a:xfrm>
              <a:off x="2026514" y="4363278"/>
              <a:ext cx="586957" cy="37768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457200" rtl="1" eaLnBrk="1" latinLnBrk="0" hangingPunct="1"/>
              <a:endParaRPr lang="en-US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4A52EF2-8EA6-8F96-19D7-868D4C2C4F31}"/>
                </a:ext>
              </a:extLst>
            </p:cNvPr>
            <p:cNvCxnSpPr>
              <a:cxnSpLocks/>
              <a:endCxn id="56" idx="1"/>
            </p:cNvCxnSpPr>
            <p:nvPr/>
          </p:nvCxnSpPr>
          <p:spPr>
            <a:xfrm>
              <a:off x="1586696" y="4552122"/>
              <a:ext cx="4398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E0B9AF4-1F65-C86B-2070-8335A7E9BA23}"/>
                </a:ext>
              </a:extLst>
            </p:cNvPr>
            <p:cNvCxnSpPr>
              <a:cxnSpLocks/>
            </p:cNvCxnSpPr>
            <p:nvPr/>
          </p:nvCxnSpPr>
          <p:spPr>
            <a:xfrm>
              <a:off x="2627696" y="4552121"/>
              <a:ext cx="4398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42A3FAF-A4A3-7EF6-F140-60AEC7817448}"/>
                </a:ext>
              </a:extLst>
            </p:cNvPr>
            <p:cNvCxnSpPr/>
            <p:nvPr/>
          </p:nvCxnSpPr>
          <p:spPr>
            <a:xfrm>
              <a:off x="1586696" y="4552121"/>
              <a:ext cx="0" cy="496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66A5183-7294-CF3F-0283-DC7538B933E6}"/>
                </a:ext>
              </a:extLst>
            </p:cNvPr>
            <p:cNvCxnSpPr/>
            <p:nvPr/>
          </p:nvCxnSpPr>
          <p:spPr>
            <a:xfrm>
              <a:off x="3057323" y="4552121"/>
              <a:ext cx="0" cy="496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2AD4ECE2-52FF-0004-1E83-089591F83237}"/>
              </a:ext>
            </a:extLst>
          </p:cNvPr>
          <p:cNvSpPr/>
          <p:nvPr/>
        </p:nvSpPr>
        <p:spPr>
          <a:xfrm>
            <a:off x="2514081" y="5069649"/>
            <a:ext cx="1277307" cy="8964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1A3F14B-BAD9-773A-6023-C24B99CF3BE2}"/>
              </a:ext>
            </a:extLst>
          </p:cNvPr>
          <p:cNvSpPr/>
          <p:nvPr/>
        </p:nvSpPr>
        <p:spPr>
          <a:xfrm>
            <a:off x="913814" y="5049077"/>
            <a:ext cx="1277307" cy="946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552C905-F02F-B302-3249-18B671A5360B}"/>
              </a:ext>
            </a:extLst>
          </p:cNvPr>
          <p:cNvSpPr/>
          <p:nvPr/>
        </p:nvSpPr>
        <p:spPr>
          <a:xfrm>
            <a:off x="1012207" y="5332135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4B0A252-4EB8-0AFD-BAFF-BFB15129FCE4}"/>
              </a:ext>
            </a:extLst>
          </p:cNvPr>
          <p:cNvSpPr/>
          <p:nvPr/>
        </p:nvSpPr>
        <p:spPr>
          <a:xfrm>
            <a:off x="1020981" y="5564360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BD0C8DD-F903-C8D7-543A-4FBC629B5330}"/>
              </a:ext>
            </a:extLst>
          </p:cNvPr>
          <p:cNvSpPr/>
          <p:nvPr/>
        </p:nvSpPr>
        <p:spPr>
          <a:xfrm>
            <a:off x="1234437" y="5332135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A20F04A-5297-89D5-71FD-8BAAAE85EA0D}"/>
              </a:ext>
            </a:extLst>
          </p:cNvPr>
          <p:cNvSpPr/>
          <p:nvPr/>
        </p:nvSpPr>
        <p:spPr>
          <a:xfrm>
            <a:off x="1243211" y="5564360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925CC031-AA37-A807-ABEC-E2FDDCFC233B}"/>
              </a:ext>
            </a:extLst>
          </p:cNvPr>
          <p:cNvSpPr/>
          <p:nvPr/>
        </p:nvSpPr>
        <p:spPr>
          <a:xfrm>
            <a:off x="1457338" y="5332135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CF3AB0F-AA17-CDE4-96A2-332B22C4A224}"/>
              </a:ext>
            </a:extLst>
          </p:cNvPr>
          <p:cNvSpPr/>
          <p:nvPr/>
        </p:nvSpPr>
        <p:spPr>
          <a:xfrm>
            <a:off x="1466112" y="5564360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6C43545-2F7F-655E-7617-411469B7B670}"/>
              </a:ext>
            </a:extLst>
          </p:cNvPr>
          <p:cNvSpPr/>
          <p:nvPr/>
        </p:nvSpPr>
        <p:spPr>
          <a:xfrm>
            <a:off x="1680239" y="5327305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6A9288B-EB41-F909-B691-34EB35DE9B21}"/>
              </a:ext>
            </a:extLst>
          </p:cNvPr>
          <p:cNvSpPr/>
          <p:nvPr/>
        </p:nvSpPr>
        <p:spPr>
          <a:xfrm>
            <a:off x="1689013" y="5559530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5843C49-7A65-8693-A87D-65581F7FB45B}"/>
              </a:ext>
            </a:extLst>
          </p:cNvPr>
          <p:cNvSpPr/>
          <p:nvPr/>
        </p:nvSpPr>
        <p:spPr>
          <a:xfrm>
            <a:off x="1912242" y="5312536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B38C5A4-BD6B-DA79-C5BF-6E07316477A0}"/>
              </a:ext>
            </a:extLst>
          </p:cNvPr>
          <p:cNvSpPr/>
          <p:nvPr/>
        </p:nvSpPr>
        <p:spPr>
          <a:xfrm>
            <a:off x="1921016" y="5544761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4CCAFCC-1D08-D62D-BACD-4219BAD9A7B1}"/>
              </a:ext>
            </a:extLst>
          </p:cNvPr>
          <p:cNvSpPr/>
          <p:nvPr/>
        </p:nvSpPr>
        <p:spPr>
          <a:xfrm>
            <a:off x="1020981" y="580735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EC5FF67-4DB6-1936-BA81-BE4C2AB1764A}"/>
              </a:ext>
            </a:extLst>
          </p:cNvPr>
          <p:cNvSpPr/>
          <p:nvPr/>
        </p:nvSpPr>
        <p:spPr>
          <a:xfrm>
            <a:off x="1243211" y="580735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E09EAAD-E8FE-2DA3-B038-E67E7B03CA90}"/>
              </a:ext>
            </a:extLst>
          </p:cNvPr>
          <p:cNvSpPr/>
          <p:nvPr/>
        </p:nvSpPr>
        <p:spPr>
          <a:xfrm>
            <a:off x="1466112" y="580735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7F8A1B7F-4AFE-8E65-1516-71F183A4BE02}"/>
              </a:ext>
            </a:extLst>
          </p:cNvPr>
          <p:cNvSpPr/>
          <p:nvPr/>
        </p:nvSpPr>
        <p:spPr>
          <a:xfrm>
            <a:off x="1689013" y="580252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69DFBF6-807E-C9E3-C2C2-7D49696B6368}"/>
              </a:ext>
            </a:extLst>
          </p:cNvPr>
          <p:cNvSpPr/>
          <p:nvPr/>
        </p:nvSpPr>
        <p:spPr>
          <a:xfrm>
            <a:off x="1921016" y="5787755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99841F26-DC1D-10FF-B705-204BA518D254}"/>
              </a:ext>
            </a:extLst>
          </p:cNvPr>
          <p:cNvSpPr/>
          <p:nvPr/>
        </p:nvSpPr>
        <p:spPr>
          <a:xfrm>
            <a:off x="1229798" y="509653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6B7AD64-F960-D8C2-F6B0-216C0EB6BB10}"/>
              </a:ext>
            </a:extLst>
          </p:cNvPr>
          <p:cNvSpPr/>
          <p:nvPr/>
        </p:nvSpPr>
        <p:spPr>
          <a:xfrm>
            <a:off x="1452699" y="509653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2097D4AE-493F-A873-376C-3150B6877500}"/>
              </a:ext>
            </a:extLst>
          </p:cNvPr>
          <p:cNvSpPr/>
          <p:nvPr/>
        </p:nvSpPr>
        <p:spPr>
          <a:xfrm>
            <a:off x="1675600" y="509170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759290C1-E79C-4623-812A-66E981395D68}"/>
              </a:ext>
            </a:extLst>
          </p:cNvPr>
          <p:cNvSpPr/>
          <p:nvPr/>
        </p:nvSpPr>
        <p:spPr>
          <a:xfrm>
            <a:off x="1010978" y="5091700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356DAF1-6A5F-820E-CDD9-3B094DC0137B}"/>
              </a:ext>
            </a:extLst>
          </p:cNvPr>
          <p:cNvSpPr/>
          <p:nvPr/>
        </p:nvSpPr>
        <p:spPr>
          <a:xfrm>
            <a:off x="1921016" y="5096530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3CE5B260-7B41-1948-8225-4DCA985BFD00}"/>
              </a:ext>
            </a:extLst>
          </p:cNvPr>
          <p:cNvSpPr/>
          <p:nvPr/>
        </p:nvSpPr>
        <p:spPr>
          <a:xfrm>
            <a:off x="2613471" y="5158271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BE2DB889-D51E-0BD0-8454-68BB5DA81C23}"/>
              </a:ext>
            </a:extLst>
          </p:cNvPr>
          <p:cNvSpPr/>
          <p:nvPr/>
        </p:nvSpPr>
        <p:spPr>
          <a:xfrm>
            <a:off x="2847605" y="5158271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79A13F1E-7F9B-C777-A159-94A15985E41E}"/>
              </a:ext>
            </a:extLst>
          </p:cNvPr>
          <p:cNvSpPr/>
          <p:nvPr/>
        </p:nvSpPr>
        <p:spPr>
          <a:xfrm>
            <a:off x="3086539" y="5166243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9695AD4-AB0D-538E-BE16-BE2929E3F31C}"/>
              </a:ext>
            </a:extLst>
          </p:cNvPr>
          <p:cNvSpPr/>
          <p:nvPr/>
        </p:nvSpPr>
        <p:spPr>
          <a:xfrm>
            <a:off x="3329600" y="5171143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0897E8FD-1751-B42F-E2D8-DCFEFC2EE8F6}"/>
              </a:ext>
            </a:extLst>
          </p:cNvPr>
          <p:cNvSpPr/>
          <p:nvPr/>
        </p:nvSpPr>
        <p:spPr>
          <a:xfrm>
            <a:off x="3601859" y="5176252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DDA5D79-4CBD-2200-EB54-0C2169BF22FF}"/>
              </a:ext>
            </a:extLst>
          </p:cNvPr>
          <p:cNvSpPr/>
          <p:nvPr/>
        </p:nvSpPr>
        <p:spPr>
          <a:xfrm>
            <a:off x="2837701" y="5376931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D900E7E4-4229-A791-50ED-99BB40DC3EAF}"/>
              </a:ext>
            </a:extLst>
          </p:cNvPr>
          <p:cNvSpPr/>
          <p:nvPr/>
        </p:nvSpPr>
        <p:spPr>
          <a:xfrm>
            <a:off x="3329600" y="5386870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224FA87D-8380-2050-AC21-55F21694F3A9}"/>
              </a:ext>
            </a:extLst>
          </p:cNvPr>
          <p:cNvSpPr/>
          <p:nvPr/>
        </p:nvSpPr>
        <p:spPr>
          <a:xfrm>
            <a:off x="3083650" y="5393746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CDD8315-7688-6247-D5E0-62810C4034E6}"/>
              </a:ext>
            </a:extLst>
          </p:cNvPr>
          <p:cNvSpPr/>
          <p:nvPr/>
        </p:nvSpPr>
        <p:spPr>
          <a:xfrm>
            <a:off x="3092390" y="5693848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37D963D-2C52-C70F-70F5-E3568CA82B42}"/>
              </a:ext>
            </a:extLst>
          </p:cNvPr>
          <p:cNvSpPr/>
          <p:nvPr/>
        </p:nvSpPr>
        <p:spPr>
          <a:xfrm>
            <a:off x="3367218" y="5677641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3F586389-263A-0CD6-CECF-E045998BBF10}"/>
              </a:ext>
            </a:extLst>
          </p:cNvPr>
          <p:cNvSpPr/>
          <p:nvPr/>
        </p:nvSpPr>
        <p:spPr>
          <a:xfrm>
            <a:off x="5054929" y="3705261"/>
            <a:ext cx="1697020" cy="1470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F9114E7-68E8-59D6-26EB-9D653A105C4B}"/>
              </a:ext>
            </a:extLst>
          </p:cNvPr>
          <p:cNvSpPr/>
          <p:nvPr/>
        </p:nvSpPr>
        <p:spPr>
          <a:xfrm>
            <a:off x="6842791" y="3714260"/>
            <a:ext cx="1697020" cy="1452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BA5191EE-C843-7519-D97A-E9B02CDA693C}"/>
              </a:ext>
            </a:extLst>
          </p:cNvPr>
          <p:cNvSpPr/>
          <p:nvPr/>
        </p:nvSpPr>
        <p:spPr>
          <a:xfrm>
            <a:off x="6128651" y="4124397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5B44269-6A0D-D4A1-714B-DEF5827F90C1}"/>
              </a:ext>
            </a:extLst>
          </p:cNvPr>
          <p:cNvSpPr/>
          <p:nvPr/>
        </p:nvSpPr>
        <p:spPr>
          <a:xfrm>
            <a:off x="5697041" y="4631294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C754CB3-C955-1770-7D48-82FC029C1055}"/>
              </a:ext>
            </a:extLst>
          </p:cNvPr>
          <p:cNvSpPr/>
          <p:nvPr/>
        </p:nvSpPr>
        <p:spPr>
          <a:xfrm>
            <a:off x="5349916" y="4482207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74C92C4A-AD2F-B41D-40A7-D6A4A684ABA9}"/>
              </a:ext>
            </a:extLst>
          </p:cNvPr>
          <p:cNvSpPr/>
          <p:nvPr/>
        </p:nvSpPr>
        <p:spPr>
          <a:xfrm>
            <a:off x="5349916" y="3944873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B95920F2-5887-41DC-4414-3C06BA1FBF93}"/>
              </a:ext>
            </a:extLst>
          </p:cNvPr>
          <p:cNvSpPr/>
          <p:nvPr/>
        </p:nvSpPr>
        <p:spPr>
          <a:xfrm>
            <a:off x="5928127" y="4348027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D94FFFC4-7F93-1359-54B7-E35EE5115A62}"/>
              </a:ext>
            </a:extLst>
          </p:cNvPr>
          <p:cNvSpPr/>
          <p:nvPr/>
        </p:nvSpPr>
        <p:spPr>
          <a:xfrm>
            <a:off x="5928127" y="3810693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7345E70A-E41C-6BB8-5210-17F8F8C48E42}"/>
              </a:ext>
            </a:extLst>
          </p:cNvPr>
          <p:cNvSpPr/>
          <p:nvPr/>
        </p:nvSpPr>
        <p:spPr>
          <a:xfrm>
            <a:off x="6367598" y="415829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672A4E4-9D4B-AF2B-B58E-3E5A44E19D95}"/>
              </a:ext>
            </a:extLst>
          </p:cNvPr>
          <p:cNvSpPr/>
          <p:nvPr/>
        </p:nvSpPr>
        <p:spPr>
          <a:xfrm>
            <a:off x="6137425" y="4372875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C7E1653-2E4E-F0F1-6714-D0BF9FE93291}"/>
              </a:ext>
            </a:extLst>
          </p:cNvPr>
          <p:cNvSpPr/>
          <p:nvPr/>
        </p:nvSpPr>
        <p:spPr>
          <a:xfrm>
            <a:off x="5675253" y="3848377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EE6B745-1D79-C0A2-DCAA-DA79D1323B05}"/>
              </a:ext>
            </a:extLst>
          </p:cNvPr>
          <p:cNvSpPr/>
          <p:nvPr/>
        </p:nvSpPr>
        <p:spPr>
          <a:xfrm>
            <a:off x="5367550" y="4270518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B930720-56BE-BAB5-BDA5-696E3EA00D0F}"/>
              </a:ext>
            </a:extLst>
          </p:cNvPr>
          <p:cNvSpPr/>
          <p:nvPr/>
        </p:nvSpPr>
        <p:spPr>
          <a:xfrm>
            <a:off x="6022330" y="4810817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EF59B28-3146-5423-79F5-CB06A4575C01}"/>
              </a:ext>
            </a:extLst>
          </p:cNvPr>
          <p:cNvSpPr/>
          <p:nvPr/>
        </p:nvSpPr>
        <p:spPr>
          <a:xfrm>
            <a:off x="8053940" y="4371706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E5FBA34-C0E5-974F-F849-CD7BB3B65E02}"/>
              </a:ext>
            </a:extLst>
          </p:cNvPr>
          <p:cNvSpPr/>
          <p:nvPr/>
        </p:nvSpPr>
        <p:spPr>
          <a:xfrm>
            <a:off x="8225636" y="3942216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16B1D21-D5D8-CFA2-7C5A-001CCC06C9C8}"/>
              </a:ext>
            </a:extLst>
          </p:cNvPr>
          <p:cNvSpPr/>
          <p:nvPr/>
        </p:nvSpPr>
        <p:spPr>
          <a:xfrm>
            <a:off x="7143014" y="3904427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CB10703-D73D-F88B-057C-4DABB872AE60}"/>
              </a:ext>
            </a:extLst>
          </p:cNvPr>
          <p:cNvSpPr/>
          <p:nvPr/>
        </p:nvSpPr>
        <p:spPr>
          <a:xfrm>
            <a:off x="7825671" y="4844711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FDEF67B0-0BE1-F506-11BD-20EC16A18027}"/>
              </a:ext>
            </a:extLst>
          </p:cNvPr>
          <p:cNvSpPr/>
          <p:nvPr/>
        </p:nvSpPr>
        <p:spPr>
          <a:xfrm>
            <a:off x="7100859" y="439952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46B4CCBF-39D9-05A4-B812-411E9AEDE23B}"/>
              </a:ext>
            </a:extLst>
          </p:cNvPr>
          <p:cNvSpPr/>
          <p:nvPr/>
        </p:nvSpPr>
        <p:spPr>
          <a:xfrm>
            <a:off x="7943368" y="458795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12A012BB-202F-FEF7-0FEE-6F9B2BF775DC}"/>
              </a:ext>
            </a:extLst>
          </p:cNvPr>
          <p:cNvSpPr/>
          <p:nvPr/>
        </p:nvSpPr>
        <p:spPr>
          <a:xfrm>
            <a:off x="7943368" y="4050616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C8B44C74-CE0F-E0A3-57BF-E62B44FFF3C1}"/>
              </a:ext>
            </a:extLst>
          </p:cNvPr>
          <p:cNvSpPr/>
          <p:nvPr/>
        </p:nvSpPr>
        <p:spPr>
          <a:xfrm>
            <a:off x="7421065" y="4909041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DD4139D4-7C9C-A9AC-EAA8-87C850E166E9}"/>
              </a:ext>
            </a:extLst>
          </p:cNvPr>
          <p:cNvSpPr/>
          <p:nvPr/>
        </p:nvSpPr>
        <p:spPr>
          <a:xfrm>
            <a:off x="7421065" y="4371707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010294F7-2312-D852-0200-4DE197AE33B0}"/>
              </a:ext>
            </a:extLst>
          </p:cNvPr>
          <p:cNvSpPr/>
          <p:nvPr/>
        </p:nvSpPr>
        <p:spPr>
          <a:xfrm>
            <a:off x="7141811" y="4082399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F22FC037-22F0-EB37-B661-1DFC8193EE5F}"/>
              </a:ext>
            </a:extLst>
          </p:cNvPr>
          <p:cNvSpPr/>
          <p:nvPr/>
        </p:nvSpPr>
        <p:spPr>
          <a:xfrm>
            <a:off x="7718078" y="4287356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4D4826EE-4A2F-2436-D34E-284ADE2B66C8}"/>
              </a:ext>
            </a:extLst>
          </p:cNvPr>
          <p:cNvSpPr/>
          <p:nvPr/>
        </p:nvSpPr>
        <p:spPr>
          <a:xfrm>
            <a:off x="7109633" y="4681440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69829311-C33C-4FA9-BFE9-502E4F6D079F}"/>
              </a:ext>
            </a:extLst>
          </p:cNvPr>
          <p:cNvSpPr/>
          <p:nvPr/>
        </p:nvSpPr>
        <p:spPr>
          <a:xfrm>
            <a:off x="8233012" y="4665942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BB61F55-78ED-C4FE-E952-2D9C33838A0F}"/>
              </a:ext>
            </a:extLst>
          </p:cNvPr>
          <p:cNvSpPr txBox="1"/>
          <p:nvPr/>
        </p:nvSpPr>
        <p:spPr>
          <a:xfrm>
            <a:off x="5419226" y="3180332"/>
            <a:ext cx="2905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Randomly Sampled Data sets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9D0CEA27-055D-FE1D-5D2C-8C3E15148CA7}"/>
              </a:ext>
            </a:extLst>
          </p:cNvPr>
          <p:cNvSpPr txBox="1"/>
          <p:nvPr/>
        </p:nvSpPr>
        <p:spPr>
          <a:xfrm>
            <a:off x="5416217" y="3451195"/>
            <a:ext cx="2694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*Draw with replacement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0139EDF-822B-1CAA-564C-AFB34B6A61DD}"/>
              </a:ext>
            </a:extLst>
          </p:cNvPr>
          <p:cNvSpPr txBox="1"/>
          <p:nvPr/>
        </p:nvSpPr>
        <p:spPr>
          <a:xfrm>
            <a:off x="5163785" y="5177563"/>
            <a:ext cx="1407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25% for Tree 1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EEF4C43-CA34-CFF7-D2D2-B0A592143960}"/>
              </a:ext>
            </a:extLst>
          </p:cNvPr>
          <p:cNvSpPr txBox="1"/>
          <p:nvPr/>
        </p:nvSpPr>
        <p:spPr>
          <a:xfrm>
            <a:off x="7047628" y="5209477"/>
            <a:ext cx="14079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25% for Tree 2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9DD9FB3-A286-0CD6-02D3-7FC98D46FC21}"/>
              </a:ext>
            </a:extLst>
          </p:cNvPr>
          <p:cNvSpPr/>
          <p:nvPr/>
        </p:nvSpPr>
        <p:spPr>
          <a:xfrm>
            <a:off x="4989444" y="1712340"/>
            <a:ext cx="3438939" cy="1470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58C3ED9A-BFA7-BB75-742F-44EB2CF8EE77}"/>
              </a:ext>
            </a:extLst>
          </p:cNvPr>
          <p:cNvSpPr/>
          <p:nvPr/>
        </p:nvSpPr>
        <p:spPr>
          <a:xfrm>
            <a:off x="5076411" y="1771974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BF1D503F-9E65-D378-6AFD-C0C18114D879}"/>
              </a:ext>
            </a:extLst>
          </p:cNvPr>
          <p:cNvSpPr/>
          <p:nvPr/>
        </p:nvSpPr>
        <p:spPr>
          <a:xfrm>
            <a:off x="5864916" y="2279904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C4FFC84D-7EAA-D1FE-8979-881E90491808}"/>
              </a:ext>
            </a:extLst>
          </p:cNvPr>
          <p:cNvSpPr/>
          <p:nvPr/>
        </p:nvSpPr>
        <p:spPr>
          <a:xfrm>
            <a:off x="7826819" y="2388340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DB0F9AA9-936F-958E-8CF9-D53699C6A1DC}"/>
              </a:ext>
            </a:extLst>
          </p:cNvPr>
          <p:cNvSpPr/>
          <p:nvPr/>
        </p:nvSpPr>
        <p:spPr>
          <a:xfrm>
            <a:off x="7998515" y="1958850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075FB44B-B70A-4DA0-4C16-F1B85FFD8027}"/>
              </a:ext>
            </a:extLst>
          </p:cNvPr>
          <p:cNvSpPr/>
          <p:nvPr/>
        </p:nvSpPr>
        <p:spPr>
          <a:xfrm>
            <a:off x="6915893" y="1921061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E1551723-2FB2-E4E3-2A64-2581A316BEF0}"/>
              </a:ext>
            </a:extLst>
          </p:cNvPr>
          <p:cNvSpPr/>
          <p:nvPr/>
        </p:nvSpPr>
        <p:spPr>
          <a:xfrm>
            <a:off x="6442128" y="2729444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951AAAD4-920D-02FA-A083-EBCDE527AC8A}"/>
              </a:ext>
            </a:extLst>
          </p:cNvPr>
          <p:cNvSpPr/>
          <p:nvPr/>
        </p:nvSpPr>
        <p:spPr>
          <a:xfrm>
            <a:off x="7598550" y="2861345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4E1FC9AE-E8BF-21E2-F1CF-8F41AA32CE53}"/>
              </a:ext>
            </a:extLst>
          </p:cNvPr>
          <p:cNvSpPr/>
          <p:nvPr/>
        </p:nvSpPr>
        <p:spPr>
          <a:xfrm>
            <a:off x="5433306" y="2786801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91C6A42D-EFA8-4ACA-0A47-468EFEFBCF5A}"/>
              </a:ext>
            </a:extLst>
          </p:cNvPr>
          <p:cNvSpPr/>
          <p:nvPr/>
        </p:nvSpPr>
        <p:spPr>
          <a:xfrm>
            <a:off x="6873738" y="2416154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DFB3EDAA-EC2C-ED50-5307-10FC2BFF98F2}"/>
              </a:ext>
            </a:extLst>
          </p:cNvPr>
          <p:cNvSpPr/>
          <p:nvPr/>
        </p:nvSpPr>
        <p:spPr>
          <a:xfrm>
            <a:off x="6411566" y="242899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57755435-0337-ACF9-7734-DD15EA4EF3A7}"/>
              </a:ext>
            </a:extLst>
          </p:cNvPr>
          <p:cNvSpPr/>
          <p:nvPr/>
        </p:nvSpPr>
        <p:spPr>
          <a:xfrm>
            <a:off x="6411566" y="1891656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0B05A656-F0D8-F6CB-BF60-4FC6DD84ED18}"/>
              </a:ext>
            </a:extLst>
          </p:cNvPr>
          <p:cNvSpPr/>
          <p:nvPr/>
        </p:nvSpPr>
        <p:spPr>
          <a:xfrm>
            <a:off x="5086181" y="2637714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93352320-CCA5-5A70-C069-5F865D854E7A}"/>
              </a:ext>
            </a:extLst>
          </p:cNvPr>
          <p:cNvSpPr/>
          <p:nvPr/>
        </p:nvSpPr>
        <p:spPr>
          <a:xfrm>
            <a:off x="5086181" y="210038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B41567E-79A3-BE3B-3C18-F183E6C8DA0C}"/>
              </a:ext>
            </a:extLst>
          </p:cNvPr>
          <p:cNvSpPr/>
          <p:nvPr/>
        </p:nvSpPr>
        <p:spPr>
          <a:xfrm>
            <a:off x="5664392" y="2503534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12B16D1C-52E9-FAD7-46F5-8AC30C118440}"/>
              </a:ext>
            </a:extLst>
          </p:cNvPr>
          <p:cNvSpPr/>
          <p:nvPr/>
        </p:nvSpPr>
        <p:spPr>
          <a:xfrm>
            <a:off x="5664392" y="196620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181CC624-05B1-DEA1-5E89-BC1B4D20376C}"/>
              </a:ext>
            </a:extLst>
          </p:cNvPr>
          <p:cNvSpPr/>
          <p:nvPr/>
        </p:nvSpPr>
        <p:spPr>
          <a:xfrm>
            <a:off x="7716247" y="2604584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0EB4DC85-2045-E494-37A5-EB2965F478D2}"/>
              </a:ext>
            </a:extLst>
          </p:cNvPr>
          <p:cNvSpPr/>
          <p:nvPr/>
        </p:nvSpPr>
        <p:spPr>
          <a:xfrm>
            <a:off x="7716247" y="206725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691CDAC-97DB-4E0E-D850-59E229E7B957}"/>
              </a:ext>
            </a:extLst>
          </p:cNvPr>
          <p:cNvSpPr/>
          <p:nvPr/>
        </p:nvSpPr>
        <p:spPr>
          <a:xfrm>
            <a:off x="7193944" y="2925675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9AB37257-47EC-78E5-756D-2FBE0408BAA7}"/>
              </a:ext>
            </a:extLst>
          </p:cNvPr>
          <p:cNvSpPr/>
          <p:nvPr/>
        </p:nvSpPr>
        <p:spPr>
          <a:xfrm>
            <a:off x="7193944" y="2388341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ACCF97A0-C489-B0C6-70A7-4A9E1412F3DF}"/>
              </a:ext>
            </a:extLst>
          </p:cNvPr>
          <p:cNvSpPr/>
          <p:nvPr/>
        </p:nvSpPr>
        <p:spPr>
          <a:xfrm>
            <a:off x="6103863" y="2851131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6086D0A0-7487-1C80-6DA4-D93791D477A8}"/>
              </a:ext>
            </a:extLst>
          </p:cNvPr>
          <p:cNvSpPr/>
          <p:nvPr/>
        </p:nvSpPr>
        <p:spPr>
          <a:xfrm>
            <a:off x="6103863" y="2313797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4EA1878A-7F2D-3E4E-F2AE-C2477FA59950}"/>
              </a:ext>
            </a:extLst>
          </p:cNvPr>
          <p:cNvSpPr/>
          <p:nvPr/>
        </p:nvSpPr>
        <p:spPr>
          <a:xfrm>
            <a:off x="5873690" y="2528382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48320AE1-50BE-1E03-7364-9B899B998BEB}"/>
              </a:ext>
            </a:extLst>
          </p:cNvPr>
          <p:cNvSpPr/>
          <p:nvPr/>
        </p:nvSpPr>
        <p:spPr>
          <a:xfrm>
            <a:off x="5411518" y="200388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61A86C90-5DEB-69DB-46A0-F80BEC1C63EC}"/>
              </a:ext>
            </a:extLst>
          </p:cNvPr>
          <p:cNvSpPr/>
          <p:nvPr/>
        </p:nvSpPr>
        <p:spPr>
          <a:xfrm>
            <a:off x="5103815" y="2963359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5534DBA2-0CA5-970D-AF32-3575DEFC2511}"/>
              </a:ext>
            </a:extLst>
          </p:cNvPr>
          <p:cNvSpPr/>
          <p:nvPr/>
        </p:nvSpPr>
        <p:spPr>
          <a:xfrm>
            <a:off x="5103815" y="2426025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9F4CE75E-8C42-9832-E08D-F46DE83C3FC3}"/>
              </a:ext>
            </a:extLst>
          </p:cNvPr>
          <p:cNvSpPr/>
          <p:nvPr/>
        </p:nvSpPr>
        <p:spPr>
          <a:xfrm>
            <a:off x="7376862" y="2623531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8F1247C8-419E-4007-3ED2-93A1249994C0}"/>
              </a:ext>
            </a:extLst>
          </p:cNvPr>
          <p:cNvSpPr/>
          <p:nvPr/>
        </p:nvSpPr>
        <p:spPr>
          <a:xfrm>
            <a:off x="6914690" y="2099033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15829E0-A84A-73A2-4B57-99E739BAEDB4}"/>
              </a:ext>
            </a:extLst>
          </p:cNvPr>
          <p:cNvSpPr/>
          <p:nvPr/>
        </p:nvSpPr>
        <p:spPr>
          <a:xfrm>
            <a:off x="6606987" y="252117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349C8F69-127A-1260-85B1-559D0CB17562}"/>
              </a:ext>
            </a:extLst>
          </p:cNvPr>
          <p:cNvSpPr/>
          <p:nvPr/>
        </p:nvSpPr>
        <p:spPr>
          <a:xfrm>
            <a:off x="8220825" y="2298917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43E0740A-1081-32CF-4D2C-0C4187F7F872}"/>
              </a:ext>
            </a:extLst>
          </p:cNvPr>
          <p:cNvSpPr/>
          <p:nvPr/>
        </p:nvSpPr>
        <p:spPr>
          <a:xfrm>
            <a:off x="7758653" y="1774419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9E637AA2-6981-0554-1D6F-51A783CB0CE8}"/>
              </a:ext>
            </a:extLst>
          </p:cNvPr>
          <p:cNvSpPr/>
          <p:nvPr/>
        </p:nvSpPr>
        <p:spPr>
          <a:xfrm>
            <a:off x="7490957" y="2303990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0B15257C-888A-50A7-C558-39CBC4F61DF4}"/>
              </a:ext>
            </a:extLst>
          </p:cNvPr>
          <p:cNvSpPr/>
          <p:nvPr/>
        </p:nvSpPr>
        <p:spPr>
          <a:xfrm>
            <a:off x="6882512" y="269807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9216EA64-44C6-ACF2-A2F8-309333BFFBB8}"/>
              </a:ext>
            </a:extLst>
          </p:cNvPr>
          <p:cNvSpPr/>
          <p:nvPr/>
        </p:nvSpPr>
        <p:spPr>
          <a:xfrm>
            <a:off x="6420340" y="2173576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648D49DB-20F7-5BDA-426A-D1C8C21501F6}"/>
              </a:ext>
            </a:extLst>
          </p:cNvPr>
          <p:cNvSpPr/>
          <p:nvPr/>
        </p:nvSpPr>
        <p:spPr>
          <a:xfrm>
            <a:off x="6112637" y="2595717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5B3DA4C-8481-EC47-914F-9AC7CFBFA7ED}"/>
              </a:ext>
            </a:extLst>
          </p:cNvPr>
          <p:cNvSpPr/>
          <p:nvPr/>
        </p:nvSpPr>
        <p:spPr>
          <a:xfrm>
            <a:off x="6411566" y="295756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10BF092C-205D-ED3D-BE47-54D2F184243C}"/>
              </a:ext>
            </a:extLst>
          </p:cNvPr>
          <p:cNvSpPr/>
          <p:nvPr/>
        </p:nvSpPr>
        <p:spPr>
          <a:xfrm>
            <a:off x="5837908" y="1777973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19781DAA-2456-EA9E-B54C-4602349BC887}"/>
              </a:ext>
            </a:extLst>
          </p:cNvPr>
          <p:cNvSpPr/>
          <p:nvPr/>
        </p:nvSpPr>
        <p:spPr>
          <a:xfrm>
            <a:off x="5530205" y="220011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204570B5-93E2-CFA2-AB31-6ECE083E0B6E}"/>
              </a:ext>
            </a:extLst>
          </p:cNvPr>
          <p:cNvSpPr/>
          <p:nvPr/>
        </p:nvSpPr>
        <p:spPr>
          <a:xfrm>
            <a:off x="5758595" y="296632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DF393C76-40E5-1133-081A-531650D72E59}"/>
              </a:ext>
            </a:extLst>
          </p:cNvPr>
          <p:cNvSpPr/>
          <p:nvPr/>
        </p:nvSpPr>
        <p:spPr>
          <a:xfrm>
            <a:off x="7335789" y="2065592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12589729-451F-A1DF-EF1F-F1D6152964BB}"/>
              </a:ext>
            </a:extLst>
          </p:cNvPr>
          <p:cNvSpPr/>
          <p:nvPr/>
        </p:nvSpPr>
        <p:spPr>
          <a:xfrm>
            <a:off x="6565914" y="1963235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86FBD310-9F06-8F8B-CF73-3C029FCD6FC0}"/>
              </a:ext>
            </a:extLst>
          </p:cNvPr>
          <p:cNvSpPr/>
          <p:nvPr/>
        </p:nvSpPr>
        <p:spPr>
          <a:xfrm>
            <a:off x="6992304" y="173732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FD284920-A0FF-19B3-6510-339F471DEFDF}"/>
              </a:ext>
            </a:extLst>
          </p:cNvPr>
          <p:cNvSpPr/>
          <p:nvPr/>
        </p:nvSpPr>
        <p:spPr>
          <a:xfrm>
            <a:off x="8122487" y="2811576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8C75FF0A-A7AA-1528-E1D2-ADB838EBEEA6}"/>
              </a:ext>
            </a:extLst>
          </p:cNvPr>
          <p:cNvSpPr/>
          <p:nvPr/>
        </p:nvSpPr>
        <p:spPr>
          <a:xfrm>
            <a:off x="8036453" y="2983030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378AFF35-CBAC-D067-6D6A-8F4FF32C5B57}"/>
              </a:ext>
            </a:extLst>
          </p:cNvPr>
          <p:cNvSpPr/>
          <p:nvPr/>
        </p:nvSpPr>
        <p:spPr>
          <a:xfrm>
            <a:off x="8005891" y="2682576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60D72D16-55C4-7823-8F38-018383491A73}"/>
              </a:ext>
            </a:extLst>
          </p:cNvPr>
          <p:cNvSpPr/>
          <p:nvPr/>
        </p:nvSpPr>
        <p:spPr>
          <a:xfrm>
            <a:off x="8014665" y="2427162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551B57E5-CADA-7A6B-EA10-A1F663BD55B7}"/>
              </a:ext>
            </a:extLst>
          </p:cNvPr>
          <p:cNvGrpSpPr/>
          <p:nvPr/>
        </p:nvGrpSpPr>
        <p:grpSpPr>
          <a:xfrm>
            <a:off x="5633666" y="5486476"/>
            <a:ext cx="524814" cy="523230"/>
            <a:chOff x="1586696" y="3866322"/>
            <a:chExt cx="1480818" cy="1182755"/>
          </a:xfrm>
        </p:grpSpPr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B3C362B9-ADDB-415B-75BF-B176E41E0645}"/>
                </a:ext>
              </a:extLst>
            </p:cNvPr>
            <p:cNvCxnSpPr>
              <a:cxnSpLocks/>
            </p:cNvCxnSpPr>
            <p:nvPr/>
          </p:nvCxnSpPr>
          <p:spPr>
            <a:xfrm>
              <a:off x="2319993" y="3866322"/>
              <a:ext cx="0" cy="496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Diamond 184">
              <a:extLst>
                <a:ext uri="{FF2B5EF4-FFF2-40B4-BE49-F238E27FC236}">
                  <a16:creationId xmlns:a16="http://schemas.microsoft.com/office/drawing/2014/main" id="{C4AAC45F-DE4C-4205-86A8-2375032A1823}"/>
                </a:ext>
              </a:extLst>
            </p:cNvPr>
            <p:cNvSpPr/>
            <p:nvPr/>
          </p:nvSpPr>
          <p:spPr>
            <a:xfrm>
              <a:off x="2026514" y="4363278"/>
              <a:ext cx="586957" cy="37768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457200" rtl="1" eaLnBrk="1" latinLnBrk="0" hangingPunct="1"/>
              <a:endParaRPr lang="en-US"/>
            </a:p>
          </p:txBody>
        </p: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85C197B5-E9B9-BF55-C36A-1FD390530411}"/>
                </a:ext>
              </a:extLst>
            </p:cNvPr>
            <p:cNvCxnSpPr>
              <a:cxnSpLocks/>
              <a:endCxn id="185" idx="1"/>
            </p:cNvCxnSpPr>
            <p:nvPr/>
          </p:nvCxnSpPr>
          <p:spPr>
            <a:xfrm>
              <a:off x="1586696" y="4552122"/>
              <a:ext cx="4398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CF1FF8EB-E011-C115-62E6-38A479236793}"/>
                </a:ext>
              </a:extLst>
            </p:cNvPr>
            <p:cNvCxnSpPr>
              <a:cxnSpLocks/>
            </p:cNvCxnSpPr>
            <p:nvPr/>
          </p:nvCxnSpPr>
          <p:spPr>
            <a:xfrm>
              <a:off x="2627696" y="4552121"/>
              <a:ext cx="4398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55AE209C-F17A-E20A-EE82-C1E2A975D99E}"/>
                </a:ext>
              </a:extLst>
            </p:cNvPr>
            <p:cNvCxnSpPr/>
            <p:nvPr/>
          </p:nvCxnSpPr>
          <p:spPr>
            <a:xfrm>
              <a:off x="1586696" y="4552121"/>
              <a:ext cx="0" cy="496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E396370-FEB9-F6C6-A9A2-57F0B1695FF0}"/>
                </a:ext>
              </a:extLst>
            </p:cNvPr>
            <p:cNvCxnSpPr/>
            <p:nvPr/>
          </p:nvCxnSpPr>
          <p:spPr>
            <a:xfrm>
              <a:off x="3057323" y="4552121"/>
              <a:ext cx="0" cy="496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92D05DCF-2963-6EEC-4235-2FF656C901F2}"/>
              </a:ext>
            </a:extLst>
          </p:cNvPr>
          <p:cNvGrpSpPr/>
          <p:nvPr/>
        </p:nvGrpSpPr>
        <p:grpSpPr>
          <a:xfrm>
            <a:off x="7470902" y="5500186"/>
            <a:ext cx="524814" cy="523230"/>
            <a:chOff x="1586696" y="3866322"/>
            <a:chExt cx="1480818" cy="1182755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B89B3A0D-968A-EBCD-2F50-77B11C402DA2}"/>
                </a:ext>
              </a:extLst>
            </p:cNvPr>
            <p:cNvCxnSpPr>
              <a:cxnSpLocks/>
            </p:cNvCxnSpPr>
            <p:nvPr/>
          </p:nvCxnSpPr>
          <p:spPr>
            <a:xfrm>
              <a:off x="2319993" y="3866322"/>
              <a:ext cx="0" cy="496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Diamond 199">
              <a:extLst>
                <a:ext uri="{FF2B5EF4-FFF2-40B4-BE49-F238E27FC236}">
                  <a16:creationId xmlns:a16="http://schemas.microsoft.com/office/drawing/2014/main" id="{EA2D25ED-2223-3341-6A43-8D33FFE56A00}"/>
                </a:ext>
              </a:extLst>
            </p:cNvPr>
            <p:cNvSpPr/>
            <p:nvPr/>
          </p:nvSpPr>
          <p:spPr>
            <a:xfrm>
              <a:off x="2026514" y="4363278"/>
              <a:ext cx="586957" cy="377687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457200" rtl="1" eaLnBrk="1" latinLnBrk="0" hangingPunct="1"/>
              <a:endParaRPr lang="en-US"/>
            </a:p>
          </p:txBody>
        </p: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D388DE6-2F71-EE57-630E-0EBE9BAFF669}"/>
                </a:ext>
              </a:extLst>
            </p:cNvPr>
            <p:cNvCxnSpPr>
              <a:cxnSpLocks/>
              <a:endCxn id="200" idx="1"/>
            </p:cNvCxnSpPr>
            <p:nvPr/>
          </p:nvCxnSpPr>
          <p:spPr>
            <a:xfrm>
              <a:off x="1586696" y="4552122"/>
              <a:ext cx="4398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654FDD45-ED12-A21F-96CE-3F1D54E8A422}"/>
                </a:ext>
              </a:extLst>
            </p:cNvPr>
            <p:cNvCxnSpPr>
              <a:cxnSpLocks/>
            </p:cNvCxnSpPr>
            <p:nvPr/>
          </p:nvCxnSpPr>
          <p:spPr>
            <a:xfrm>
              <a:off x="2627696" y="4552121"/>
              <a:ext cx="43981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9671AF0-B1AF-0978-9179-A6B38C7CF058}"/>
                </a:ext>
              </a:extLst>
            </p:cNvPr>
            <p:cNvCxnSpPr/>
            <p:nvPr/>
          </p:nvCxnSpPr>
          <p:spPr>
            <a:xfrm>
              <a:off x="1586696" y="4552121"/>
              <a:ext cx="0" cy="496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15377CB-4FD5-29D3-779B-107781101269}"/>
                </a:ext>
              </a:extLst>
            </p:cNvPr>
            <p:cNvCxnSpPr/>
            <p:nvPr/>
          </p:nvCxnSpPr>
          <p:spPr>
            <a:xfrm>
              <a:off x="3057323" y="4552121"/>
              <a:ext cx="0" cy="4969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4EBEA31-E9EF-430C-E24C-0D38BD00BE68}"/>
              </a:ext>
            </a:extLst>
          </p:cNvPr>
          <p:cNvSpPr/>
          <p:nvPr/>
        </p:nvSpPr>
        <p:spPr>
          <a:xfrm>
            <a:off x="5163786" y="6031843"/>
            <a:ext cx="676812" cy="6174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57F7CFC0-8104-3761-8534-4CFC56DA2E67}"/>
              </a:ext>
            </a:extLst>
          </p:cNvPr>
          <p:cNvSpPr/>
          <p:nvPr/>
        </p:nvSpPr>
        <p:spPr>
          <a:xfrm>
            <a:off x="5985508" y="6017921"/>
            <a:ext cx="616036" cy="6257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01ECECB-B14E-5879-C53E-14E962B865AC}"/>
              </a:ext>
            </a:extLst>
          </p:cNvPr>
          <p:cNvSpPr/>
          <p:nvPr/>
        </p:nvSpPr>
        <p:spPr>
          <a:xfrm>
            <a:off x="7030113" y="6031631"/>
            <a:ext cx="665072" cy="641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07944BA1-8E33-5AD9-6FE8-B5D10F287CAF}"/>
              </a:ext>
            </a:extLst>
          </p:cNvPr>
          <p:cNvSpPr/>
          <p:nvPr/>
        </p:nvSpPr>
        <p:spPr>
          <a:xfrm>
            <a:off x="7883667" y="6024153"/>
            <a:ext cx="628975" cy="6424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75A45432-13CE-DF0C-0980-C1A3BF2FEA06}"/>
              </a:ext>
            </a:extLst>
          </p:cNvPr>
          <p:cNvSpPr/>
          <p:nvPr/>
        </p:nvSpPr>
        <p:spPr>
          <a:xfrm>
            <a:off x="5401714" y="6097675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07BD9562-EE66-6FF7-86A4-853C478C7532}"/>
              </a:ext>
            </a:extLst>
          </p:cNvPr>
          <p:cNvSpPr/>
          <p:nvPr/>
        </p:nvSpPr>
        <p:spPr>
          <a:xfrm>
            <a:off x="5590592" y="6102922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976515F-6C88-FF3D-CD6C-A8141198CD54}"/>
              </a:ext>
            </a:extLst>
          </p:cNvPr>
          <p:cNvSpPr/>
          <p:nvPr/>
        </p:nvSpPr>
        <p:spPr>
          <a:xfrm>
            <a:off x="5423716" y="6295270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154C81AD-7EE1-2778-DC33-78C008595532}"/>
              </a:ext>
            </a:extLst>
          </p:cNvPr>
          <p:cNvSpPr/>
          <p:nvPr/>
        </p:nvSpPr>
        <p:spPr>
          <a:xfrm>
            <a:off x="5613292" y="6290204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0B549858-735E-C277-33C2-68255F8FF0F0}"/>
              </a:ext>
            </a:extLst>
          </p:cNvPr>
          <p:cNvSpPr/>
          <p:nvPr/>
        </p:nvSpPr>
        <p:spPr>
          <a:xfrm>
            <a:off x="5193949" y="6105578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2D108FB4-806C-2AAB-19A5-DEDA38D1A9E5}"/>
              </a:ext>
            </a:extLst>
          </p:cNvPr>
          <p:cNvSpPr/>
          <p:nvPr/>
        </p:nvSpPr>
        <p:spPr>
          <a:xfrm>
            <a:off x="5217315" y="630288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678819D4-F8DD-CC5A-37BE-76D10F907AE5}"/>
              </a:ext>
            </a:extLst>
          </p:cNvPr>
          <p:cNvSpPr/>
          <p:nvPr/>
        </p:nvSpPr>
        <p:spPr>
          <a:xfrm>
            <a:off x="6038837" y="6079680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E0DD6EC4-5303-848E-C592-F59A8CA6EF2F}"/>
              </a:ext>
            </a:extLst>
          </p:cNvPr>
          <p:cNvSpPr/>
          <p:nvPr/>
        </p:nvSpPr>
        <p:spPr>
          <a:xfrm>
            <a:off x="6229312" y="6089207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8425FF3D-148A-DC46-68ED-8653B07E8704}"/>
              </a:ext>
            </a:extLst>
          </p:cNvPr>
          <p:cNvSpPr/>
          <p:nvPr/>
        </p:nvSpPr>
        <p:spPr>
          <a:xfrm>
            <a:off x="6420628" y="6092357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FE7B9194-8F1B-D2BB-7FBE-A876637EDBB8}"/>
              </a:ext>
            </a:extLst>
          </p:cNvPr>
          <p:cNvSpPr/>
          <p:nvPr/>
        </p:nvSpPr>
        <p:spPr>
          <a:xfrm>
            <a:off x="6045196" y="6275019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8B4F1A40-686B-66D2-F4C2-AAFCEDA11E0F}"/>
              </a:ext>
            </a:extLst>
          </p:cNvPr>
          <p:cNvSpPr/>
          <p:nvPr/>
        </p:nvSpPr>
        <p:spPr>
          <a:xfrm>
            <a:off x="6227897" y="6290203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ED8FCEB7-FC46-D68B-65E4-C34F31956260}"/>
              </a:ext>
            </a:extLst>
          </p:cNvPr>
          <p:cNvSpPr/>
          <p:nvPr/>
        </p:nvSpPr>
        <p:spPr>
          <a:xfrm>
            <a:off x="6424745" y="6275018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AB9ED24A-8E12-CEF2-CBFB-C53CE41CC362}"/>
              </a:ext>
            </a:extLst>
          </p:cNvPr>
          <p:cNvSpPr/>
          <p:nvPr/>
        </p:nvSpPr>
        <p:spPr>
          <a:xfrm>
            <a:off x="6219726" y="6475257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170ABB21-0EBB-854E-C2FE-38C8FE7D790C}"/>
              </a:ext>
            </a:extLst>
          </p:cNvPr>
          <p:cNvSpPr/>
          <p:nvPr/>
        </p:nvSpPr>
        <p:spPr>
          <a:xfrm>
            <a:off x="7112779" y="6071892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AA2B2313-966E-0094-9B31-7BB0E61D3B69}"/>
              </a:ext>
            </a:extLst>
          </p:cNvPr>
          <p:cNvSpPr/>
          <p:nvPr/>
        </p:nvSpPr>
        <p:spPr>
          <a:xfrm>
            <a:off x="7303254" y="6081419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037EA727-642E-FA6C-1121-4175852982DC}"/>
              </a:ext>
            </a:extLst>
          </p:cNvPr>
          <p:cNvSpPr/>
          <p:nvPr/>
        </p:nvSpPr>
        <p:spPr>
          <a:xfrm>
            <a:off x="7494570" y="6084569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278A6648-1146-B4C2-6AFB-C09ACD6F15DB}"/>
              </a:ext>
            </a:extLst>
          </p:cNvPr>
          <p:cNvSpPr/>
          <p:nvPr/>
        </p:nvSpPr>
        <p:spPr>
          <a:xfrm>
            <a:off x="7119138" y="6267231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16162C48-98D9-F088-669C-C6E24C35D5F5}"/>
              </a:ext>
            </a:extLst>
          </p:cNvPr>
          <p:cNvSpPr/>
          <p:nvPr/>
        </p:nvSpPr>
        <p:spPr>
          <a:xfrm>
            <a:off x="7301839" y="6282415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61819A6C-1935-6178-4AA8-0137689AE079}"/>
              </a:ext>
            </a:extLst>
          </p:cNvPr>
          <p:cNvSpPr/>
          <p:nvPr/>
        </p:nvSpPr>
        <p:spPr>
          <a:xfrm>
            <a:off x="7484997" y="6290755"/>
            <a:ext cx="147600" cy="14908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423EAD73-1A2A-CDBF-EA62-D44D669FD34E}"/>
              </a:ext>
            </a:extLst>
          </p:cNvPr>
          <p:cNvSpPr/>
          <p:nvPr/>
        </p:nvSpPr>
        <p:spPr>
          <a:xfrm>
            <a:off x="7918304" y="6102618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66E88C2E-62B1-6351-B9DF-BEBBC453B157}"/>
              </a:ext>
            </a:extLst>
          </p:cNvPr>
          <p:cNvSpPr/>
          <p:nvPr/>
        </p:nvSpPr>
        <p:spPr>
          <a:xfrm>
            <a:off x="8122487" y="6105578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A9834960-7FD0-C2D4-C7ED-DC242BBE3A0B}"/>
              </a:ext>
            </a:extLst>
          </p:cNvPr>
          <p:cNvSpPr/>
          <p:nvPr/>
        </p:nvSpPr>
        <p:spPr>
          <a:xfrm>
            <a:off x="8305801" y="6109337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654A0C59-76A7-2975-E4CD-B8BA24A72341}"/>
              </a:ext>
            </a:extLst>
          </p:cNvPr>
          <p:cNvSpPr/>
          <p:nvPr/>
        </p:nvSpPr>
        <p:spPr>
          <a:xfrm>
            <a:off x="7924715" y="6293716"/>
            <a:ext cx="147600" cy="149087"/>
          </a:xfrm>
          <a:prstGeom prst="ellipse">
            <a:avLst/>
          </a:prstGeom>
          <a:solidFill>
            <a:srgbClr val="38C615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C29CED3D-74E8-BAC1-8EF2-14631D89C996}"/>
              </a:ext>
            </a:extLst>
          </p:cNvPr>
          <p:cNvSpPr/>
          <p:nvPr/>
        </p:nvSpPr>
        <p:spPr>
          <a:xfrm>
            <a:off x="8116767" y="6302880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2759EE11-3C29-2A0E-36EB-2C79624E571B}"/>
              </a:ext>
            </a:extLst>
          </p:cNvPr>
          <p:cNvSpPr/>
          <p:nvPr/>
        </p:nvSpPr>
        <p:spPr>
          <a:xfrm>
            <a:off x="8307937" y="6319252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E8EA5988-611D-17E7-4E4A-76666EDCE621}"/>
              </a:ext>
            </a:extLst>
          </p:cNvPr>
          <p:cNvSpPr/>
          <p:nvPr/>
        </p:nvSpPr>
        <p:spPr>
          <a:xfrm>
            <a:off x="7924209" y="6494186"/>
            <a:ext cx="147600" cy="14908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endParaRPr lang="en-US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C077B56-AAC0-7A51-ACF9-71E0D36CF29D}"/>
              </a:ext>
            </a:extLst>
          </p:cNvPr>
          <p:cNvSpPr txBox="1"/>
          <p:nvPr/>
        </p:nvSpPr>
        <p:spPr>
          <a:xfrm>
            <a:off x="1589291" y="1206161"/>
            <a:ext cx="143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Decision Tree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58CB1778-C1D0-4B46-921E-8336D9D19EFC}"/>
              </a:ext>
            </a:extLst>
          </p:cNvPr>
          <p:cNvSpPr txBox="1"/>
          <p:nvPr/>
        </p:nvSpPr>
        <p:spPr>
          <a:xfrm>
            <a:off x="5949838" y="1238336"/>
            <a:ext cx="1507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Bootstrapping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C680D-A13C-C2A2-04C7-B0A06031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0178"/>
            <a:ext cx="7886700" cy="1325563"/>
          </a:xfrm>
        </p:spPr>
        <p:txBody>
          <a:bodyPr/>
          <a:lstStyle/>
          <a:p>
            <a:r>
              <a:rPr lang="en-US" dirty="0"/>
              <a:t>Bootstrapping</a:t>
            </a:r>
          </a:p>
        </p:txBody>
      </p:sp>
    </p:spTree>
    <p:extLst>
      <p:ext uri="{BB962C8B-B14F-4D97-AF65-F5344CB8AC3E}">
        <p14:creationId xmlns:p14="http://schemas.microsoft.com/office/powerpoint/2010/main" val="246115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74A6-6B82-90C1-4AD1-D5BEF742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Boostrapping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F090-87DA-ABAC-3932-F8C1C45D7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23724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GB" dirty="0"/>
              <a:t>Resampling method in which several random samples are drawn with replacement from a dataset</a:t>
            </a:r>
            <a:endParaRPr lang="en-US" dirty="0"/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Example: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Original Dataset: O = [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b</a:t>
            </a:r>
            <a:r>
              <a:rPr lang="en-US" dirty="0"/>
              <a:t>, c, 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]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Randomly sampled datasets: O’ = [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, c, 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dirty="0"/>
              <a:t>] or [</a:t>
            </a:r>
            <a:r>
              <a:rPr lang="en-US" dirty="0">
                <a:solidFill>
                  <a:srgbClr val="00B050"/>
                </a:solidFill>
              </a:rPr>
              <a:t>b</a:t>
            </a:r>
            <a:r>
              <a:rPr lang="en-US" dirty="0"/>
              <a:t>,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, </a:t>
            </a:r>
            <a:r>
              <a:rPr lang="en-US" dirty="0">
                <a:solidFill>
                  <a:srgbClr val="0070C0"/>
                </a:solidFill>
              </a:rPr>
              <a:t>d , d</a:t>
            </a:r>
            <a:r>
              <a:rPr lang="en-US" dirty="0"/>
              <a:t>]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*Randomly emphasized on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or</a:t>
            </a:r>
            <a:r>
              <a:rPr lang="en-US" dirty="0">
                <a:solidFill>
                  <a:srgbClr val="0070C0"/>
                </a:solidFill>
              </a:rPr>
              <a:t> d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/>
              <a:t>* Note: |O|=|O’|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68D1C-AF67-7B76-6777-4CE15149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6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4608-7716-C021-95C6-2ECD4F95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</a:t>
            </a:r>
            <a:r>
              <a:rPr lang="en-US" sz="2800" dirty="0"/>
              <a:t>(aka second best algorithm!)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5E667-8AE9-177E-7C0F-0CDD87EED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433" y="1802439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Train group of Decision Trees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Majority vote, average over trees, etc. </a:t>
            </a:r>
          </a:p>
          <a:p>
            <a:pPr>
              <a:lnSpc>
                <a:spcPct val="150000"/>
              </a:lnSpc>
            </a:pPr>
            <a:r>
              <a:rPr lang="en-US" dirty="0"/>
              <a:t>Randomness: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Random training sets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Features randomness </a:t>
            </a:r>
            <a:r>
              <a:rPr lang="en-US" sz="1800" dirty="0"/>
              <a:t>(e.g., k=sqrt(n))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Trees learn to be diverse (</a:t>
            </a:r>
            <a:r>
              <a:rPr lang="en-US" dirty="0" err="1"/>
              <a:t>Uncorelatedness</a:t>
            </a:r>
            <a:r>
              <a:rPr lang="en-US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Decreasing training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E41ED-4E88-4E1E-A304-FDB59CB7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14D65A-82CD-C03E-0AC3-29D9A7C0E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680" y="4363278"/>
            <a:ext cx="460237" cy="460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AFF8EB-308D-F9F3-C242-BF477EAE9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4772784"/>
            <a:ext cx="460237" cy="4602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B80F50-D546-EB70-079F-5E2A59B71D1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368" y="4369038"/>
            <a:ext cx="460237" cy="4602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4C1902-82F3-36B1-AC75-E862129FF56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040" y="4793003"/>
            <a:ext cx="460237" cy="460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93355C-2282-1D4C-ACFA-0D56ED3C6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363" y="4370556"/>
            <a:ext cx="460237" cy="4602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99B4BA-871F-F8CB-3CB8-1C16E0E8BE6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774" y="4811898"/>
            <a:ext cx="460237" cy="4602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2F0FF2-F9CD-2F29-D2F8-BD6802EA5976}"/>
              </a:ext>
            </a:extLst>
          </p:cNvPr>
          <p:cNvSpPr txBox="1"/>
          <p:nvPr/>
        </p:nvSpPr>
        <p:spPr>
          <a:xfrm>
            <a:off x="5749292" y="3309731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</a:t>
            </a:r>
            <a:r>
              <a:rPr lang="en-US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16C7CB-C5C4-2436-D531-5DCA6EA6E169}"/>
              </a:ext>
            </a:extLst>
          </p:cNvPr>
          <p:cNvSpPr txBox="1"/>
          <p:nvPr/>
        </p:nvSpPr>
        <p:spPr>
          <a:xfrm>
            <a:off x="5744864" y="3858543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</a:t>
            </a:r>
            <a:r>
              <a:rPr lang="en-US" baseline="-25000" dirty="0" err="1">
                <a:solidFill>
                  <a:srgbClr val="FF0000"/>
                </a:solidFill>
              </a:rPr>
              <a:t>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9102C2-8F5A-C028-2C80-40FDCCFC9A8C}"/>
              </a:ext>
            </a:extLst>
          </p:cNvPr>
          <p:cNvSpPr txBox="1"/>
          <p:nvPr/>
        </p:nvSpPr>
        <p:spPr>
          <a:xfrm>
            <a:off x="5749292" y="3069869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CD005"/>
                </a:solidFill>
              </a:rPr>
              <a:t>F</a:t>
            </a:r>
            <a:r>
              <a:rPr lang="en-US" baseline="-25000" dirty="0">
                <a:solidFill>
                  <a:srgbClr val="FCD005"/>
                </a:solidFill>
              </a:rPr>
              <a:t>1</a:t>
            </a:r>
            <a:endParaRPr lang="en-US" dirty="0">
              <a:solidFill>
                <a:srgbClr val="FCD005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05D4B-BAA2-9A92-5B15-E637EBDF6E26}"/>
              </a:ext>
            </a:extLst>
          </p:cNvPr>
          <p:cNvSpPr txBox="1"/>
          <p:nvPr/>
        </p:nvSpPr>
        <p:spPr>
          <a:xfrm>
            <a:off x="6383280" y="3746530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baseline="-25000" dirty="0">
                <a:solidFill>
                  <a:srgbClr val="0070C0"/>
                </a:solidFill>
              </a:rPr>
              <a:t>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334C91-0B69-E516-14C6-00D4E1C6B83B}"/>
              </a:ext>
            </a:extLst>
          </p:cNvPr>
          <p:cNvSpPr txBox="1"/>
          <p:nvPr/>
        </p:nvSpPr>
        <p:spPr>
          <a:xfrm>
            <a:off x="6377675" y="4276234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</a:t>
            </a:r>
            <a:r>
              <a:rPr lang="en-US" baseline="-25000" dirty="0" err="1">
                <a:solidFill>
                  <a:srgbClr val="FF0000"/>
                </a:solidFill>
              </a:rPr>
              <a:t>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C67445-212E-82DE-700F-A2245679F475}"/>
              </a:ext>
            </a:extLst>
          </p:cNvPr>
          <p:cNvSpPr txBox="1"/>
          <p:nvPr/>
        </p:nvSpPr>
        <p:spPr>
          <a:xfrm>
            <a:off x="6383280" y="350666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CD005"/>
                </a:solidFill>
              </a:rPr>
              <a:t>F</a:t>
            </a:r>
            <a:r>
              <a:rPr lang="en-US" baseline="-25000" dirty="0">
                <a:solidFill>
                  <a:srgbClr val="FCD005"/>
                </a:solidFill>
              </a:rPr>
              <a:t>1</a:t>
            </a:r>
            <a:endParaRPr lang="en-US" dirty="0">
              <a:solidFill>
                <a:srgbClr val="FCD005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D43B79-F8AC-5CAD-8D48-E40245B30126}"/>
              </a:ext>
            </a:extLst>
          </p:cNvPr>
          <p:cNvSpPr txBox="1"/>
          <p:nvPr/>
        </p:nvSpPr>
        <p:spPr>
          <a:xfrm>
            <a:off x="7893428" y="338447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</a:t>
            </a:r>
            <a:r>
              <a:rPr lang="en-US" baseline="-25000" dirty="0">
                <a:solidFill>
                  <a:srgbClr val="0070C0"/>
                </a:solidFill>
              </a:rPr>
              <a:t>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F83AD-F77C-6364-F4D4-E7F91DE597F3}"/>
              </a:ext>
            </a:extLst>
          </p:cNvPr>
          <p:cNvSpPr txBox="1"/>
          <p:nvPr/>
        </p:nvSpPr>
        <p:spPr>
          <a:xfrm>
            <a:off x="7891826" y="387600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</a:t>
            </a:r>
            <a:r>
              <a:rPr lang="en-US" baseline="-25000" dirty="0" err="1">
                <a:solidFill>
                  <a:srgbClr val="FF0000"/>
                </a:solidFill>
              </a:rPr>
              <a:t>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71904E-CDE4-8ABE-4C69-7CD74DA20F7D}"/>
              </a:ext>
            </a:extLst>
          </p:cNvPr>
          <p:cNvSpPr txBox="1"/>
          <p:nvPr/>
        </p:nvSpPr>
        <p:spPr>
          <a:xfrm>
            <a:off x="7893428" y="3144615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CD005"/>
                </a:solidFill>
              </a:rPr>
              <a:t>F</a:t>
            </a:r>
            <a:r>
              <a:rPr lang="en-US" baseline="-25000" dirty="0">
                <a:solidFill>
                  <a:srgbClr val="FCD005"/>
                </a:solidFill>
              </a:rPr>
              <a:t>1</a:t>
            </a:r>
            <a:endParaRPr lang="en-US" dirty="0">
              <a:solidFill>
                <a:srgbClr val="FCD005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80D324C-92E2-3DFA-6EDB-4FF44F914720}"/>
              </a:ext>
            </a:extLst>
          </p:cNvPr>
          <p:cNvCxnSpPr>
            <a:cxnSpLocks/>
          </p:cNvCxnSpPr>
          <p:nvPr/>
        </p:nvCxnSpPr>
        <p:spPr>
          <a:xfrm>
            <a:off x="6867673" y="4390875"/>
            <a:ext cx="461444" cy="314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1E5937-8D87-F511-95D0-7C1863C9157F}"/>
              </a:ext>
            </a:extLst>
          </p:cNvPr>
          <p:cNvCxnSpPr>
            <a:cxnSpLocks/>
          </p:cNvCxnSpPr>
          <p:nvPr/>
        </p:nvCxnSpPr>
        <p:spPr>
          <a:xfrm>
            <a:off x="5789186" y="3185626"/>
            <a:ext cx="244983" cy="165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C17A18F-BE29-6BEF-3AED-38461AEBAA10}"/>
              </a:ext>
            </a:extLst>
          </p:cNvPr>
          <p:cNvCxnSpPr>
            <a:cxnSpLocks/>
          </p:cNvCxnSpPr>
          <p:nvPr/>
        </p:nvCxnSpPr>
        <p:spPr>
          <a:xfrm>
            <a:off x="6411459" y="3845820"/>
            <a:ext cx="244983" cy="165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F88B5D-AF65-452F-56D6-470575BB4D3D}"/>
              </a:ext>
            </a:extLst>
          </p:cNvPr>
          <p:cNvCxnSpPr>
            <a:cxnSpLocks/>
          </p:cNvCxnSpPr>
          <p:nvPr/>
        </p:nvCxnSpPr>
        <p:spPr>
          <a:xfrm>
            <a:off x="7923989" y="3274085"/>
            <a:ext cx="244983" cy="165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66F388-0AB7-B4CD-BCC1-9037622284B7}"/>
              </a:ext>
            </a:extLst>
          </p:cNvPr>
          <p:cNvCxnSpPr>
            <a:cxnSpLocks/>
          </p:cNvCxnSpPr>
          <p:nvPr/>
        </p:nvCxnSpPr>
        <p:spPr>
          <a:xfrm>
            <a:off x="7922387" y="3978108"/>
            <a:ext cx="244983" cy="165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53DD70-B70E-EB7E-D742-CCE28A435F6D}"/>
              </a:ext>
            </a:extLst>
          </p:cNvPr>
          <p:cNvCxnSpPr>
            <a:cxnSpLocks/>
          </p:cNvCxnSpPr>
          <p:nvPr/>
        </p:nvCxnSpPr>
        <p:spPr>
          <a:xfrm>
            <a:off x="7347376" y="4845834"/>
            <a:ext cx="461444" cy="314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F65A8A1-4961-DD47-A2F0-40D970AB9A7D}"/>
              </a:ext>
            </a:extLst>
          </p:cNvPr>
          <p:cNvCxnSpPr>
            <a:cxnSpLocks/>
          </p:cNvCxnSpPr>
          <p:nvPr/>
        </p:nvCxnSpPr>
        <p:spPr>
          <a:xfrm>
            <a:off x="8274567" y="4866053"/>
            <a:ext cx="461444" cy="3141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FFDF179-6C09-184D-DDB7-AFB10FE25CBD}"/>
              </a:ext>
            </a:extLst>
          </p:cNvPr>
          <p:cNvSpPr txBox="1"/>
          <p:nvPr/>
        </p:nvSpPr>
        <p:spPr>
          <a:xfrm>
            <a:off x="5727171" y="358409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0CECE7-8938-C21C-B9E6-1CA219131CD4}"/>
              </a:ext>
            </a:extLst>
          </p:cNvPr>
          <p:cNvSpPr txBox="1"/>
          <p:nvPr/>
        </p:nvSpPr>
        <p:spPr>
          <a:xfrm>
            <a:off x="7889000" y="358409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C62BBD-E6F8-0C91-27C3-42B8E4A1585C}"/>
              </a:ext>
            </a:extLst>
          </p:cNvPr>
          <p:cNvSpPr txBox="1"/>
          <p:nvPr/>
        </p:nvSpPr>
        <p:spPr>
          <a:xfrm>
            <a:off x="6391300" y="398520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2275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Bagging (</a:t>
            </a:r>
            <a:r>
              <a:rPr lang="en-US" altLang="zh-TW" b="1" dirty="0">
                <a:solidFill>
                  <a:srgbClr val="FF0000"/>
                </a:solidFill>
              </a:rPr>
              <a:t>B</a:t>
            </a:r>
            <a:r>
              <a:rPr lang="en-US" altLang="zh-TW" dirty="0"/>
              <a:t>ootstrap </a:t>
            </a:r>
            <a:r>
              <a:rPr lang="en-US" altLang="zh-TW" b="1" dirty="0">
                <a:solidFill>
                  <a:srgbClr val="FF0000"/>
                </a:solidFill>
              </a:rPr>
              <a:t>agg</a:t>
            </a:r>
            <a:r>
              <a:rPr lang="en-US" altLang="zh-TW" dirty="0"/>
              <a:t>regat</a:t>
            </a:r>
            <a:r>
              <a:rPr lang="en-US" altLang="zh-TW" b="1" dirty="0">
                <a:solidFill>
                  <a:srgbClr val="FF0000"/>
                </a:solidFill>
              </a:rPr>
              <a:t>ing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/>
                  <a:t>Get a set of classifiers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800" dirty="0"/>
                  <a:t>, ……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Aggregate the classifiers: </a:t>
                </a:r>
              </a:p>
              <a:p>
                <a:pPr lvl="1"/>
                <a:r>
                  <a:rPr lang="en-US" altLang="zh-TW" dirty="0"/>
                  <a:t>A complex model tends to have large variance and overfit the data.</a:t>
                </a:r>
              </a:p>
              <a:p>
                <a:pPr lvl="1"/>
                <a:r>
                  <a:rPr lang="en-US" altLang="zh-TW" dirty="0"/>
                  <a:t>We can potentially average complex models to reduce variance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FE334-D212-4734-897D-BB6B14950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014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Bagging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333375" y="3699297"/>
            <a:ext cx="1352550" cy="11239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Function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119993" y="3694732"/>
            <a:ext cx="1352550" cy="11239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Function</a:t>
            </a:r>
          </a:p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958317" y="3676600"/>
            <a:ext cx="1352550" cy="11239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Function</a:t>
            </a:r>
          </a:p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6796641" y="3694732"/>
            <a:ext cx="1352550" cy="11239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Function</a:t>
            </a:r>
          </a:p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397567" y="610428"/>
            <a:ext cx="24610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N training examples</a:t>
            </a:r>
            <a:endParaRPr lang="zh-TW" altLang="en-US" sz="28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5885400" y="217666"/>
            <a:ext cx="31202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Sampling N’ examples with replacement</a:t>
            </a:r>
            <a:endParaRPr lang="zh-TW" altLang="en-US" sz="2800" dirty="0"/>
          </a:p>
        </p:txBody>
      </p:sp>
      <p:sp>
        <p:nvSpPr>
          <p:cNvPr id="27" name="流程圖: 磁碟 26"/>
          <p:cNvSpPr/>
          <p:nvPr/>
        </p:nvSpPr>
        <p:spPr>
          <a:xfrm>
            <a:off x="1296554" y="2089855"/>
            <a:ext cx="1352550" cy="1132114"/>
          </a:xfrm>
          <a:prstGeom prst="flowChartMagneticDisk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Set 1</a:t>
            </a:r>
            <a:endParaRPr lang="zh-TW" altLang="en-US" sz="2400" dirty="0"/>
          </a:p>
        </p:txBody>
      </p:sp>
      <p:sp>
        <p:nvSpPr>
          <p:cNvPr id="28" name="流程圖: 磁碟 27"/>
          <p:cNvSpPr/>
          <p:nvPr/>
        </p:nvSpPr>
        <p:spPr>
          <a:xfrm>
            <a:off x="3105750" y="2096874"/>
            <a:ext cx="1352550" cy="1132114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Set 2</a:t>
            </a:r>
            <a:endParaRPr lang="zh-TW" altLang="en-US" sz="2400" dirty="0"/>
          </a:p>
        </p:txBody>
      </p:sp>
      <p:sp>
        <p:nvSpPr>
          <p:cNvPr id="29" name="流程圖: 磁碟 28"/>
          <p:cNvSpPr/>
          <p:nvPr/>
        </p:nvSpPr>
        <p:spPr>
          <a:xfrm>
            <a:off x="4944058" y="2092609"/>
            <a:ext cx="1352550" cy="1132114"/>
          </a:xfrm>
          <a:prstGeom prst="flowChartMagneticDisk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Set 3</a:t>
            </a:r>
            <a:endParaRPr lang="zh-TW" altLang="en-US" sz="2400" dirty="0"/>
          </a:p>
        </p:txBody>
      </p:sp>
      <p:sp>
        <p:nvSpPr>
          <p:cNvPr id="30" name="流程圖: 磁碟 29"/>
          <p:cNvSpPr/>
          <p:nvPr/>
        </p:nvSpPr>
        <p:spPr>
          <a:xfrm>
            <a:off x="6796641" y="2096874"/>
            <a:ext cx="1352550" cy="1132114"/>
          </a:xfrm>
          <a:prstGeom prst="flowChartMagneticDisk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Set 4</a:t>
            </a:r>
            <a:endParaRPr lang="zh-TW" altLang="en-US" sz="2400" dirty="0"/>
          </a:p>
        </p:txBody>
      </p:sp>
      <p:cxnSp>
        <p:nvCxnSpPr>
          <p:cNvPr id="14" name="直線單箭頭接點 13"/>
          <p:cNvCxnSpPr/>
          <p:nvPr/>
        </p:nvCxnSpPr>
        <p:spPr>
          <a:xfrm flipH="1">
            <a:off x="1988887" y="1458784"/>
            <a:ext cx="1943507" cy="7973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H="1">
            <a:off x="3761124" y="1543006"/>
            <a:ext cx="652557" cy="83337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4903998" y="1538507"/>
            <a:ext cx="772341" cy="7680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5370494" y="1455201"/>
            <a:ext cx="2187692" cy="8930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flipH="1">
            <a:off x="1950788" y="3228988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 flipH="1">
            <a:off x="3782025" y="3228988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H="1">
            <a:off x="5627470" y="3221969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flipH="1">
            <a:off x="7472916" y="3228988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451291" y="1538507"/>
            <a:ext cx="1503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(usually N=N’)</a:t>
            </a:r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FEAEB-55C4-4EF6-BE6C-3BB0099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075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26" grpId="0"/>
      <p:bldP spid="27" grpId="0" animBg="1"/>
      <p:bldP spid="28" grpId="0" animBg="1"/>
      <p:bldP spid="29" grpId="0" animBg="1"/>
      <p:bldP spid="30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Bagging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559279" y="4860694"/>
            <a:ext cx="7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-25000" dirty="0"/>
              <a:t>1</a:t>
            </a:r>
            <a:endParaRPr lang="zh-TW" altLang="en-US" sz="2800" baseline="-25000" dirty="0"/>
          </a:p>
        </p:txBody>
      </p:sp>
      <p:sp>
        <p:nvSpPr>
          <p:cNvPr id="5" name="矩形 4"/>
          <p:cNvSpPr/>
          <p:nvPr/>
        </p:nvSpPr>
        <p:spPr>
          <a:xfrm>
            <a:off x="1222843" y="3436509"/>
            <a:ext cx="1352550" cy="11239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Function</a:t>
            </a:r>
          </a:p>
          <a:p>
            <a:pPr algn="ctr"/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3009461" y="3431944"/>
            <a:ext cx="1352550" cy="11239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Function</a:t>
            </a:r>
          </a:p>
          <a:p>
            <a:pPr algn="ctr"/>
            <a:r>
              <a:rPr lang="en-US" altLang="zh-TW" sz="2400" dirty="0"/>
              <a:t>2</a:t>
            </a:r>
            <a:endParaRPr lang="zh-TW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847785" y="3413812"/>
            <a:ext cx="1352550" cy="11239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Function</a:t>
            </a:r>
          </a:p>
          <a:p>
            <a:pPr algn="ctr"/>
            <a:r>
              <a:rPr lang="en-US" altLang="zh-TW" sz="2400" dirty="0"/>
              <a:t>3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6686109" y="3431944"/>
            <a:ext cx="1352550" cy="11239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Function</a:t>
            </a:r>
          </a:p>
          <a:p>
            <a:pPr algn="ctr"/>
            <a:r>
              <a:rPr lang="en-US" altLang="zh-TW" sz="2400" dirty="0"/>
              <a:t>4</a:t>
            </a:r>
            <a:endParaRPr lang="zh-TW" altLang="en-US" sz="24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345897" y="4860694"/>
            <a:ext cx="7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-25000" dirty="0"/>
              <a:t>2</a:t>
            </a:r>
            <a:endParaRPr lang="zh-TW" altLang="en-US" sz="2800" baseline="-250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196808" y="4860694"/>
            <a:ext cx="7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-25000" dirty="0"/>
              <a:t>3</a:t>
            </a:r>
            <a:endParaRPr lang="zh-TW" altLang="en-US" sz="2800" baseline="-250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047719" y="4860694"/>
            <a:ext cx="755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/>
              <a:t>y</a:t>
            </a:r>
            <a:r>
              <a:rPr lang="en-US" altLang="zh-TW" sz="2800" baseline="-25000" dirty="0"/>
              <a:t>4</a:t>
            </a:r>
            <a:endParaRPr lang="zh-TW" altLang="en-US" sz="2800" baseline="-250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29981" y="6099516"/>
            <a:ext cx="3500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Average for regression/voting for classification</a:t>
            </a:r>
            <a:endParaRPr lang="zh-TW" altLang="en-US" dirty="0"/>
          </a:p>
        </p:txBody>
      </p:sp>
      <p:cxnSp>
        <p:nvCxnSpPr>
          <p:cNvPr id="18" name="直線單箭頭接點 17"/>
          <p:cNvCxnSpPr/>
          <p:nvPr/>
        </p:nvCxnSpPr>
        <p:spPr>
          <a:xfrm flipH="1">
            <a:off x="7343334" y="4575862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H="1">
            <a:off x="3662118" y="4567477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5517456" y="4575862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1880068" y="4538039"/>
            <a:ext cx="0" cy="450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1844464" y="5420243"/>
            <a:ext cx="1855690" cy="67850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0" idx="2"/>
          </p:cNvCxnSpPr>
          <p:nvPr/>
        </p:nvCxnSpPr>
        <p:spPr>
          <a:xfrm>
            <a:off x="3723836" y="5383914"/>
            <a:ext cx="655955" cy="69884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12" idx="2"/>
          </p:cNvCxnSpPr>
          <p:nvPr/>
        </p:nvCxnSpPr>
        <p:spPr>
          <a:xfrm flipH="1">
            <a:off x="5499975" y="5383914"/>
            <a:ext cx="1925683" cy="7148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H="1">
            <a:off x="4847785" y="5406560"/>
            <a:ext cx="652190" cy="6228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3441146" y="1959673"/>
            <a:ext cx="2461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Testing data x</a:t>
            </a:r>
            <a:endParaRPr lang="zh-TW" altLang="en-US" sz="2800" dirty="0"/>
          </a:p>
        </p:txBody>
      </p:sp>
      <p:cxnSp>
        <p:nvCxnSpPr>
          <p:cNvPr id="47" name="直線單箭頭接點 46"/>
          <p:cNvCxnSpPr/>
          <p:nvPr/>
        </p:nvCxnSpPr>
        <p:spPr>
          <a:xfrm flipH="1">
            <a:off x="2059956" y="2517732"/>
            <a:ext cx="1943507" cy="79735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/>
          <p:nvPr/>
        </p:nvCxnSpPr>
        <p:spPr>
          <a:xfrm flipH="1">
            <a:off x="3573887" y="2555846"/>
            <a:ext cx="727913" cy="87354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/>
          <p:nvPr/>
        </p:nvCxnSpPr>
        <p:spPr>
          <a:xfrm>
            <a:off x="4787574" y="2597159"/>
            <a:ext cx="676275" cy="7314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/>
          <p:nvPr/>
        </p:nvCxnSpPr>
        <p:spPr>
          <a:xfrm>
            <a:off x="5098497" y="2517732"/>
            <a:ext cx="2203676" cy="8290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C99BD86-A28D-4834-BC57-AA0E57879BD4}"/>
              </a:ext>
            </a:extLst>
          </p:cNvPr>
          <p:cNvSpPr txBox="1"/>
          <p:nvPr/>
        </p:nvSpPr>
        <p:spPr>
          <a:xfrm>
            <a:off x="4762919" y="66319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381C0-F51C-4306-8EC2-95337426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7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2">
                <a:extLst>
                  <a:ext uri="{FF2B5EF4-FFF2-40B4-BE49-F238E27FC236}">
                    <a16:creationId xmlns:a16="http://schemas.microsoft.com/office/drawing/2014/main" id="{F9BA7417-8AD4-2B3B-71C1-F9C573093846}"/>
                  </a:ext>
                </a:extLst>
              </p:cNvPr>
              <p:cNvSpPr txBox="1"/>
              <p:nvPr/>
            </p:nvSpPr>
            <p:spPr>
              <a:xfrm>
                <a:off x="3009461" y="6287027"/>
                <a:ext cx="3500173" cy="401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h(x) = 1/m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2">
                <a:extLst>
                  <a:ext uri="{FF2B5EF4-FFF2-40B4-BE49-F238E27FC236}">
                    <a16:creationId xmlns:a16="http://schemas.microsoft.com/office/drawing/2014/main" id="{F9BA7417-8AD4-2B3B-71C1-F9C573093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461" y="6287027"/>
                <a:ext cx="3500173" cy="401648"/>
              </a:xfrm>
              <a:prstGeom prst="rect">
                <a:avLst/>
              </a:prstGeom>
              <a:blipFill>
                <a:blip r:embed="rId3"/>
                <a:stretch>
                  <a:fillRect t="-100000" b="-14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233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2" grpId="0"/>
      <p:bldP spid="13" grpId="0"/>
      <p:bldP spid="46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DBAF-4A1F-9254-2809-680065850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54" y="-82703"/>
            <a:ext cx="7886700" cy="1325563"/>
          </a:xfrm>
        </p:spPr>
        <p:txBody>
          <a:bodyPr/>
          <a:lstStyle/>
          <a:p>
            <a:r>
              <a:rPr lang="en-US" dirty="0"/>
              <a:t>Heart Disease Diagnosis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EFEB9-D637-956C-F584-298DEA6F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51AD9E-C5C0-1C86-A0EA-FDA84072BC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5" t="537" r="75" b="-3211"/>
          <a:stretch/>
        </p:blipFill>
        <p:spPr>
          <a:xfrm>
            <a:off x="590454" y="1546497"/>
            <a:ext cx="8237222" cy="40413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9C0727-8A7A-50D5-016F-7E529E699276}"/>
                  </a:ext>
                </a:extLst>
              </p:cNvPr>
              <p:cNvSpPr txBox="1"/>
              <p:nvPr/>
            </p:nvSpPr>
            <p:spPr>
              <a:xfrm>
                <a:off x="837456" y="5587825"/>
                <a:ext cx="5396798" cy="10928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Average probabilities: </a:t>
                </a:r>
              </a:p>
              <a:p>
                <a:endParaRPr lang="en-US" dirty="0"/>
              </a:p>
              <a:p>
                <a:r>
                  <a:rPr lang="en-US" b="1" dirty="0"/>
                  <a:t>P(Yes)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(1 − 0.23) + (1 − 0.15) + 1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=87%</m:t>
                    </m:r>
                  </m:oMath>
                </a14:m>
                <a:r>
                  <a:rPr lang="en-US" dirty="0"/>
                  <a:t>, </a:t>
                </a:r>
                <a:r>
                  <a:rPr lang="en-US" b="1" dirty="0"/>
                  <a:t>P(No) 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9C0727-8A7A-50D5-016F-7E529E699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56" y="5587825"/>
                <a:ext cx="5396798" cy="1092800"/>
              </a:xfrm>
              <a:prstGeom prst="rect">
                <a:avLst/>
              </a:prstGeom>
              <a:blipFill>
                <a:blip r:embed="rId4"/>
                <a:stretch>
                  <a:fillRect l="-937" t="-3448" b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EAEFF2C0-B9EE-CB6C-6449-E70068AEC3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524" y="296386"/>
            <a:ext cx="871022" cy="87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146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0FB8-F499-BF84-5215-88FA53E1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</a:t>
            </a:r>
            <a:r>
              <a:rPr lang="en-US" sz="3600" dirty="0"/>
              <a:t>(</a:t>
            </a:r>
            <a:r>
              <a:rPr lang="en-US" sz="3600" dirty="0">
                <a:solidFill>
                  <a:srgbClr val="00B050"/>
                </a:solidFill>
              </a:rPr>
              <a:t>Advantages</a:t>
            </a:r>
            <a:r>
              <a:rPr lang="en-US" sz="3600" dirty="0"/>
              <a:t> &amp; </a:t>
            </a:r>
            <a:r>
              <a:rPr lang="en-US" sz="3600" dirty="0">
                <a:solidFill>
                  <a:srgbClr val="FF0000"/>
                </a:solidFill>
              </a:rPr>
              <a:t>Disadvantages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21400-9322-11AC-EDBF-652D20200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00B050"/>
                </a:solidFill>
              </a:rPr>
              <a:t>Reduces overfitting (good for high variance)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00B050"/>
                </a:solidFill>
              </a:rPr>
              <a:t>Handles missing values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00B050"/>
                </a:solidFill>
              </a:rPr>
              <a:t>Parallel Processing 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Doesn’t address Bias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FF0000"/>
                </a:solidFill>
              </a:rPr>
              <a:t>Low interpretability 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45C4F-2EB6-7E4E-5CB0-3C23A296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D349C-D663-4592-A09C-DDAEC02164B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585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D8EC752FB8D499511AF68883F833D" ma:contentTypeVersion="2" ma:contentTypeDescription="Create a new document." ma:contentTypeScope="" ma:versionID="f84ddb135c1571503ffe9b852f88ff4b">
  <xsd:schema xmlns:xsd="http://www.w3.org/2001/XMLSchema" xmlns:xs="http://www.w3.org/2001/XMLSchema" xmlns:p="http://schemas.microsoft.com/office/2006/metadata/properties" xmlns:ns2="90b6e8b5-3977-450e-85ee-257dd1163315" targetNamespace="http://schemas.microsoft.com/office/2006/metadata/properties" ma:root="true" ma:fieldsID="84d524c653b18f20ea5b2ff976123b71" ns2:_="">
    <xsd:import namespace="90b6e8b5-3977-450e-85ee-257dd11633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b6e8b5-3977-450e-85ee-257dd11633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766147-3C77-40E2-A003-93D26FF174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b6e8b5-3977-450e-85ee-257dd11633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55F94F-3F33-4E2D-9EAC-3B79D0CAA16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8DA9D70-E979-4776-A387-EBC5D74F35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5876</TotalTime>
  <Words>360</Words>
  <Application>Microsoft Macintosh PowerPoint</Application>
  <PresentationFormat>On-screen Show (4:3)</PresentationFormat>
  <Paragraphs>109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Apple Braille</vt:lpstr>
      <vt:lpstr>Arial</vt:lpstr>
      <vt:lpstr>Calibri</vt:lpstr>
      <vt:lpstr>Calibri Light</vt:lpstr>
      <vt:lpstr>Cambria Math</vt:lpstr>
      <vt:lpstr>Office 佈景主題</vt:lpstr>
      <vt:lpstr>COMP6246 Machine Learning Technologies</vt:lpstr>
      <vt:lpstr>Bootstrapping</vt:lpstr>
      <vt:lpstr>Boostrapping</vt:lpstr>
      <vt:lpstr>Random Forest (aka second best algorithm!)</vt:lpstr>
      <vt:lpstr>Bagging (Bootstrap aggregating)</vt:lpstr>
      <vt:lpstr>Bagging</vt:lpstr>
      <vt:lpstr>Bagging</vt:lpstr>
      <vt:lpstr>Heart Disease Diagnosis</vt:lpstr>
      <vt:lpstr>Bagging (Advantages &amp; Disadvantages)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Hung-yi Lee</dc:creator>
  <cp:lastModifiedBy>adeeba rafi</cp:lastModifiedBy>
  <cp:revision>287</cp:revision>
  <dcterms:created xsi:type="dcterms:W3CDTF">2016-12-25T05:53:12Z</dcterms:created>
  <dcterms:modified xsi:type="dcterms:W3CDTF">2026-10-06T10:19:29Z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0x01010016DD8EC752FB8D499511AF68883F833D</vt:lpwstr>
  </property>
</Properties>
</file>