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418" r:id="rId2"/>
    <p:sldId id="476" r:id="rId3"/>
    <p:sldId id="295" r:id="rId4"/>
    <p:sldId id="264" r:id="rId5"/>
    <p:sldId id="325" r:id="rId6"/>
    <p:sldId id="328" r:id="rId7"/>
    <p:sldId id="329" r:id="rId8"/>
    <p:sldId id="469" r:id="rId9"/>
    <p:sldId id="470" r:id="rId10"/>
    <p:sldId id="471" r:id="rId11"/>
    <p:sldId id="296" r:id="rId12"/>
    <p:sldId id="297" r:id="rId13"/>
    <p:sldId id="280" r:id="rId14"/>
    <p:sldId id="340" r:id="rId15"/>
    <p:sldId id="342" r:id="rId16"/>
    <p:sldId id="477" r:id="rId17"/>
    <p:sldId id="341" r:id="rId18"/>
    <p:sldId id="269" r:id="rId19"/>
    <p:sldId id="478" r:id="rId20"/>
    <p:sldId id="270" r:id="rId21"/>
    <p:sldId id="318" r:id="rId22"/>
    <p:sldId id="319" r:id="rId23"/>
    <p:sldId id="320" r:id="rId24"/>
    <p:sldId id="321" r:id="rId25"/>
    <p:sldId id="322" r:id="rId26"/>
    <p:sldId id="323" r:id="rId27"/>
    <p:sldId id="330" r:id="rId28"/>
    <p:sldId id="331" r:id="rId29"/>
    <p:sldId id="273" r:id="rId30"/>
    <p:sldId id="274" r:id="rId31"/>
    <p:sldId id="275" r:id="rId32"/>
    <p:sldId id="276" r:id="rId33"/>
    <p:sldId id="473" r:id="rId34"/>
    <p:sldId id="479" r:id="rId35"/>
    <p:sldId id="475" r:id="rId36"/>
    <p:sldId id="474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030D2-FBE2-8B1F-E4A1-148EEB1E6557}" v="1" dt="2025-10-16T08:28:38.503"/>
    <p1510:client id="{BFB8DCC8-8620-09B5-2B6E-2F4905A9DEC5}" v="7" dt="2025-10-14T14:42:37.605"/>
    <p1510:client id="{DC12AFBA-B261-432C-077A-B83DC778DCF7}" v="191" dt="2025-10-15T14:32:39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69" autoAdjust="0"/>
    <p:restoredTop sz="88810" autoAdjust="0"/>
  </p:normalViewPr>
  <p:slideViewPr>
    <p:cSldViewPr snapToGrid="0">
      <p:cViewPr>
        <p:scale>
          <a:sx n="88" d="100"/>
          <a:sy n="88" d="100"/>
        </p:scale>
        <p:origin x="1888" y="72"/>
      </p:cViewPr>
      <p:guideLst/>
    </p:cSldViewPr>
  </p:slideViewPr>
  <p:notesTextViewPr>
    <p:cViewPr>
      <p:scale>
        <a:sx n="1" d="1"/>
        <a:sy n="1" d="1"/>
      </p:scale>
      <p:origin x="0" y="-152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6C74C-4749-457C-BC30-6AEF9D19BB61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9B4DE-18E5-4743-AF11-032A7C7521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4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</a:t>
            </a:r>
            <a:r>
              <a:rPr lang="en-US" dirty="0" err="1"/>
              <a:t>Mcq’s</a:t>
            </a:r>
            <a:endParaRPr lang="en-US" dirty="0"/>
          </a:p>
          <a:p>
            <a:r>
              <a:rPr lang="en-US" dirty="0"/>
              <a:t>Multiple correct answer</a:t>
            </a:r>
          </a:p>
          <a:p>
            <a:r>
              <a:rPr lang="en-US" dirty="0"/>
              <a:t>Write down your answers</a:t>
            </a:r>
          </a:p>
          <a:p>
            <a:r>
              <a:rPr lang="en-US" dirty="0"/>
              <a:t>2 parts of questions</a:t>
            </a:r>
          </a:p>
          <a:p>
            <a:endParaRPr lang="en-US" dirty="0"/>
          </a:p>
          <a:p>
            <a:r>
              <a:rPr lang="en-US" dirty="0"/>
              <a:t>Give us formulas  </a:t>
            </a:r>
          </a:p>
          <a:p>
            <a:r>
              <a:rPr lang="en-US" dirty="0" err="1"/>
              <a:t>memorise</a:t>
            </a:r>
            <a:endParaRPr lang="en-US" dirty="0"/>
          </a:p>
          <a:p>
            <a:r>
              <a:rPr lang="en-US" dirty="0"/>
              <a:t>Formulas </a:t>
            </a:r>
          </a:p>
          <a:p>
            <a:r>
              <a:rPr lang="en-US" dirty="0"/>
              <a:t>Definitions </a:t>
            </a:r>
          </a:p>
          <a:p>
            <a:endParaRPr lang="en-US" dirty="0"/>
          </a:p>
          <a:p>
            <a:r>
              <a:rPr lang="en-US" dirty="0"/>
              <a:t>Summation of  sigma = 1/n sum I from </a:t>
            </a:r>
          </a:p>
          <a:p>
            <a:r>
              <a:rPr lang="en-US" dirty="0"/>
              <a:t>So u can do operation </a:t>
            </a:r>
          </a:p>
          <a:p>
            <a:r>
              <a:rPr lang="en-US" dirty="0"/>
              <a:t>120 minutes </a:t>
            </a:r>
          </a:p>
          <a:p>
            <a:endParaRPr lang="en-US" dirty="0"/>
          </a:p>
          <a:p>
            <a:r>
              <a:rPr lang="en-US" dirty="0"/>
              <a:t>Yes No </a:t>
            </a:r>
          </a:p>
          <a:p>
            <a:r>
              <a:rPr lang="en-US" dirty="0"/>
              <a:t>And selection from 4 objectives only one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46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518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2305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706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619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02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343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995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642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 little jump lead to huge/big value  from 1.01 to if 1 then lead to big errors instead of small jumps.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799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and for which each activation functions used?</a:t>
            </a:r>
            <a:br>
              <a:rPr lang="en-US" dirty="0"/>
            </a:br>
            <a:r>
              <a:rPr lang="en-US" dirty="0"/>
              <a:t>If value is –</a:t>
            </a:r>
            <a:r>
              <a:rPr lang="en-US" dirty="0" err="1"/>
              <a:t>ives</a:t>
            </a:r>
            <a:r>
              <a:rPr lang="en-US" dirty="0"/>
              <a:t> for both sigmoid and tanh the value is also vanishing</a:t>
            </a:r>
            <a:br>
              <a:rPr lang="en-US" dirty="0"/>
            </a:br>
            <a:r>
              <a:rPr lang="en-US" altLang="zh-TW" dirty="0"/>
              <a:t>tanh use when?</a:t>
            </a:r>
            <a:br>
              <a:rPr lang="en-US" altLang="zh-TW" dirty="0"/>
            </a:br>
            <a:r>
              <a:rPr lang="en-US" altLang="zh-TW" dirty="0"/>
              <a:t>Sigmoid when ? </a:t>
            </a:r>
            <a:br>
              <a:rPr lang="en-US" altLang="zh-TW" dirty="0"/>
            </a:br>
            <a:r>
              <a:rPr lang="en-US" altLang="zh-TW" dirty="0"/>
              <a:t>And </a:t>
            </a:r>
            <a:r>
              <a:rPr lang="en-US" altLang="zh-TW" dirty="0" err="1"/>
              <a:t>relu</a:t>
            </a:r>
            <a:r>
              <a:rPr lang="en-US" altLang="zh-TW" dirty="0"/>
              <a:t> when?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9B4DE-18E5-4743-AF11-032A7C75215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799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182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Activation function is </a:t>
            </a:r>
            <a:r>
              <a:rPr lang="en-US" altLang="zh-TW" dirty="0" err="1"/>
              <a:t>relu</a:t>
            </a:r>
            <a:r>
              <a:rPr lang="en-US" altLang="zh-TW" dirty="0"/>
              <a:t>/sigmoid and tanh ? Check where all they used? </a:t>
            </a:r>
            <a:br>
              <a:rPr lang="en-US" altLang="zh-TW" dirty="0"/>
            </a:br>
            <a:r>
              <a:rPr lang="en-US" altLang="zh-TW" dirty="0"/>
              <a:t>Which kind of activation function is good? </a:t>
            </a:r>
            <a:r>
              <a:rPr lang="en-US" altLang="zh-TW" dirty="0" err="1"/>
              <a:t>Relu</a:t>
            </a:r>
            <a:r>
              <a:rPr lang="en-US" altLang="zh-TW" dirty="0"/>
              <a:t> or sigmoid? Or which one </a:t>
            </a:r>
            <a:br>
              <a:rPr lang="en-US" altLang="zh-TW" dirty="0"/>
            </a:br>
            <a:r>
              <a:rPr lang="en-US" altLang="zh-TW" dirty="0" err="1"/>
              <a:t>sigmid</a:t>
            </a:r>
            <a:r>
              <a:rPr lang="en-US" altLang="zh-TW" dirty="0"/>
              <a:t> is actually designed for this o &amp; 1.</a:t>
            </a:r>
            <a:br>
              <a:rPr lang="en-US" altLang="zh-TW" dirty="0"/>
            </a:br>
            <a:r>
              <a:rPr lang="en-US" altLang="zh-TW" dirty="0"/>
              <a:t>tanh use when?</a:t>
            </a:r>
            <a:br>
              <a:rPr lang="en-US" altLang="zh-TW" dirty="0"/>
            </a:br>
            <a:r>
              <a:rPr lang="en-US" altLang="zh-TW" dirty="0"/>
              <a:t>Sigmoid when ? </a:t>
            </a:r>
            <a:br>
              <a:rPr lang="en-US" altLang="zh-TW" dirty="0"/>
            </a:br>
            <a:r>
              <a:rPr lang="en-US" altLang="zh-TW" dirty="0"/>
              <a:t>And </a:t>
            </a:r>
            <a:r>
              <a:rPr lang="en-US" altLang="zh-TW" dirty="0" err="1"/>
              <a:t>relu</a:t>
            </a:r>
            <a:r>
              <a:rPr lang="en-US" altLang="zh-TW" dirty="0"/>
              <a:t> when?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961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input and 1 output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9B4DE-18E5-4743-AF11-032A7C75215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04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Tanh is linear  but for this case</a:t>
            </a:r>
          </a:p>
          <a:p>
            <a:r>
              <a:rPr lang="en-US" altLang="zh-TW" dirty="0"/>
              <a:t>3 are sigmoid signal control valves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9492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How this networks behave</a:t>
            </a:r>
            <a:br>
              <a:rPr lang="en-US" altLang="zh-TW" dirty="0"/>
            </a:br>
            <a:r>
              <a:rPr lang="en-US" altLang="zh-TW" dirty="0"/>
              <a:t>for simplicity its linear </a:t>
            </a:r>
          </a:p>
          <a:p>
            <a:r>
              <a:rPr lang="en-US" altLang="zh-TW" dirty="0"/>
              <a:t>First round what I get ?</a:t>
            </a:r>
            <a:br>
              <a:rPr lang="en-US" altLang="zh-TW" dirty="0"/>
            </a:br>
            <a:r>
              <a:rPr lang="en-US" altLang="zh-TW" dirty="0"/>
              <a:t>100-10 = 90</a:t>
            </a:r>
          </a:p>
          <a:p>
            <a:r>
              <a:rPr lang="en-US" altLang="zh-TW" dirty="0"/>
              <a:t>A sigmoid of 90 =? Find it </a:t>
            </a:r>
          </a:p>
          <a:p>
            <a:r>
              <a:rPr lang="en-US" altLang="zh-TW" dirty="0"/>
              <a:t>-10 is sigmoid of 0</a:t>
            </a:r>
          </a:p>
          <a:p>
            <a:endParaRPr lang="en-US" altLang="zh-TW" dirty="0"/>
          </a:p>
          <a:p>
            <a:r>
              <a:rPr lang="en-US" altLang="zh-TW" dirty="0"/>
              <a:t>Sequence 3+4 = 7 </a:t>
            </a:r>
          </a:p>
          <a:p>
            <a:r>
              <a:rPr lang="en-US" altLang="zh-TW" dirty="0"/>
              <a:t>Go and find how it works and find calculation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968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610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396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421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8838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336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107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9B4DE-18E5-4743-AF11-032A7C75215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062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DBF1-BFB5-41AA-8354-4131623F5901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93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0520-9FC9-491B-8EAD-26A1404B9B34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35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9CA-9450-45AB-A718-D81023CF6092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89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15CB-6EB3-46D6-8D88-C362338AF33E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505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0833-D5CD-4FAC-8585-E5F87ACF3A18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80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6BB3-382F-4E19-AC0C-04ABB083E66A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54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9AA8-56F2-4860-956F-BB5418C2D6AD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98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F4A4-5C8A-4F8F-99D4-506637E03284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42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788B0-74CD-477B-A823-E3D56D53B6AE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021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DE60-C808-4053-BF58-E138502868AA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17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EB97-03CD-47F1-AAB6-1101C25892A4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61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015A4-28E6-48C1-B5B7-9189D5D2E26E}" type="datetime1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623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19" Type="http://schemas.openxmlformats.org/officeDocument/2006/relationships/image" Target="../media/image11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3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19" Type="http://schemas.openxmlformats.org/officeDocument/2006/relationships/image" Target="../media/image11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3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19" Type="http://schemas.openxmlformats.org/officeDocument/2006/relationships/image" Target="../media/image11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5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19" Type="http://schemas.openxmlformats.org/officeDocument/2006/relationships/image" Target="../media/image11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5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6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19" Type="http://schemas.openxmlformats.org/officeDocument/2006/relationships/image" Target="../media/image11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5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6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19" Type="http://schemas.openxmlformats.org/officeDocument/2006/relationships/image" Target="../media/image11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21.png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36.png"/><Relationship Id="rId3" Type="http://schemas.openxmlformats.org/officeDocument/2006/relationships/image" Target="../media/image35.png"/><Relationship Id="rId21" Type="http://schemas.openxmlformats.org/officeDocument/2006/relationships/image" Target="NULL"/><Relationship Id="rId7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notesSlide" Target="../notesSlides/notesSlide15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9" Type="http://schemas.openxmlformats.org/officeDocument/2006/relationships/image" Target="../media/image220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1.png"/><Relationship Id="rId5" Type="http://schemas.openxmlformats.org/officeDocument/2006/relationships/image" Target="../media/image331.png"/><Relationship Id="rId4" Type="http://schemas.openxmlformats.org/officeDocument/2006/relationships/image" Target="../media/image3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image" Target="../media/image2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NULL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38.png"/><Relationship Id="rId12" Type="http://schemas.openxmlformats.org/officeDocument/2006/relationships/image" Target="NUL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034"/>
            <a:ext cx="7772400" cy="147002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pple Braille"/>
              </a:rPr>
              <a:t>COMP 6246 </a:t>
            </a:r>
            <a:br>
              <a:rPr lang="en-US" sz="3500" dirty="0">
                <a:latin typeface="Apple Braille"/>
              </a:rPr>
            </a:br>
            <a:r>
              <a:rPr lang="en-US" sz="3500" dirty="0">
                <a:latin typeface="Apple Braille"/>
              </a:rPr>
              <a:t>Machine Learning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6327" y="3841901"/>
            <a:ext cx="7016620" cy="1752600"/>
          </a:xfrm>
        </p:spPr>
        <p:txBody>
          <a:bodyPr>
            <a:normAutofit/>
          </a:bodyPr>
          <a:lstStyle/>
          <a:p>
            <a:r>
              <a:rPr lang="en-US" dirty="0">
                <a:latin typeface="Apple Braille" pitchFamily="2" charset="0"/>
              </a:rPr>
              <a:t>Dr Mohammad Soorati</a:t>
            </a:r>
          </a:p>
          <a:p>
            <a:r>
              <a:rPr lang="en-US" dirty="0">
                <a:latin typeface="Apple Braille" pitchFamily="2" charset="0"/>
              </a:rPr>
              <a:t>School of Electronics and Computer Science</a:t>
            </a:r>
          </a:p>
          <a:p>
            <a:r>
              <a:rPr lang="en-US" dirty="0">
                <a:latin typeface="Apple Braille" pitchFamily="2" charset="0"/>
              </a:rPr>
              <a:t>University of Southampton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88437" y="215937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Recurrent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77919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1F7F-4B62-04B6-CC7B-D3BD8C8C2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9713"/>
            <a:ext cx="7886700" cy="1325563"/>
          </a:xfrm>
        </p:spPr>
        <p:txBody>
          <a:bodyPr/>
          <a:lstStyle/>
          <a:p>
            <a:r>
              <a:rPr lang="en-US" dirty="0"/>
              <a:t>Do we need Memory?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62CD9-BE1B-A047-2240-4F3AAB6D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DE36B-CCC9-7551-E886-AA88B78121B7}"/>
              </a:ext>
            </a:extLst>
          </p:cNvPr>
          <p:cNvSpPr txBox="1"/>
          <p:nvPr/>
        </p:nvSpPr>
        <p:spPr>
          <a:xfrm>
            <a:off x="4718397" y="3489056"/>
            <a:ext cx="4355488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When the road is clear in front, we should …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dirty="0"/>
          </a:p>
          <a:p>
            <a:pPr marL="342900" indent="-342900">
              <a:buAutoNum type="alphaUcParenR"/>
            </a:pPr>
            <a:r>
              <a:rPr lang="en-US" dirty="0"/>
              <a:t>steer our vehicle to the side of the road</a:t>
            </a:r>
          </a:p>
          <a:p>
            <a:pPr marL="342900" indent="-342900">
              <a:buAutoNum type="alphaUcParenR"/>
            </a:pPr>
            <a:r>
              <a:rPr lang="en-US" dirty="0"/>
              <a:t>continue to drive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7F2D9-A75E-4C9C-90CE-0B95F6349231}"/>
              </a:ext>
            </a:extLst>
          </p:cNvPr>
          <p:cNvSpPr txBox="1"/>
          <p:nvPr/>
        </p:nvSpPr>
        <p:spPr>
          <a:xfrm>
            <a:off x="4759244" y="3106084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ambulance is behind us.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B95AE4-BBC9-0C42-A3FD-4CBC2DBEEAA8}"/>
              </a:ext>
            </a:extLst>
          </p:cNvPr>
          <p:cNvSpPr txBox="1"/>
          <p:nvPr/>
        </p:nvSpPr>
        <p:spPr>
          <a:xfrm>
            <a:off x="240923" y="3283158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442A3-7753-8162-C286-3279C8D9EEE0}"/>
              </a:ext>
            </a:extLst>
          </p:cNvPr>
          <p:cNvSpPr txBox="1"/>
          <p:nvPr/>
        </p:nvSpPr>
        <p:spPr>
          <a:xfrm>
            <a:off x="1323850" y="4863859"/>
            <a:ext cx="957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arenR"/>
            </a:pPr>
            <a:r>
              <a:rPr lang="en-US" dirty="0"/>
              <a:t>Cat</a:t>
            </a:r>
          </a:p>
          <a:p>
            <a:pPr marL="342900" indent="-342900">
              <a:buAutoNum type="alphaUcParenR"/>
            </a:pPr>
            <a:r>
              <a:rPr lang="en-US" dirty="0"/>
              <a:t>Dog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2342D-B4B6-CCAE-E445-EE961C413C40}"/>
              </a:ext>
            </a:extLst>
          </p:cNvPr>
          <p:cNvSpPr txBox="1"/>
          <p:nvPr/>
        </p:nvSpPr>
        <p:spPr>
          <a:xfrm>
            <a:off x="3795519" y="3475416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15DFD-703F-7C46-985A-9DB1B2ABC073}"/>
              </a:ext>
            </a:extLst>
          </p:cNvPr>
          <p:cNvSpPr txBox="1"/>
          <p:nvPr/>
        </p:nvSpPr>
        <p:spPr>
          <a:xfrm>
            <a:off x="3795519" y="4121747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9B7BD2-595B-A185-D780-745C65EFF8F7}"/>
              </a:ext>
            </a:extLst>
          </p:cNvPr>
          <p:cNvSpPr txBox="1"/>
          <p:nvPr/>
        </p:nvSpPr>
        <p:spPr>
          <a:xfrm>
            <a:off x="169229" y="500235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DEC702-A978-0D66-C88F-04D73A8171EB}"/>
              </a:ext>
            </a:extLst>
          </p:cNvPr>
          <p:cNvCxnSpPr>
            <a:cxnSpLocks/>
          </p:cNvCxnSpPr>
          <p:nvPr/>
        </p:nvCxnSpPr>
        <p:spPr>
          <a:xfrm>
            <a:off x="3289110" y="2251881"/>
            <a:ext cx="0" cy="38350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82BA86CC-C7B3-5F84-6687-0FAEA8AB2A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3" t="12936" r="27181" b="31144"/>
          <a:stretch/>
        </p:blipFill>
        <p:spPr>
          <a:xfrm>
            <a:off x="1398303" y="2675928"/>
            <a:ext cx="923042" cy="181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7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109040" y="-183851"/>
            <a:ext cx="86751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Time Series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B03A-5E40-A445-9D3D-99FC88E9338B}" type="slidenum">
              <a:rPr lang="en-US" smtClean="0"/>
              <a:t>3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9458" y="959149"/>
            <a:ext cx="8534718" cy="5338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Sequence of data in time</a:t>
            </a:r>
          </a:p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endParaRPr lang="en-US" sz="2200" dirty="0"/>
          </a:p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Next data depends on previous set of data (historical data)</a:t>
            </a:r>
          </a:p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endParaRPr lang="en-US" sz="2200" dirty="0"/>
          </a:p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Examples: stock prices, weather, trajectory of a robot/car, words in a sentence, etc...</a:t>
            </a:r>
          </a:p>
          <a:p>
            <a:pPr>
              <a:lnSpc>
                <a:spcPct val="130000"/>
              </a:lnSpc>
            </a:pPr>
            <a:endParaRPr lang="en-US" sz="2200" dirty="0"/>
          </a:p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Question: how to predict time series using neural network? 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In the feedforward NN, given the same input data, the output is always the same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In a time series,  it is possible that the same input data would lead to different outputs in different time points</a:t>
            </a:r>
          </a:p>
        </p:txBody>
      </p:sp>
    </p:spTree>
    <p:extLst>
      <p:ext uri="{BB962C8B-B14F-4D97-AF65-F5344CB8AC3E}">
        <p14:creationId xmlns:p14="http://schemas.microsoft.com/office/powerpoint/2010/main" val="78696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Recurrent Neural Network (RNN)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70912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624271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567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48667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7243483" y="147135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7135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文字方塊 62"/>
          <p:cNvSpPr txBox="1"/>
          <p:nvPr/>
        </p:nvSpPr>
        <p:spPr>
          <a:xfrm>
            <a:off x="768493" y="2167669"/>
            <a:ext cx="44069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The output of hidden layer are stored in the memory.</a:t>
            </a:r>
            <a:endParaRPr lang="zh-TW" altLang="en-US" sz="2800" dirty="0"/>
          </a:p>
        </p:txBody>
      </p: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5573306" y="2447890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7157654" y="2465948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7177305" y="4150823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5605998" y="4129696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store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47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BD1F46A-4F84-4A5F-B863-BD2158B4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08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70" grpId="0" animBg="1"/>
      <p:bldP spid="71" grpId="0" animBg="1"/>
      <p:bldP spid="72" grpId="0" animBg="1"/>
      <p:bldP spid="73" grpId="0" animBg="1"/>
      <p:bldP spid="3" grpId="0" animBg="1"/>
      <p:bldP spid="16" grpId="0"/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70912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624271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567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48667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7243483" y="147135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7135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store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0698" y="5502792"/>
            <a:ext cx="405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the weights are “1”, no bias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580698" y="6031296"/>
            <a:ext cx="4613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activation functions are linear</a:t>
            </a:r>
            <a:endParaRPr lang="zh-TW" altLang="en-US" sz="24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5639888" y="2496257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7223545" y="2475341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5673938" y="4159974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7233162" y="4193430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63673" y="119351"/>
            <a:ext cx="4512856" cy="613438"/>
            <a:chOff x="3463673" y="119351"/>
            <a:chExt cx="4512856" cy="613438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Input sequence: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463653" cy="61343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5588000" y="5696254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185951" y="5710401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100060" y="4008667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698011" y="4022814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21723" y="3816912"/>
            <a:ext cx="175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given initial values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009307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7550009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974556" y="1914102"/>
            <a:ext cx="362858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576801" y="1942033"/>
            <a:ext cx="362858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3275474" y="869948"/>
            <a:ext cx="245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output sequence: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303F2AE-9B9E-40C5-A087-A88E6AC3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20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9" grpId="0"/>
      <p:bldP spid="29" grpId="0" animBg="1"/>
      <p:bldP spid="76" grpId="0" animBg="1"/>
      <p:bldP spid="77" grpId="0" animBg="1"/>
      <p:bldP spid="78" grpId="0" animBg="1"/>
      <p:bldP spid="30" grpId="0"/>
      <p:bldP spid="79" grpId="0" animBg="1"/>
      <p:bldP spid="80" grpId="0" animBg="1"/>
      <p:bldP spid="81" grpId="0" animBg="1"/>
      <p:bldP spid="82" grpId="0" animBg="1"/>
      <p:bldP spid="84" grpId="0"/>
      <p:bldP spid="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70912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624271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567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48667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7243483" y="147135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7135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store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0698" y="5502792"/>
            <a:ext cx="405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the weights are “1”, no bias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580698" y="6031296"/>
            <a:ext cx="4613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activation functions are linear</a:t>
            </a:r>
            <a:endParaRPr lang="zh-TW" altLang="en-US" sz="24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5639888" y="2496257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7223545" y="2475341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5673938" y="4159974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7233162" y="4193430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63673" y="119351"/>
            <a:ext cx="4512856" cy="613438"/>
            <a:chOff x="3463673" y="119351"/>
            <a:chExt cx="4512856" cy="613438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Input sequence: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463653" cy="61343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5588000" y="5696254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185951" y="5710401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100060" y="4008667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698011" y="4022814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009307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</a:t>
            </a:r>
            <a:endParaRPr lang="zh-TW" altLang="en-US" sz="24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7550009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</a:t>
            </a:r>
            <a:endParaRPr lang="zh-TW" altLang="en-US" sz="2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974556" y="1914102"/>
            <a:ext cx="58527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12</a:t>
            </a:r>
            <a:endParaRPr lang="zh-TW" altLang="en-US" sz="24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576800" y="1942033"/>
            <a:ext cx="574485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12</a:t>
            </a:r>
            <a:endParaRPr lang="zh-TW" altLang="en-US" sz="24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3275474" y="869948"/>
            <a:ext cx="245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output sequence: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E2CDDABC-EA7D-49E9-95F6-14816B26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86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70912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624271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567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48667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7243483" y="147135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7135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store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0698" y="5502792"/>
            <a:ext cx="405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the weights are “1”, no bias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580698" y="6031296"/>
            <a:ext cx="4613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activation functions are linear</a:t>
            </a:r>
            <a:endParaRPr lang="zh-TW" altLang="en-US" sz="24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5639888" y="2496257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7223545" y="2475341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5673938" y="4159974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7233162" y="4193430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63673" y="119351"/>
            <a:ext cx="4512856" cy="613438"/>
            <a:chOff x="3463673" y="119351"/>
            <a:chExt cx="4512856" cy="613438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Input sequence: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463653" cy="61343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5588000" y="5696254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185951" y="5710401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100060" y="4008667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</a:t>
            </a:r>
            <a:endParaRPr lang="zh-TW" altLang="en-US" sz="2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698011" y="4022814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009306" y="3655038"/>
            <a:ext cx="550519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16</a:t>
            </a:r>
            <a:endParaRPr lang="zh-TW" altLang="en-US" sz="24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7550009" y="3655038"/>
            <a:ext cx="59076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16</a:t>
            </a:r>
            <a:endParaRPr lang="zh-TW" altLang="en-US" sz="2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974556" y="1914102"/>
            <a:ext cx="58527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32</a:t>
            </a:r>
            <a:endParaRPr lang="zh-TW" altLang="en-US" sz="24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576800" y="1942033"/>
            <a:ext cx="574485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32</a:t>
            </a:r>
            <a:endParaRPr lang="zh-TW" altLang="en-US" sz="24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3275474" y="869948"/>
            <a:ext cx="245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output sequence: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6780358" y="771006"/>
                <a:ext cx="633571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358" y="771006"/>
                <a:ext cx="633571" cy="6134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字方塊 89"/>
          <p:cNvSpPr txBox="1"/>
          <p:nvPr/>
        </p:nvSpPr>
        <p:spPr>
          <a:xfrm>
            <a:off x="596251" y="1908055"/>
            <a:ext cx="4370326" cy="13849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Changing the input sequence order will change the output</a:t>
            </a:r>
            <a:endParaRPr lang="zh-TW" altLang="en-US" sz="28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D444B86-BFFB-458F-AADC-8F2B53F2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70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76" grpId="0" animBg="1"/>
      <p:bldP spid="79" grpId="0" animBg="1"/>
      <p:bldP spid="80" grpId="0" animBg="1"/>
      <p:bldP spid="81" grpId="0" animBg="1"/>
      <p:bldP spid="82" grpId="0" animBg="1"/>
      <p:bldP spid="86" grpId="0"/>
      <p:bldP spid="9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70912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624271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567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48667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7243483" y="147135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7135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store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0698" y="5502792"/>
            <a:ext cx="405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the weights are “1”, no bias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580698" y="6031296"/>
            <a:ext cx="4613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activation functions are linear</a:t>
            </a:r>
            <a:endParaRPr lang="zh-TW" altLang="en-US" sz="24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5639888" y="2496257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7223545" y="2475341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5673938" y="4159974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7233162" y="4193430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63673" y="119351"/>
            <a:ext cx="4512856" cy="613438"/>
            <a:chOff x="3463673" y="119351"/>
            <a:chExt cx="4512856" cy="613438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Input sequence: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463652" cy="61343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5588000" y="5696254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185951" y="5710401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100060" y="4008667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698011" y="4022814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21723" y="3816912"/>
            <a:ext cx="175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given initial values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009307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7550009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974556" y="1914102"/>
            <a:ext cx="362858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576801" y="1942033"/>
            <a:ext cx="362858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3275474" y="869948"/>
            <a:ext cx="245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output sequence: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5FC42FC-FD13-4349-B77A-B6FD1FA2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15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70912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624271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567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48667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7243483" y="147135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7135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store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0698" y="5502792"/>
            <a:ext cx="405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the weights are “1”, no bias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580698" y="6031296"/>
            <a:ext cx="4613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activation functions are linear</a:t>
            </a:r>
            <a:endParaRPr lang="zh-TW" altLang="en-US" sz="24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5639888" y="2496257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7223545" y="2475341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5673938" y="4159974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7233162" y="4193430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63673" y="119351"/>
            <a:ext cx="4512856" cy="613438"/>
            <a:chOff x="3463673" y="119351"/>
            <a:chExt cx="4512856" cy="613438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Input sequence: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463652" cy="61343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5588000" y="5696254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185951" y="5710401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100060" y="4008667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698011" y="4022814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009307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8</a:t>
            </a:r>
            <a:endParaRPr lang="zh-TW" altLang="en-US" sz="24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7550009" y="3655038"/>
            <a:ext cx="3628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8</a:t>
            </a:r>
            <a:endParaRPr lang="zh-TW" altLang="en-US" sz="2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974556" y="1914102"/>
            <a:ext cx="58527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16</a:t>
            </a:r>
            <a:endParaRPr lang="zh-TW" altLang="en-US" sz="24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576800" y="1942033"/>
            <a:ext cx="574485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16</a:t>
            </a:r>
            <a:endParaRPr lang="zh-TW" altLang="en-US" sz="24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3275474" y="869948"/>
            <a:ext cx="245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output sequence: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altLang="zh-TW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altLang="zh-TW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7A66A4F7-1176-42BD-A595-FCD74FE7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886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rot="16200000">
            <a:off x="7105362" y="2370912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rot="16200000">
            <a:off x="5458376" y="2338561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5593299" y="5593146"/>
            <a:ext cx="342900" cy="461962"/>
            <a:chOff x="1882729" y="2137119"/>
            <a:chExt cx="342900" cy="461962"/>
          </a:xfrm>
        </p:grpSpPr>
        <p:sp>
          <p:nvSpPr>
            <p:cNvPr id="7" name="矩形 6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群組 8"/>
          <p:cNvGrpSpPr/>
          <p:nvPr/>
        </p:nvGrpSpPr>
        <p:grpSpPr>
          <a:xfrm>
            <a:off x="7200563" y="5624271"/>
            <a:ext cx="376238" cy="461963"/>
            <a:chOff x="1876911" y="2719848"/>
            <a:chExt cx="376238" cy="461963"/>
          </a:xfrm>
        </p:grpSpPr>
        <p:sp>
          <p:nvSpPr>
            <p:cNvPr id="10" name="矩形 9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 rot="16200000">
            <a:off x="5529475" y="401648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rot="16200000">
            <a:off x="7077170" y="40567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rot="16200000">
            <a:off x="5495801" y="233856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rot="16200000">
            <a:off x="7068477" y="2348667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 rot="16200000">
            <a:off x="6070547" y="4322261"/>
            <a:ext cx="1037222" cy="163830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7243483" y="147135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483" y="147135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5660021" y="1474774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021" y="1474774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群組 54"/>
          <p:cNvGrpSpPr/>
          <p:nvPr/>
        </p:nvGrpSpPr>
        <p:grpSpPr>
          <a:xfrm>
            <a:off x="2100363" y="4001430"/>
            <a:ext cx="342900" cy="461962"/>
            <a:chOff x="1882729" y="2137119"/>
            <a:chExt cx="342900" cy="461962"/>
          </a:xfrm>
        </p:grpSpPr>
        <p:sp>
          <p:nvSpPr>
            <p:cNvPr id="56" name="矩形 55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群組 57"/>
          <p:cNvGrpSpPr/>
          <p:nvPr/>
        </p:nvGrpSpPr>
        <p:grpSpPr>
          <a:xfrm>
            <a:off x="3707627" y="4003465"/>
            <a:ext cx="391033" cy="461963"/>
            <a:chOff x="1876911" y="2719786"/>
            <a:chExt cx="391033" cy="461963"/>
          </a:xfrm>
        </p:grpSpPr>
        <p:sp>
          <p:nvSpPr>
            <p:cNvPr id="59" name="矩形 58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60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6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群組 63"/>
          <p:cNvGrpSpPr/>
          <p:nvPr/>
        </p:nvGrpSpPr>
        <p:grpSpPr>
          <a:xfrm rot="16200000">
            <a:off x="6070547" y="2659736"/>
            <a:ext cx="1037222" cy="1638300"/>
            <a:chOff x="1013669" y="3459098"/>
            <a:chExt cx="1588876" cy="1638300"/>
          </a:xfrm>
        </p:grpSpPr>
        <p:cxnSp>
          <p:nvCxnSpPr>
            <p:cNvPr id="65" name="直線單箭頭接點 6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7" name="直線單箭頭接點 6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手繪多邊形 69"/>
          <p:cNvSpPr/>
          <p:nvPr/>
        </p:nvSpPr>
        <p:spPr>
          <a:xfrm>
            <a:off x="3892550" y="4445000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 70"/>
          <p:cNvSpPr/>
          <p:nvPr/>
        </p:nvSpPr>
        <p:spPr>
          <a:xfrm>
            <a:off x="3879850" y="4457700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手繪多邊形 71"/>
          <p:cNvSpPr/>
          <p:nvPr/>
        </p:nvSpPr>
        <p:spPr>
          <a:xfrm>
            <a:off x="2266950" y="4445000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2279650" y="4445000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2305318" y="3347672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627316" y="3169401"/>
            <a:ext cx="96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store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0698" y="5502792"/>
            <a:ext cx="4051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the weights are “1”, no bias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580698" y="6031296"/>
            <a:ext cx="4613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All activation functions are linear</a:t>
            </a:r>
            <a:endParaRPr lang="zh-TW" altLang="en-US" sz="24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5639888" y="2496257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H="1">
            <a:off x="7223545" y="2475341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H="1">
            <a:off x="5673938" y="4159974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H="1">
            <a:off x="7233162" y="4193430"/>
            <a:ext cx="291548" cy="3245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3463673" y="119351"/>
            <a:ext cx="4512856" cy="613438"/>
            <a:chOff x="3463673" y="119351"/>
            <a:chExt cx="4512856" cy="613438"/>
          </a:xfrm>
        </p:grpSpPr>
        <p:sp>
          <p:nvSpPr>
            <p:cNvPr id="26" name="文字方塊 25"/>
            <p:cNvSpPr txBox="1"/>
            <p:nvPr/>
          </p:nvSpPr>
          <p:spPr>
            <a:xfrm>
              <a:off x="3463673" y="173004"/>
              <a:ext cx="2195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Input sequence: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380" y="119351"/>
                  <a:ext cx="463653" cy="613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/>
                <p:cNvSpPr txBox="1"/>
                <p:nvPr/>
              </p:nvSpPr>
              <p:spPr>
                <a:xfrm>
                  <a:off x="6309285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2" name="文字方塊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285" y="119351"/>
                  <a:ext cx="463652" cy="61343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/>
                <p:cNvSpPr txBox="1"/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4" name="文字方塊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367" y="119351"/>
                  <a:ext cx="463652" cy="61343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/>
                <p:cNvSpPr txBox="1"/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5" name="文字方塊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638" y="176816"/>
                  <a:ext cx="581891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28"/>
          <p:cNvSpPr txBox="1"/>
          <p:nvPr/>
        </p:nvSpPr>
        <p:spPr>
          <a:xfrm>
            <a:off x="5588000" y="5696254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185951" y="5710401"/>
            <a:ext cx="36285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2100060" y="4008667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8</a:t>
            </a:r>
            <a:endParaRPr lang="zh-TW" altLang="en-US" sz="2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698011" y="4022814"/>
            <a:ext cx="3628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8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6009306" y="3655038"/>
            <a:ext cx="550519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18</a:t>
            </a:r>
            <a:endParaRPr lang="zh-TW" altLang="en-US" sz="24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7550009" y="3655038"/>
            <a:ext cx="59076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18</a:t>
            </a:r>
            <a:endParaRPr lang="zh-TW" altLang="en-US" sz="2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974556" y="1914102"/>
            <a:ext cx="58527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36</a:t>
            </a:r>
            <a:endParaRPr lang="zh-TW" altLang="en-US" sz="24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576800" y="1942033"/>
            <a:ext cx="574485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36</a:t>
            </a:r>
            <a:endParaRPr lang="zh-TW" altLang="en-US" sz="24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3275474" y="869948"/>
            <a:ext cx="2455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output sequence: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869" y="788467"/>
                <a:ext cx="463653" cy="6134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手繪多邊形 46"/>
          <p:cNvSpPr/>
          <p:nvPr/>
        </p:nvSpPr>
        <p:spPr>
          <a:xfrm>
            <a:off x="3916717" y="3346269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altLang="zh-TW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altLang="zh-TW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325" y="800179"/>
                <a:ext cx="633571" cy="6134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6780358" y="771006"/>
                <a:ext cx="633570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altLang="zh-TW" sz="2400" b="0" i="1" smtClean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  <m:e>
                              <m:r>
                                <a:rPr lang="en-GB" altLang="zh-TW" sz="2400" b="0" i="1" smtClean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358" y="771006"/>
                <a:ext cx="633570" cy="6158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62F779E0-F813-47F5-8FE4-9491B089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39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109040" y="-183851"/>
            <a:ext cx="86751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Recurrent neural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B03A-5E40-A445-9D3D-99FC88E9338B}" type="slidenum">
              <a:rPr lang="en-US" smtClean="0"/>
              <a:t>11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9458" y="959149"/>
            <a:ext cx="8534718" cy="317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Feedforward neural network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Each connection is a forward connection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No loops</a:t>
            </a:r>
          </a:p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Recurrent neural network: 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Backward connections (and therefore loops) are allowed</a:t>
            </a:r>
          </a:p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Simplest version: neuron + self-loop: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Output of previous time step is also input of current step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402" y="3427856"/>
            <a:ext cx="1095774" cy="299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1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109040" y="-183851"/>
            <a:ext cx="86751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Recurrent neural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B03A-5E40-A445-9D3D-99FC88E9338B}" type="slidenum">
              <a:rPr lang="en-US" smtClean="0"/>
              <a:t>12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9458" y="959149"/>
            <a:ext cx="8534718" cy="1412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Simplest version: neuron + self-loop: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Output of previous time step is also input of current step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r>
              <a:rPr lang="en-US" sz="2200" dirty="0"/>
              <a:t>Unrolling the network through time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23" y="2754393"/>
            <a:ext cx="7584786" cy="360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0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43937" y="1614913"/>
            <a:ext cx="3356613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800" dirty="0"/>
              <a:t>Backpropagation through time (BPTT)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917473" y="5057393"/>
                <a:ext cx="29976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𝜂𝜕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73" y="5057393"/>
                <a:ext cx="2997680" cy="430887"/>
              </a:xfrm>
              <a:prstGeom prst="rect">
                <a:avLst/>
              </a:prstGeom>
              <a:blipFill>
                <a:blip r:embed="rId2"/>
                <a:stretch>
                  <a:fillRect l="-422" t="-2857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/>
          <p:cNvCxnSpPr/>
          <p:nvPr/>
        </p:nvCxnSpPr>
        <p:spPr>
          <a:xfrm rot="16200000">
            <a:off x="7141438" y="183101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rot="16200000">
            <a:off x="5494452" y="1798660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群組 51"/>
          <p:cNvGrpSpPr/>
          <p:nvPr/>
        </p:nvGrpSpPr>
        <p:grpSpPr>
          <a:xfrm>
            <a:off x="5629375" y="5053245"/>
            <a:ext cx="342900" cy="461962"/>
            <a:chOff x="1882729" y="2137119"/>
            <a:chExt cx="342900" cy="461962"/>
          </a:xfrm>
        </p:grpSpPr>
        <p:sp>
          <p:nvSpPr>
            <p:cNvPr id="53" name="矩形 52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4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5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群組 54"/>
          <p:cNvGrpSpPr/>
          <p:nvPr/>
        </p:nvGrpSpPr>
        <p:grpSpPr>
          <a:xfrm>
            <a:off x="7236639" y="5084370"/>
            <a:ext cx="376238" cy="461963"/>
            <a:chOff x="1876911" y="2719848"/>
            <a:chExt cx="376238" cy="461963"/>
          </a:xfrm>
        </p:grpSpPr>
        <p:sp>
          <p:nvSpPr>
            <p:cNvPr id="56" name="矩形 55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橢圓 57"/>
          <p:cNvSpPr/>
          <p:nvPr/>
        </p:nvSpPr>
        <p:spPr>
          <a:xfrm rot="16200000">
            <a:off x="5565551" y="347658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 rot="16200000">
            <a:off x="7113246" y="351689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 rot="16200000">
            <a:off x="5531877" y="1798660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 rot="16200000">
            <a:off x="7104553" y="180876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2" name="群組 61"/>
          <p:cNvGrpSpPr/>
          <p:nvPr/>
        </p:nvGrpSpPr>
        <p:grpSpPr>
          <a:xfrm rot="16200000">
            <a:off x="6106623" y="3782360"/>
            <a:ext cx="1037222" cy="1638300"/>
            <a:chOff x="1013669" y="3459098"/>
            <a:chExt cx="1588876" cy="1638300"/>
          </a:xfrm>
        </p:grpSpPr>
        <p:cxnSp>
          <p:nvCxnSpPr>
            <p:cNvPr id="63" name="直線單箭頭接點 62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群組 63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5" name="直線單箭頭接點 64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單箭頭接點 65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單箭頭接點 66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166292"/>
              </p:ext>
            </p:extLst>
          </p:nvPr>
        </p:nvGraphicFramePr>
        <p:xfrm>
          <a:off x="7279559" y="931457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9559" y="931457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861139"/>
              </p:ext>
            </p:extLst>
          </p:nvPr>
        </p:nvGraphicFramePr>
        <p:xfrm>
          <a:off x="5696097" y="934873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6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097" y="934873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群組 69"/>
          <p:cNvGrpSpPr/>
          <p:nvPr/>
        </p:nvGrpSpPr>
        <p:grpSpPr>
          <a:xfrm>
            <a:off x="2136439" y="3461529"/>
            <a:ext cx="342900" cy="461962"/>
            <a:chOff x="1882729" y="2137119"/>
            <a:chExt cx="342900" cy="461962"/>
          </a:xfrm>
        </p:grpSpPr>
        <p:sp>
          <p:nvSpPr>
            <p:cNvPr id="71" name="矩形 70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72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152280" imgH="215640" progId="Equation.3">
                    <p:embed/>
                  </p:oleObj>
                </mc:Choice>
                <mc:Fallback>
                  <p:oleObj name="方程式" r:id="rId11" imgW="152280" imgH="215640" progId="Equation.3">
                    <p:embed/>
                    <p:pic>
                      <p:nvPicPr>
                        <p:cNvPr id="7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群組 72"/>
          <p:cNvGrpSpPr/>
          <p:nvPr/>
        </p:nvGrpSpPr>
        <p:grpSpPr>
          <a:xfrm>
            <a:off x="3743703" y="3463564"/>
            <a:ext cx="391033" cy="461963"/>
            <a:chOff x="1876911" y="2719786"/>
            <a:chExt cx="391033" cy="461963"/>
          </a:xfrm>
        </p:grpSpPr>
        <p:sp>
          <p:nvSpPr>
            <p:cNvPr id="74" name="矩形 73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75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177480" imgH="215640" progId="Equation.3">
                    <p:embed/>
                  </p:oleObj>
                </mc:Choice>
                <mc:Fallback>
                  <p:oleObj name="方程式" r:id="rId13" imgW="177480" imgH="215640" progId="Equation.3">
                    <p:embed/>
                    <p:pic>
                      <p:nvPicPr>
                        <p:cNvPr id="7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" name="群組 75"/>
          <p:cNvGrpSpPr/>
          <p:nvPr/>
        </p:nvGrpSpPr>
        <p:grpSpPr>
          <a:xfrm rot="16200000">
            <a:off x="6106623" y="2119835"/>
            <a:ext cx="1037222" cy="1638300"/>
            <a:chOff x="1013669" y="3459098"/>
            <a:chExt cx="1588876" cy="1638300"/>
          </a:xfrm>
        </p:grpSpPr>
        <p:cxnSp>
          <p:nvCxnSpPr>
            <p:cNvPr id="77" name="直線單箭頭接點 7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群組 7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79" name="直線單箭頭接點 7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8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2" name="手繪多邊形 81"/>
          <p:cNvSpPr/>
          <p:nvPr/>
        </p:nvSpPr>
        <p:spPr>
          <a:xfrm>
            <a:off x="3928626" y="3905099"/>
            <a:ext cx="1828800" cy="319831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手繪多邊形 82"/>
          <p:cNvSpPr/>
          <p:nvPr/>
        </p:nvSpPr>
        <p:spPr>
          <a:xfrm>
            <a:off x="3915926" y="3917799"/>
            <a:ext cx="3416300" cy="624441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手繪多邊形 83"/>
          <p:cNvSpPr/>
          <p:nvPr/>
        </p:nvSpPr>
        <p:spPr>
          <a:xfrm>
            <a:off x="2303026" y="3905099"/>
            <a:ext cx="3479800" cy="511221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手繪多邊形 84"/>
          <p:cNvSpPr/>
          <p:nvPr/>
        </p:nvSpPr>
        <p:spPr>
          <a:xfrm>
            <a:off x="2315726" y="3905099"/>
            <a:ext cx="5143500" cy="1004985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手繪多邊形 85"/>
          <p:cNvSpPr/>
          <p:nvPr/>
        </p:nvSpPr>
        <p:spPr>
          <a:xfrm>
            <a:off x="5609382" y="1907989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手繪多邊形 86"/>
          <p:cNvSpPr/>
          <p:nvPr/>
        </p:nvSpPr>
        <p:spPr>
          <a:xfrm>
            <a:off x="7193730" y="1926047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手繪多邊形 87"/>
          <p:cNvSpPr/>
          <p:nvPr/>
        </p:nvSpPr>
        <p:spPr>
          <a:xfrm>
            <a:off x="7213381" y="3610922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手繪多邊形 88"/>
          <p:cNvSpPr/>
          <p:nvPr/>
        </p:nvSpPr>
        <p:spPr>
          <a:xfrm>
            <a:off x="5642074" y="3589795"/>
            <a:ext cx="419147" cy="365492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手繪多邊形 89"/>
          <p:cNvSpPr/>
          <p:nvPr/>
        </p:nvSpPr>
        <p:spPr>
          <a:xfrm>
            <a:off x="2341394" y="2807771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手繪多邊形 91"/>
          <p:cNvSpPr/>
          <p:nvPr/>
        </p:nvSpPr>
        <p:spPr>
          <a:xfrm>
            <a:off x="3952793" y="2806368"/>
            <a:ext cx="3425781" cy="734931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4288249" y="4411605"/>
                <a:ext cx="3567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249" y="4411605"/>
                <a:ext cx="356764" cy="430887"/>
              </a:xfrm>
              <a:prstGeom prst="rect">
                <a:avLst/>
              </a:prstGeom>
              <a:blipFill>
                <a:blip r:embed="rId15"/>
                <a:stretch>
                  <a:fillRect l="-10345"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單箭頭接點 94"/>
          <p:cNvCxnSpPr/>
          <p:nvPr/>
        </p:nvCxnSpPr>
        <p:spPr>
          <a:xfrm flipH="1">
            <a:off x="2792079" y="4728214"/>
            <a:ext cx="1075654" cy="3168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191F28-B7E8-4F49-B4C8-E05CAFC1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4086" y="6484710"/>
            <a:ext cx="2057400" cy="365125"/>
          </a:xfrm>
        </p:spPr>
        <p:txBody>
          <a:bodyPr/>
          <a:lstStyle/>
          <a:p>
            <a:fld id="{DBA3D241-4C98-4CC4-A8E0-1604E5745E2D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FF7E4-A109-6034-C793-E74F02CD16C1}"/>
              </a:ext>
            </a:extLst>
          </p:cNvPr>
          <p:cNvSpPr txBox="1"/>
          <p:nvPr/>
        </p:nvSpPr>
        <p:spPr>
          <a:xfrm>
            <a:off x="262889" y="5983397"/>
            <a:ext cx="5973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Unrolling an RNN creates a copy for each time step</a:t>
            </a:r>
          </a:p>
          <a:p>
            <a:r>
              <a:rPr lang="en-GB" dirty="0"/>
              <a:t>All copies share the same weights, which are trained together.</a:t>
            </a:r>
          </a:p>
        </p:txBody>
      </p:sp>
    </p:spTree>
    <p:extLst>
      <p:ext uri="{BB962C8B-B14F-4D97-AF65-F5344CB8AC3E}">
        <p14:creationId xmlns:p14="http://schemas.microsoft.com/office/powerpoint/2010/main" val="113797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RNN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RNN network is not always easy to train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49" y="2682401"/>
            <a:ext cx="7384702" cy="4035551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6798788" y="4691998"/>
            <a:ext cx="962973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Lucky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864130" y="3668699"/>
            <a:ext cx="159356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sometimes</a:t>
            </a:r>
            <a:endParaRPr lang="zh-TW" altLang="en-US" sz="2400" dirty="0"/>
          </a:p>
        </p:txBody>
      </p:sp>
      <p:sp>
        <p:nvSpPr>
          <p:cNvPr id="11" name="向下箭號 10"/>
          <p:cNvSpPr/>
          <p:nvPr/>
        </p:nvSpPr>
        <p:spPr>
          <a:xfrm>
            <a:off x="7001064" y="5192145"/>
            <a:ext cx="580836" cy="34119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 rot="5400000">
            <a:off x="5335682" y="3754894"/>
            <a:ext cx="580836" cy="34119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 rot="16200000">
            <a:off x="334388" y="4103822"/>
            <a:ext cx="14849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Total Loss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946017" y="6272520"/>
            <a:ext cx="14849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Epoch</a:t>
            </a:r>
            <a:endParaRPr lang="zh-TW" alt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68CC-BC58-47F0-8EA2-A1FEAA2F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299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5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1442261" y="2525802"/>
            <a:ext cx="4557416" cy="8734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1442261" y="1535442"/>
            <a:ext cx="4572870" cy="87345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5820" y="-106871"/>
            <a:ext cx="7886700" cy="1325563"/>
          </a:xfrm>
        </p:spPr>
        <p:txBody>
          <a:bodyPr/>
          <a:lstStyle/>
          <a:p>
            <a:r>
              <a:rPr lang="en-US" altLang="zh-TW" dirty="0"/>
              <a:t>Exploding Gradient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1643635" y="1528306"/>
                <a:ext cx="8756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635" y="1528306"/>
                <a:ext cx="875688" cy="369332"/>
              </a:xfrm>
              <a:prstGeom prst="rect">
                <a:avLst/>
              </a:prstGeom>
              <a:blipFill>
                <a:blip r:embed="rId3"/>
                <a:stretch>
                  <a:fillRect l="-4895" r="-83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/>
              <p:cNvSpPr txBox="1"/>
              <p:nvPr/>
            </p:nvSpPr>
            <p:spPr>
              <a:xfrm>
                <a:off x="1645432" y="2005061"/>
                <a:ext cx="1278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=1.01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32" y="2005061"/>
                <a:ext cx="1278042" cy="369332"/>
              </a:xfrm>
              <a:prstGeom prst="rect">
                <a:avLst/>
              </a:prstGeom>
              <a:blipFill>
                <a:blip r:embed="rId4"/>
                <a:stretch>
                  <a:fillRect l="-2857" r="-523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向右箭號 9"/>
          <p:cNvSpPr/>
          <p:nvPr/>
        </p:nvSpPr>
        <p:spPr>
          <a:xfrm>
            <a:off x="3150144" y="1622095"/>
            <a:ext cx="526242" cy="2200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向右箭號 69"/>
          <p:cNvSpPr/>
          <p:nvPr/>
        </p:nvSpPr>
        <p:spPr>
          <a:xfrm>
            <a:off x="3155403" y="2110224"/>
            <a:ext cx="526242" cy="2200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3998896" y="1523826"/>
                <a:ext cx="1351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896" y="1523826"/>
                <a:ext cx="1351075" cy="369332"/>
              </a:xfrm>
              <a:prstGeom prst="rect">
                <a:avLst/>
              </a:prstGeom>
              <a:blipFill>
                <a:blip r:embed="rId5"/>
                <a:stretch>
                  <a:fillRect l="-4955" r="-45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3987588" y="1985037"/>
                <a:ext cx="20275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88" y="1985037"/>
                <a:ext cx="2027543" cy="369332"/>
              </a:xfrm>
              <a:prstGeom prst="rect">
                <a:avLst/>
              </a:prstGeom>
              <a:blipFill>
                <a:blip r:embed="rId6"/>
                <a:stretch>
                  <a:fillRect l="-3303" t="-1667" r="-330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1645433" y="2530969"/>
                <a:ext cx="1278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=0.99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33" y="2530969"/>
                <a:ext cx="1278042" cy="369332"/>
              </a:xfrm>
              <a:prstGeom prst="rect">
                <a:avLst/>
              </a:prstGeom>
              <a:blipFill>
                <a:blip r:embed="rId7"/>
                <a:stretch>
                  <a:fillRect l="-2857" r="-5238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1664483" y="3026774"/>
                <a:ext cx="1278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483" y="3026774"/>
                <a:ext cx="1278042" cy="369332"/>
              </a:xfrm>
              <a:prstGeom prst="rect">
                <a:avLst/>
              </a:prstGeom>
              <a:blipFill>
                <a:blip r:embed="rId8"/>
                <a:stretch>
                  <a:fillRect l="-2381" r="-57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向右箭號 77"/>
          <p:cNvSpPr/>
          <p:nvPr/>
        </p:nvSpPr>
        <p:spPr>
          <a:xfrm>
            <a:off x="3169195" y="2624758"/>
            <a:ext cx="526242" cy="2200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向右箭號 78"/>
          <p:cNvSpPr/>
          <p:nvPr/>
        </p:nvSpPr>
        <p:spPr>
          <a:xfrm>
            <a:off x="3174454" y="3131937"/>
            <a:ext cx="526242" cy="2200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3972627" y="2506964"/>
                <a:ext cx="13478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627" y="2506964"/>
                <a:ext cx="1347869" cy="369332"/>
              </a:xfrm>
              <a:prstGeom prst="rect">
                <a:avLst/>
              </a:prstGeom>
              <a:blipFill>
                <a:blip r:embed="rId9"/>
                <a:stretch>
                  <a:fillRect l="-4977" r="-497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3972133" y="3041256"/>
                <a:ext cx="13478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133" y="3041256"/>
                <a:ext cx="1347869" cy="369332"/>
              </a:xfrm>
              <a:prstGeom prst="rect">
                <a:avLst/>
              </a:prstGeom>
              <a:blipFill>
                <a:blip r:embed="rId9"/>
                <a:stretch>
                  <a:fillRect l="-4977" r="-497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172767" y="1535609"/>
                <a:ext cx="1428171" cy="83099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Large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767" y="1535609"/>
                <a:ext cx="1428171" cy="830997"/>
              </a:xfrm>
              <a:prstGeom prst="rect">
                <a:avLst/>
              </a:prstGeom>
              <a:blipFill>
                <a:blip r:embed="rId10"/>
                <a:stretch>
                  <a:fillRect t="-25547" r="-20426" b="-10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6109606" y="2568182"/>
                <a:ext cx="1428171" cy="83099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Small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606" y="2568182"/>
                <a:ext cx="1428171" cy="830997"/>
              </a:xfrm>
              <a:prstGeom prst="rect">
                <a:avLst/>
              </a:prstGeom>
              <a:blipFill>
                <a:blip r:embed="rId11"/>
                <a:stretch>
                  <a:fillRect t="-25362" r="-20339" b="-10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F5E1999-8CF5-1DE9-4FEC-31923B28602C}"/>
              </a:ext>
            </a:extLst>
          </p:cNvPr>
          <p:cNvGrpSpPr/>
          <p:nvPr/>
        </p:nvGrpSpPr>
        <p:grpSpPr>
          <a:xfrm>
            <a:off x="407073" y="3498948"/>
            <a:ext cx="8348470" cy="3043198"/>
            <a:chOff x="407073" y="3498948"/>
            <a:chExt cx="8348470" cy="3043198"/>
          </a:xfrm>
        </p:grpSpPr>
        <p:sp>
          <p:nvSpPr>
            <p:cNvPr id="60" name="橢圓 4">
              <a:extLst>
                <a:ext uri="{FF2B5EF4-FFF2-40B4-BE49-F238E27FC236}">
                  <a16:creationId xmlns:a16="http://schemas.microsoft.com/office/drawing/2014/main" id="{1D40BA02-B4DF-5612-3FAB-CE422DFC0219}"/>
                </a:ext>
              </a:extLst>
            </p:cNvPr>
            <p:cNvSpPr/>
            <p:nvPr/>
          </p:nvSpPr>
          <p:spPr>
            <a:xfrm>
              <a:off x="2501930" y="4988981"/>
              <a:ext cx="628650" cy="62865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矩形 5">
              <a:extLst>
                <a:ext uri="{FF2B5EF4-FFF2-40B4-BE49-F238E27FC236}">
                  <a16:creationId xmlns:a16="http://schemas.microsoft.com/office/drawing/2014/main" id="{C5B1F7C9-EACF-873A-6633-FA7123817671}"/>
                </a:ext>
              </a:extLst>
            </p:cNvPr>
            <p:cNvSpPr/>
            <p:nvPr/>
          </p:nvSpPr>
          <p:spPr>
            <a:xfrm>
              <a:off x="2666500" y="6139310"/>
              <a:ext cx="390525" cy="40283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62" name="文字方塊 6">
              <a:extLst>
                <a:ext uri="{FF2B5EF4-FFF2-40B4-BE49-F238E27FC236}">
                  <a16:creationId xmlns:a16="http://schemas.microsoft.com/office/drawing/2014/main" id="{B6AA728A-5A6E-F993-3663-5C03C9591E48}"/>
                </a:ext>
              </a:extLst>
            </p:cNvPr>
            <p:cNvSpPr txBox="1"/>
            <p:nvPr/>
          </p:nvSpPr>
          <p:spPr>
            <a:xfrm>
              <a:off x="2782917" y="5654686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63" name="文字方塊 8">
              <a:extLst>
                <a:ext uri="{FF2B5EF4-FFF2-40B4-BE49-F238E27FC236}">
                  <a16:creationId xmlns:a16="http://schemas.microsoft.com/office/drawing/2014/main" id="{F3E702A3-CFC3-1C54-B239-7C3DD08F8899}"/>
                </a:ext>
              </a:extLst>
            </p:cNvPr>
            <p:cNvSpPr txBox="1"/>
            <p:nvPr/>
          </p:nvSpPr>
          <p:spPr>
            <a:xfrm>
              <a:off x="2613321" y="3951189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cxnSp>
          <p:nvCxnSpPr>
            <p:cNvPr id="64" name="直線單箭頭接點 27">
              <a:extLst>
                <a:ext uri="{FF2B5EF4-FFF2-40B4-BE49-F238E27FC236}">
                  <a16:creationId xmlns:a16="http://schemas.microsoft.com/office/drawing/2014/main" id="{A83B756B-D26F-0A98-3227-1104F52724BD}"/>
                </a:ext>
              </a:extLst>
            </p:cNvPr>
            <p:cNvCxnSpPr/>
            <p:nvPr/>
          </p:nvCxnSpPr>
          <p:spPr>
            <a:xfrm rot="16200000">
              <a:off x="2578270" y="5860842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28">
              <a:extLst>
                <a:ext uri="{FF2B5EF4-FFF2-40B4-BE49-F238E27FC236}">
                  <a16:creationId xmlns:a16="http://schemas.microsoft.com/office/drawing/2014/main" id="{3AFA6941-CC45-238E-DA95-CD4F62A42873}"/>
                </a:ext>
              </a:extLst>
            </p:cNvPr>
            <p:cNvCxnSpPr/>
            <p:nvPr/>
          </p:nvCxnSpPr>
          <p:spPr>
            <a:xfrm flipV="1">
              <a:off x="2827245" y="4398620"/>
              <a:ext cx="0" cy="54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橢圓 33">
              <a:extLst>
                <a:ext uri="{FF2B5EF4-FFF2-40B4-BE49-F238E27FC236}">
                  <a16:creationId xmlns:a16="http://schemas.microsoft.com/office/drawing/2014/main" id="{7F8E3206-C84C-BA5A-0276-47A5AD2A5CAF}"/>
                </a:ext>
              </a:extLst>
            </p:cNvPr>
            <p:cNvSpPr/>
            <p:nvPr/>
          </p:nvSpPr>
          <p:spPr>
            <a:xfrm>
              <a:off x="4077258" y="4988981"/>
              <a:ext cx="628650" cy="62865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矩形 34">
              <a:extLst>
                <a:ext uri="{FF2B5EF4-FFF2-40B4-BE49-F238E27FC236}">
                  <a16:creationId xmlns:a16="http://schemas.microsoft.com/office/drawing/2014/main" id="{4E7EF29D-4596-EABD-C73A-0671C5654E9C}"/>
                </a:ext>
              </a:extLst>
            </p:cNvPr>
            <p:cNvSpPr/>
            <p:nvPr/>
          </p:nvSpPr>
          <p:spPr>
            <a:xfrm>
              <a:off x="4241828" y="6139310"/>
              <a:ext cx="390525" cy="40283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72" name="文字方塊 35">
              <a:extLst>
                <a:ext uri="{FF2B5EF4-FFF2-40B4-BE49-F238E27FC236}">
                  <a16:creationId xmlns:a16="http://schemas.microsoft.com/office/drawing/2014/main" id="{DE1EFB75-A773-6B1E-775C-091CD2437CE6}"/>
                </a:ext>
              </a:extLst>
            </p:cNvPr>
            <p:cNvSpPr txBox="1"/>
            <p:nvPr/>
          </p:nvSpPr>
          <p:spPr>
            <a:xfrm>
              <a:off x="4358245" y="5654686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73" name="文字方塊 36">
              <a:extLst>
                <a:ext uri="{FF2B5EF4-FFF2-40B4-BE49-F238E27FC236}">
                  <a16:creationId xmlns:a16="http://schemas.microsoft.com/office/drawing/2014/main" id="{DA0A1B65-4C96-B2D9-7FC8-99147C5495E7}"/>
                </a:ext>
              </a:extLst>
            </p:cNvPr>
            <p:cNvSpPr txBox="1"/>
            <p:nvPr/>
          </p:nvSpPr>
          <p:spPr>
            <a:xfrm>
              <a:off x="3412891" y="5240631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endParaRPr lang="zh-TW" altLang="en-US" sz="2400" baseline="-25000" dirty="0"/>
            </a:p>
          </p:txBody>
        </p:sp>
        <p:sp>
          <p:nvSpPr>
            <p:cNvPr id="74" name="文字方塊 37">
              <a:extLst>
                <a:ext uri="{FF2B5EF4-FFF2-40B4-BE49-F238E27FC236}">
                  <a16:creationId xmlns:a16="http://schemas.microsoft.com/office/drawing/2014/main" id="{F76A6092-60DE-4490-9939-4FE6966F5018}"/>
                </a:ext>
              </a:extLst>
            </p:cNvPr>
            <p:cNvSpPr txBox="1"/>
            <p:nvPr/>
          </p:nvSpPr>
          <p:spPr>
            <a:xfrm>
              <a:off x="4188649" y="3951189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  <p:cxnSp>
          <p:nvCxnSpPr>
            <p:cNvPr id="82" name="直線單箭頭接點 38">
              <a:extLst>
                <a:ext uri="{FF2B5EF4-FFF2-40B4-BE49-F238E27FC236}">
                  <a16:creationId xmlns:a16="http://schemas.microsoft.com/office/drawing/2014/main" id="{0886FBDB-4A38-C6D9-8EA8-B464982D8647}"/>
                </a:ext>
              </a:extLst>
            </p:cNvPr>
            <p:cNvCxnSpPr/>
            <p:nvPr/>
          </p:nvCxnSpPr>
          <p:spPr>
            <a:xfrm>
              <a:off x="3230592" y="5320239"/>
              <a:ext cx="82973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39">
              <a:extLst>
                <a:ext uri="{FF2B5EF4-FFF2-40B4-BE49-F238E27FC236}">
                  <a16:creationId xmlns:a16="http://schemas.microsoft.com/office/drawing/2014/main" id="{5D486978-F9E5-9F1C-E043-0BA358E00337}"/>
                </a:ext>
              </a:extLst>
            </p:cNvPr>
            <p:cNvCxnSpPr/>
            <p:nvPr/>
          </p:nvCxnSpPr>
          <p:spPr>
            <a:xfrm rot="16200000">
              <a:off x="4153598" y="5860842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40">
              <a:extLst>
                <a:ext uri="{FF2B5EF4-FFF2-40B4-BE49-F238E27FC236}">
                  <a16:creationId xmlns:a16="http://schemas.microsoft.com/office/drawing/2014/main" id="{44B49223-6BDC-255A-016E-77B3A159C0E5}"/>
                </a:ext>
              </a:extLst>
            </p:cNvPr>
            <p:cNvCxnSpPr/>
            <p:nvPr/>
          </p:nvCxnSpPr>
          <p:spPr>
            <a:xfrm flipV="1">
              <a:off x="4402573" y="4398620"/>
              <a:ext cx="0" cy="54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橢圓 42">
              <a:extLst>
                <a:ext uri="{FF2B5EF4-FFF2-40B4-BE49-F238E27FC236}">
                  <a16:creationId xmlns:a16="http://schemas.microsoft.com/office/drawing/2014/main" id="{C5078870-3027-5D6A-7D59-CE996DC9F989}"/>
                </a:ext>
              </a:extLst>
            </p:cNvPr>
            <p:cNvSpPr/>
            <p:nvPr/>
          </p:nvSpPr>
          <p:spPr>
            <a:xfrm>
              <a:off x="5618184" y="4971594"/>
              <a:ext cx="628650" cy="62865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矩形 43">
              <a:extLst>
                <a:ext uri="{FF2B5EF4-FFF2-40B4-BE49-F238E27FC236}">
                  <a16:creationId xmlns:a16="http://schemas.microsoft.com/office/drawing/2014/main" id="{D7DCDB06-56DE-4BB2-38D9-BA44F086F888}"/>
                </a:ext>
              </a:extLst>
            </p:cNvPr>
            <p:cNvSpPr/>
            <p:nvPr/>
          </p:nvSpPr>
          <p:spPr>
            <a:xfrm>
              <a:off x="5782754" y="6121923"/>
              <a:ext cx="390525" cy="40283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89" name="文字方塊 44">
              <a:extLst>
                <a:ext uri="{FF2B5EF4-FFF2-40B4-BE49-F238E27FC236}">
                  <a16:creationId xmlns:a16="http://schemas.microsoft.com/office/drawing/2014/main" id="{ADE04F5C-8740-F002-7F7D-38D59F265312}"/>
                </a:ext>
              </a:extLst>
            </p:cNvPr>
            <p:cNvSpPr txBox="1"/>
            <p:nvPr/>
          </p:nvSpPr>
          <p:spPr>
            <a:xfrm>
              <a:off x="5899171" y="5637299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90" name="文字方塊 45">
              <a:extLst>
                <a:ext uri="{FF2B5EF4-FFF2-40B4-BE49-F238E27FC236}">
                  <a16:creationId xmlns:a16="http://schemas.microsoft.com/office/drawing/2014/main" id="{3952035B-C3C2-9767-0EF7-AB9323645F7C}"/>
                </a:ext>
              </a:extLst>
            </p:cNvPr>
            <p:cNvSpPr txBox="1"/>
            <p:nvPr/>
          </p:nvSpPr>
          <p:spPr>
            <a:xfrm>
              <a:off x="4953817" y="5223244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endParaRPr lang="zh-TW" altLang="en-US" sz="2400" baseline="-25000" dirty="0"/>
            </a:p>
          </p:txBody>
        </p:sp>
        <p:sp>
          <p:nvSpPr>
            <p:cNvPr id="91" name="文字方塊 46">
              <a:extLst>
                <a:ext uri="{FF2B5EF4-FFF2-40B4-BE49-F238E27FC236}">
                  <a16:creationId xmlns:a16="http://schemas.microsoft.com/office/drawing/2014/main" id="{9A900021-1474-FA43-7FF8-BE3A2D6ACE58}"/>
                </a:ext>
              </a:extLst>
            </p:cNvPr>
            <p:cNvSpPr txBox="1"/>
            <p:nvPr/>
          </p:nvSpPr>
          <p:spPr>
            <a:xfrm>
              <a:off x="5729575" y="3933802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3</a:t>
              </a:r>
              <a:endParaRPr lang="zh-TW" altLang="en-US" sz="2400" baseline="30000" dirty="0"/>
            </a:p>
          </p:txBody>
        </p:sp>
        <p:cxnSp>
          <p:nvCxnSpPr>
            <p:cNvPr id="92" name="直線單箭頭接點 47">
              <a:extLst>
                <a:ext uri="{FF2B5EF4-FFF2-40B4-BE49-F238E27FC236}">
                  <a16:creationId xmlns:a16="http://schemas.microsoft.com/office/drawing/2014/main" id="{729118FD-BA33-00DB-FEC3-CF99BFC5F9F9}"/>
                </a:ext>
              </a:extLst>
            </p:cNvPr>
            <p:cNvCxnSpPr/>
            <p:nvPr/>
          </p:nvCxnSpPr>
          <p:spPr>
            <a:xfrm>
              <a:off x="4771518" y="5302852"/>
              <a:ext cx="82973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48">
              <a:extLst>
                <a:ext uri="{FF2B5EF4-FFF2-40B4-BE49-F238E27FC236}">
                  <a16:creationId xmlns:a16="http://schemas.microsoft.com/office/drawing/2014/main" id="{58F96E4D-7E73-502B-F5A9-4880617B2454}"/>
                </a:ext>
              </a:extLst>
            </p:cNvPr>
            <p:cNvCxnSpPr/>
            <p:nvPr/>
          </p:nvCxnSpPr>
          <p:spPr>
            <a:xfrm rot="16200000">
              <a:off x="5694524" y="5843455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49">
              <a:extLst>
                <a:ext uri="{FF2B5EF4-FFF2-40B4-BE49-F238E27FC236}">
                  <a16:creationId xmlns:a16="http://schemas.microsoft.com/office/drawing/2014/main" id="{6B39FE3A-0061-5B8D-2BC5-859EBE601C23}"/>
                </a:ext>
              </a:extLst>
            </p:cNvPr>
            <p:cNvCxnSpPr/>
            <p:nvPr/>
          </p:nvCxnSpPr>
          <p:spPr>
            <a:xfrm flipV="1">
              <a:off x="5943499" y="4381233"/>
              <a:ext cx="0" cy="54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橢圓 51">
              <a:extLst>
                <a:ext uri="{FF2B5EF4-FFF2-40B4-BE49-F238E27FC236}">
                  <a16:creationId xmlns:a16="http://schemas.microsoft.com/office/drawing/2014/main" id="{0828BEB1-4DA2-8AD4-5FBF-FC4D29BC0CEE}"/>
                </a:ext>
              </a:extLst>
            </p:cNvPr>
            <p:cNvSpPr/>
            <p:nvPr/>
          </p:nvSpPr>
          <p:spPr>
            <a:xfrm>
              <a:off x="7718446" y="4971594"/>
              <a:ext cx="628650" cy="62865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矩形 52">
              <a:extLst>
                <a:ext uri="{FF2B5EF4-FFF2-40B4-BE49-F238E27FC236}">
                  <a16:creationId xmlns:a16="http://schemas.microsoft.com/office/drawing/2014/main" id="{B72CC03D-1C8D-3688-9C42-DC18DA3E885A}"/>
                </a:ext>
              </a:extLst>
            </p:cNvPr>
            <p:cNvSpPr/>
            <p:nvPr/>
          </p:nvSpPr>
          <p:spPr>
            <a:xfrm>
              <a:off x="7883016" y="6121923"/>
              <a:ext cx="390525" cy="40283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97" name="文字方塊 53">
              <a:extLst>
                <a:ext uri="{FF2B5EF4-FFF2-40B4-BE49-F238E27FC236}">
                  <a16:creationId xmlns:a16="http://schemas.microsoft.com/office/drawing/2014/main" id="{7C38003D-D203-F7E7-0E71-A32930624C98}"/>
                </a:ext>
              </a:extLst>
            </p:cNvPr>
            <p:cNvSpPr txBox="1"/>
            <p:nvPr/>
          </p:nvSpPr>
          <p:spPr>
            <a:xfrm>
              <a:off x="7999433" y="5637299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98" name="文字方塊 54">
              <a:extLst>
                <a:ext uri="{FF2B5EF4-FFF2-40B4-BE49-F238E27FC236}">
                  <a16:creationId xmlns:a16="http://schemas.microsoft.com/office/drawing/2014/main" id="{F6B1A4FD-97FC-FB3D-4602-5D4448B0DC66}"/>
                </a:ext>
              </a:extLst>
            </p:cNvPr>
            <p:cNvSpPr txBox="1"/>
            <p:nvPr/>
          </p:nvSpPr>
          <p:spPr>
            <a:xfrm>
              <a:off x="7054079" y="5223244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endParaRPr lang="zh-TW" altLang="en-US" sz="2400" baseline="-25000" dirty="0"/>
            </a:p>
          </p:txBody>
        </p:sp>
        <p:sp>
          <p:nvSpPr>
            <p:cNvPr id="99" name="文字方塊 55">
              <a:extLst>
                <a:ext uri="{FF2B5EF4-FFF2-40B4-BE49-F238E27FC236}">
                  <a16:creationId xmlns:a16="http://schemas.microsoft.com/office/drawing/2014/main" id="{C81B7D36-9EA9-1B5B-EC91-97DC01E83FB9}"/>
                </a:ext>
              </a:extLst>
            </p:cNvPr>
            <p:cNvSpPr txBox="1"/>
            <p:nvPr/>
          </p:nvSpPr>
          <p:spPr>
            <a:xfrm>
              <a:off x="7746293" y="3933802"/>
              <a:ext cx="9978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1000</a:t>
              </a:r>
              <a:endParaRPr lang="zh-TW" altLang="en-US" sz="2400" baseline="30000" dirty="0"/>
            </a:p>
          </p:txBody>
        </p:sp>
        <p:cxnSp>
          <p:nvCxnSpPr>
            <p:cNvPr id="100" name="直線單箭頭接點 56">
              <a:extLst>
                <a:ext uri="{FF2B5EF4-FFF2-40B4-BE49-F238E27FC236}">
                  <a16:creationId xmlns:a16="http://schemas.microsoft.com/office/drawing/2014/main" id="{E23EB4B3-E4ED-1578-5354-CEC6BA00B71C}"/>
                </a:ext>
              </a:extLst>
            </p:cNvPr>
            <p:cNvCxnSpPr/>
            <p:nvPr/>
          </p:nvCxnSpPr>
          <p:spPr>
            <a:xfrm>
              <a:off x="6871780" y="5302852"/>
              <a:ext cx="82973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57">
              <a:extLst>
                <a:ext uri="{FF2B5EF4-FFF2-40B4-BE49-F238E27FC236}">
                  <a16:creationId xmlns:a16="http://schemas.microsoft.com/office/drawing/2014/main" id="{77FA39FB-A88F-8955-49AB-CA4B351F6957}"/>
                </a:ext>
              </a:extLst>
            </p:cNvPr>
            <p:cNvCxnSpPr/>
            <p:nvPr/>
          </p:nvCxnSpPr>
          <p:spPr>
            <a:xfrm rot="16200000">
              <a:off x="7794786" y="5843455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58">
              <a:extLst>
                <a:ext uri="{FF2B5EF4-FFF2-40B4-BE49-F238E27FC236}">
                  <a16:creationId xmlns:a16="http://schemas.microsoft.com/office/drawing/2014/main" id="{048FC334-BE90-137F-771B-A9A275009EFA}"/>
                </a:ext>
              </a:extLst>
            </p:cNvPr>
            <p:cNvCxnSpPr/>
            <p:nvPr/>
          </p:nvCxnSpPr>
          <p:spPr>
            <a:xfrm flipV="1">
              <a:off x="8043761" y="4381233"/>
              <a:ext cx="0" cy="54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字方塊 60">
              <a:extLst>
                <a:ext uri="{FF2B5EF4-FFF2-40B4-BE49-F238E27FC236}">
                  <a16:creationId xmlns:a16="http://schemas.microsoft.com/office/drawing/2014/main" id="{251E6765-6AC6-AB2F-39EB-00FE589CA538}"/>
                </a:ext>
              </a:extLst>
            </p:cNvPr>
            <p:cNvSpPr txBox="1"/>
            <p:nvPr/>
          </p:nvSpPr>
          <p:spPr>
            <a:xfrm>
              <a:off x="6156346" y="4971594"/>
              <a:ext cx="8289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……</a:t>
              </a:r>
              <a:endParaRPr lang="zh-TW" altLang="en-US" sz="2400" dirty="0"/>
            </a:p>
          </p:txBody>
        </p:sp>
        <p:cxnSp>
          <p:nvCxnSpPr>
            <p:cNvPr id="104" name="直線接點 11">
              <a:extLst>
                <a:ext uri="{FF2B5EF4-FFF2-40B4-BE49-F238E27FC236}">
                  <a16:creationId xmlns:a16="http://schemas.microsoft.com/office/drawing/2014/main" id="{BC4DD072-815E-F064-038E-3EB6BE8C8FF5}"/>
                </a:ext>
              </a:extLst>
            </p:cNvPr>
            <p:cNvCxnSpPr/>
            <p:nvPr/>
          </p:nvCxnSpPr>
          <p:spPr>
            <a:xfrm flipH="1">
              <a:off x="2622530" y="5108407"/>
              <a:ext cx="391313" cy="39131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接點 71">
              <a:extLst>
                <a:ext uri="{FF2B5EF4-FFF2-40B4-BE49-F238E27FC236}">
                  <a16:creationId xmlns:a16="http://schemas.microsoft.com/office/drawing/2014/main" id="{06D6B20F-6D2C-8D3F-81B3-73AD670FD6AD}"/>
                </a:ext>
              </a:extLst>
            </p:cNvPr>
            <p:cNvCxnSpPr/>
            <p:nvPr/>
          </p:nvCxnSpPr>
          <p:spPr>
            <a:xfrm flipH="1">
              <a:off x="4220134" y="5118122"/>
              <a:ext cx="391313" cy="39131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72">
              <a:extLst>
                <a:ext uri="{FF2B5EF4-FFF2-40B4-BE49-F238E27FC236}">
                  <a16:creationId xmlns:a16="http://schemas.microsoft.com/office/drawing/2014/main" id="{1E334D0C-0A1D-E388-CC8B-E8874CBE4B9F}"/>
                </a:ext>
              </a:extLst>
            </p:cNvPr>
            <p:cNvCxnSpPr/>
            <p:nvPr/>
          </p:nvCxnSpPr>
          <p:spPr>
            <a:xfrm flipH="1">
              <a:off x="5736085" y="5072083"/>
              <a:ext cx="391313" cy="39131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73">
              <a:extLst>
                <a:ext uri="{FF2B5EF4-FFF2-40B4-BE49-F238E27FC236}">
                  <a16:creationId xmlns:a16="http://schemas.microsoft.com/office/drawing/2014/main" id="{FD0B0309-30FB-6F9B-E960-4A9599E25353}"/>
                </a:ext>
              </a:extLst>
            </p:cNvPr>
            <p:cNvCxnSpPr/>
            <p:nvPr/>
          </p:nvCxnSpPr>
          <p:spPr>
            <a:xfrm flipH="1">
              <a:off x="7869129" y="5080810"/>
              <a:ext cx="391313" cy="39131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字方塊 59">
              <a:extLst>
                <a:ext uri="{FF2B5EF4-FFF2-40B4-BE49-F238E27FC236}">
                  <a16:creationId xmlns:a16="http://schemas.microsoft.com/office/drawing/2014/main" id="{6EA3F795-A4AD-DDDB-1DE5-0F5153EFCB5C}"/>
                </a:ext>
              </a:extLst>
            </p:cNvPr>
            <p:cNvSpPr txBox="1"/>
            <p:nvPr/>
          </p:nvSpPr>
          <p:spPr>
            <a:xfrm>
              <a:off x="2746585" y="4517803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109" name="文字方塊 62">
              <a:extLst>
                <a:ext uri="{FF2B5EF4-FFF2-40B4-BE49-F238E27FC236}">
                  <a16:creationId xmlns:a16="http://schemas.microsoft.com/office/drawing/2014/main" id="{BFF25F34-9E53-890B-83BA-7ABFC6F5BBF3}"/>
                </a:ext>
              </a:extLst>
            </p:cNvPr>
            <p:cNvSpPr txBox="1"/>
            <p:nvPr/>
          </p:nvSpPr>
          <p:spPr>
            <a:xfrm>
              <a:off x="4321913" y="4517803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110" name="文字方塊 63">
              <a:extLst>
                <a:ext uri="{FF2B5EF4-FFF2-40B4-BE49-F238E27FC236}">
                  <a16:creationId xmlns:a16="http://schemas.microsoft.com/office/drawing/2014/main" id="{C0256E5E-2915-DC4C-911E-2C082494A101}"/>
                </a:ext>
              </a:extLst>
            </p:cNvPr>
            <p:cNvSpPr txBox="1"/>
            <p:nvPr/>
          </p:nvSpPr>
          <p:spPr>
            <a:xfrm>
              <a:off x="5862839" y="4500416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111" name="文字方塊 81">
              <a:extLst>
                <a:ext uri="{FF2B5EF4-FFF2-40B4-BE49-F238E27FC236}">
                  <a16:creationId xmlns:a16="http://schemas.microsoft.com/office/drawing/2014/main" id="{45ED1EFE-89DB-B3D5-E185-8ADBAC3A4A6F}"/>
                </a:ext>
              </a:extLst>
            </p:cNvPr>
            <p:cNvSpPr txBox="1"/>
            <p:nvPr/>
          </p:nvSpPr>
          <p:spPr>
            <a:xfrm>
              <a:off x="7963101" y="4500416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112" name="文字方塊 64">
              <a:extLst>
                <a:ext uri="{FF2B5EF4-FFF2-40B4-BE49-F238E27FC236}">
                  <a16:creationId xmlns:a16="http://schemas.microsoft.com/office/drawing/2014/main" id="{655A3EEC-AE39-A064-6AC9-2CE5FCFFDE83}"/>
                </a:ext>
              </a:extLst>
            </p:cNvPr>
            <p:cNvSpPr txBox="1"/>
            <p:nvPr/>
          </p:nvSpPr>
          <p:spPr>
            <a:xfrm>
              <a:off x="7757673" y="3498948"/>
              <a:ext cx="9978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=w</a:t>
              </a:r>
              <a:r>
                <a:rPr lang="en-US" altLang="zh-TW" sz="2400" baseline="30000" dirty="0">
                  <a:solidFill>
                    <a:srgbClr val="0000FF"/>
                  </a:solidFill>
                </a:rPr>
                <a:t>999</a:t>
              </a:r>
              <a:endParaRPr lang="zh-TW" altLang="en-US" sz="2400" baseline="30000" dirty="0">
                <a:solidFill>
                  <a:srgbClr val="0000FF"/>
                </a:solidFill>
              </a:endParaRPr>
            </a:p>
          </p:txBody>
        </p:sp>
        <p:sp>
          <p:nvSpPr>
            <p:cNvPr id="113" name="橢圓 4">
              <a:extLst>
                <a:ext uri="{FF2B5EF4-FFF2-40B4-BE49-F238E27FC236}">
                  <a16:creationId xmlns:a16="http://schemas.microsoft.com/office/drawing/2014/main" id="{BB6B7BA1-C97E-2E3D-13CA-8018F80E84CB}"/>
                </a:ext>
              </a:extLst>
            </p:cNvPr>
            <p:cNvSpPr/>
            <p:nvPr/>
          </p:nvSpPr>
          <p:spPr>
            <a:xfrm>
              <a:off x="407073" y="4907458"/>
              <a:ext cx="628650" cy="62865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矩形 5">
              <a:extLst>
                <a:ext uri="{FF2B5EF4-FFF2-40B4-BE49-F238E27FC236}">
                  <a16:creationId xmlns:a16="http://schemas.microsoft.com/office/drawing/2014/main" id="{425045FA-E094-C6B4-287D-6A225CDD798D}"/>
                </a:ext>
              </a:extLst>
            </p:cNvPr>
            <p:cNvSpPr/>
            <p:nvPr/>
          </p:nvSpPr>
          <p:spPr>
            <a:xfrm>
              <a:off x="571643" y="6057787"/>
              <a:ext cx="390525" cy="40283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115" name="文字方塊 6">
              <a:extLst>
                <a:ext uri="{FF2B5EF4-FFF2-40B4-BE49-F238E27FC236}">
                  <a16:creationId xmlns:a16="http://schemas.microsoft.com/office/drawing/2014/main" id="{BF782CD0-FF56-F0AE-FEBF-06B97EF3F22C}"/>
                </a:ext>
              </a:extLst>
            </p:cNvPr>
            <p:cNvSpPr txBox="1"/>
            <p:nvPr/>
          </p:nvSpPr>
          <p:spPr>
            <a:xfrm>
              <a:off x="648510" y="5593578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116" name="文字方塊 8">
              <a:extLst>
                <a:ext uri="{FF2B5EF4-FFF2-40B4-BE49-F238E27FC236}">
                  <a16:creationId xmlns:a16="http://schemas.microsoft.com/office/drawing/2014/main" id="{945DA5DA-6485-8275-1A6A-C9556B52A60F}"/>
                </a:ext>
              </a:extLst>
            </p:cNvPr>
            <p:cNvSpPr txBox="1"/>
            <p:nvPr/>
          </p:nvSpPr>
          <p:spPr>
            <a:xfrm>
              <a:off x="518464" y="3869666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cxnSp>
          <p:nvCxnSpPr>
            <p:cNvPr id="117" name="直線單箭頭接點 27">
              <a:extLst>
                <a:ext uri="{FF2B5EF4-FFF2-40B4-BE49-F238E27FC236}">
                  <a16:creationId xmlns:a16="http://schemas.microsoft.com/office/drawing/2014/main" id="{AF74A4B6-FCFD-2061-9B36-8A7B4E4D6772}"/>
                </a:ext>
              </a:extLst>
            </p:cNvPr>
            <p:cNvCxnSpPr/>
            <p:nvPr/>
          </p:nvCxnSpPr>
          <p:spPr>
            <a:xfrm rot="16200000">
              <a:off x="483413" y="577931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單箭頭接點 28">
              <a:extLst>
                <a:ext uri="{FF2B5EF4-FFF2-40B4-BE49-F238E27FC236}">
                  <a16:creationId xmlns:a16="http://schemas.microsoft.com/office/drawing/2014/main" id="{552DD562-1BA2-95B3-AEC9-C6C26CE27A87}"/>
                </a:ext>
              </a:extLst>
            </p:cNvPr>
            <p:cNvCxnSpPr/>
            <p:nvPr/>
          </p:nvCxnSpPr>
          <p:spPr>
            <a:xfrm flipV="1">
              <a:off x="732388" y="4317097"/>
              <a:ext cx="0" cy="54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文字方塊 36">
              <a:extLst>
                <a:ext uri="{FF2B5EF4-FFF2-40B4-BE49-F238E27FC236}">
                  <a16:creationId xmlns:a16="http://schemas.microsoft.com/office/drawing/2014/main" id="{CAC47A89-43F1-66FD-AC99-87DB0CF449AF}"/>
                </a:ext>
              </a:extLst>
            </p:cNvPr>
            <p:cNvSpPr txBox="1"/>
            <p:nvPr/>
          </p:nvSpPr>
          <p:spPr>
            <a:xfrm>
              <a:off x="999960" y="4719525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endParaRPr lang="zh-TW" altLang="en-US" sz="2400" baseline="-25000" dirty="0"/>
            </a:p>
          </p:txBody>
        </p:sp>
        <p:cxnSp>
          <p:nvCxnSpPr>
            <p:cNvPr id="120" name="直線單箭頭接點 38">
              <a:extLst>
                <a:ext uri="{FF2B5EF4-FFF2-40B4-BE49-F238E27FC236}">
                  <a16:creationId xmlns:a16="http://schemas.microsoft.com/office/drawing/2014/main" id="{E6ECE33C-65CB-E47A-D2C2-B3F211A01DF4}"/>
                </a:ext>
              </a:extLst>
            </p:cNvPr>
            <p:cNvCxnSpPr>
              <a:cxnSpLocks/>
            </p:cNvCxnSpPr>
            <p:nvPr/>
          </p:nvCxnSpPr>
          <p:spPr>
            <a:xfrm>
              <a:off x="738738" y="4808520"/>
              <a:ext cx="762113" cy="5487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接點 11">
              <a:extLst>
                <a:ext uri="{FF2B5EF4-FFF2-40B4-BE49-F238E27FC236}">
                  <a16:creationId xmlns:a16="http://schemas.microsoft.com/office/drawing/2014/main" id="{5F519BF2-A41D-F4B0-9219-5A33C98F2DD9}"/>
                </a:ext>
              </a:extLst>
            </p:cNvPr>
            <p:cNvCxnSpPr/>
            <p:nvPr/>
          </p:nvCxnSpPr>
          <p:spPr>
            <a:xfrm flipH="1">
              <a:off x="527673" y="5026884"/>
              <a:ext cx="391313" cy="39131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文字方塊 59">
              <a:extLst>
                <a:ext uri="{FF2B5EF4-FFF2-40B4-BE49-F238E27FC236}">
                  <a16:creationId xmlns:a16="http://schemas.microsoft.com/office/drawing/2014/main" id="{57E9B564-743F-3474-5ECC-23890FB3207D}"/>
                </a:ext>
              </a:extLst>
            </p:cNvPr>
            <p:cNvSpPr txBox="1"/>
            <p:nvPr/>
          </p:nvSpPr>
          <p:spPr>
            <a:xfrm>
              <a:off x="651728" y="4436280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  <p:cxnSp>
          <p:nvCxnSpPr>
            <p:cNvPr id="123" name="直線單箭頭接點 38">
              <a:extLst>
                <a:ext uri="{FF2B5EF4-FFF2-40B4-BE49-F238E27FC236}">
                  <a16:creationId xmlns:a16="http://schemas.microsoft.com/office/drawing/2014/main" id="{EBCE32B6-6B63-289C-F57E-449437482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430" y="5349881"/>
              <a:ext cx="603542" cy="2503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矩形 5">
              <a:extLst>
                <a:ext uri="{FF2B5EF4-FFF2-40B4-BE49-F238E27FC236}">
                  <a16:creationId xmlns:a16="http://schemas.microsoft.com/office/drawing/2014/main" id="{819B4527-BA90-F404-9704-24247CBE777E}"/>
                </a:ext>
              </a:extLst>
            </p:cNvPr>
            <p:cNvSpPr/>
            <p:nvPr/>
          </p:nvSpPr>
          <p:spPr>
            <a:xfrm>
              <a:off x="1509596" y="5133272"/>
              <a:ext cx="390525" cy="402836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</a:gra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125" name="文字方塊 6">
              <a:extLst>
                <a:ext uri="{FF2B5EF4-FFF2-40B4-BE49-F238E27FC236}">
                  <a16:creationId xmlns:a16="http://schemas.microsoft.com/office/drawing/2014/main" id="{ED5BD180-4C78-9AD1-73B2-3F4B3308ACD4}"/>
                </a:ext>
              </a:extLst>
            </p:cNvPr>
            <p:cNvSpPr txBox="1"/>
            <p:nvPr/>
          </p:nvSpPr>
          <p:spPr>
            <a:xfrm>
              <a:off x="1029639" y="5309397"/>
              <a:ext cx="514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230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14" grpId="0" animBg="1"/>
      <p:bldP spid="68" grpId="0"/>
      <p:bldP spid="69" grpId="0"/>
      <p:bldP spid="10" grpId="0" animBg="1"/>
      <p:bldP spid="70" grpId="0" animBg="1"/>
      <p:bldP spid="71" grpId="0"/>
      <p:bldP spid="75" grpId="0"/>
      <p:bldP spid="76" grpId="0"/>
      <p:bldP spid="77" grpId="0"/>
      <p:bldP spid="78" grpId="0" animBg="1"/>
      <p:bldP spid="79" grpId="0" animBg="1"/>
      <p:bldP spid="80" grpId="0"/>
      <p:bldP spid="81" grpId="0"/>
      <p:bldP spid="15" grpId="0" animBg="1"/>
      <p:bldP spid="8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330D-6F15-7A66-23EB-93EBBF49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Vanishing Gradients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90585-6306-5AD1-1FDF-6985635D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Picture 4" descr="A graph of functions and functions">
            <a:extLst>
              <a:ext uri="{FF2B5EF4-FFF2-40B4-BE49-F238E27FC236}">
                <a16:creationId xmlns:a16="http://schemas.microsoft.com/office/drawing/2014/main" id="{C5A87B69-FB4A-D1E9-1A0C-5A969A7F86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67" r="56005" b="-240"/>
          <a:stretch>
            <a:fillRect/>
          </a:stretch>
        </p:blipFill>
        <p:spPr>
          <a:xfrm>
            <a:off x="5801264" y="2337635"/>
            <a:ext cx="2620276" cy="250607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802C79B-8FA0-E18B-9B9B-39E00BAB1292}"/>
              </a:ext>
            </a:extLst>
          </p:cNvPr>
          <p:cNvSpPr/>
          <p:nvPr/>
        </p:nvSpPr>
        <p:spPr>
          <a:xfrm rot="5400000">
            <a:off x="7953320" y="1980216"/>
            <a:ext cx="585715" cy="5693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AF1EA-89C6-14E8-A78E-4A4383D6214A}"/>
              </a:ext>
            </a:extLst>
          </p:cNvPr>
          <p:cNvSpPr txBox="1"/>
          <p:nvPr/>
        </p:nvSpPr>
        <p:spPr>
          <a:xfrm>
            <a:off x="969254" y="2787961"/>
            <a:ext cx="41881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Sigmoid and tanh have vanishing gradients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RNNs have short term memory 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Solution?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FE12DEE-5723-4BF2-0F7C-161DC3A9E311}"/>
              </a:ext>
            </a:extLst>
          </p:cNvPr>
          <p:cNvSpPr/>
          <p:nvPr/>
        </p:nvSpPr>
        <p:spPr>
          <a:xfrm rot="5400000">
            <a:off x="7166159" y="2602037"/>
            <a:ext cx="585715" cy="5693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70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4257" y="-64197"/>
            <a:ext cx="7886700" cy="1325563"/>
          </a:xfrm>
        </p:spPr>
        <p:txBody>
          <a:bodyPr/>
          <a:lstStyle/>
          <a:p>
            <a:r>
              <a:rPr lang="en-US" altLang="zh-TW" dirty="0"/>
              <a:t>Clipping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176384" y="6525789"/>
            <a:ext cx="3124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dirty="0">
                <a:solidFill>
                  <a:srgbClr val="0000FF"/>
                </a:solidFill>
              </a:rPr>
              <a:t>[Razvan Pascanu, ICML’13]</a:t>
            </a:r>
            <a:endParaRPr lang="zh-TW" altLang="en-US" dirty="0">
              <a:solidFill>
                <a:srgbClr val="0000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33D342-7CAC-7CBB-17E5-E4BC28FB7054}"/>
              </a:ext>
            </a:extLst>
          </p:cNvPr>
          <p:cNvGrpSpPr/>
          <p:nvPr/>
        </p:nvGrpSpPr>
        <p:grpSpPr>
          <a:xfrm>
            <a:off x="779303" y="1827213"/>
            <a:ext cx="7273279" cy="4807554"/>
            <a:chOff x="779303" y="1827213"/>
            <a:chExt cx="7273279" cy="4807554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5782" y="1827213"/>
              <a:ext cx="6842875" cy="4633669"/>
            </a:xfrm>
            <a:prstGeom prst="rect">
              <a:avLst/>
            </a:prstGeom>
          </p:spPr>
        </p:pic>
        <p:sp>
          <p:nvSpPr>
            <p:cNvPr id="7" name="文字方塊 6"/>
            <p:cNvSpPr txBox="1"/>
            <p:nvPr/>
          </p:nvSpPr>
          <p:spPr>
            <a:xfrm>
              <a:off x="4255770" y="6173102"/>
              <a:ext cx="977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-250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779303" y="5509167"/>
              <a:ext cx="977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-25000" dirty="0"/>
                <a:t>2</a:t>
              </a:r>
              <a:endParaRPr lang="zh-TW" altLang="en-US" sz="2400" baseline="-25000" dirty="0"/>
            </a:p>
          </p:txBody>
        </p:sp>
        <p:sp>
          <p:nvSpPr>
            <p:cNvPr id="9" name="文字方塊 8"/>
            <p:cNvSpPr txBox="1"/>
            <p:nvPr/>
          </p:nvSpPr>
          <p:spPr>
            <a:xfrm rot="5400000">
              <a:off x="7038224" y="4104404"/>
              <a:ext cx="1509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Cost</a:t>
              </a:r>
              <a:endParaRPr lang="zh-TW" altLang="en-US" sz="2400" baseline="30000" dirty="0"/>
            </a:p>
          </p:txBody>
        </p:sp>
        <p:sp>
          <p:nvSpPr>
            <p:cNvPr id="3" name="橢圓 2"/>
            <p:cNvSpPr/>
            <p:nvPr/>
          </p:nvSpPr>
          <p:spPr>
            <a:xfrm>
              <a:off x="4427219" y="4573874"/>
              <a:ext cx="147110" cy="14393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950969" y="4745521"/>
              <a:ext cx="147110" cy="14393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2944398" y="2726971"/>
              <a:ext cx="147110" cy="14393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手繪多邊形 4"/>
            <p:cNvSpPr/>
            <p:nvPr/>
          </p:nvSpPr>
          <p:spPr>
            <a:xfrm rot="21409801">
              <a:off x="3144399" y="2829628"/>
              <a:ext cx="815340" cy="1935480"/>
            </a:xfrm>
            <a:custGeom>
              <a:avLst/>
              <a:gdLst>
                <a:gd name="connsiteX0" fmla="*/ 815340 w 815340"/>
                <a:gd name="connsiteY0" fmla="*/ 1935480 h 1935480"/>
                <a:gd name="connsiteX1" fmla="*/ 670560 w 815340"/>
                <a:gd name="connsiteY1" fmla="*/ 982980 h 1935480"/>
                <a:gd name="connsiteX2" fmla="*/ 0 w 815340"/>
                <a:gd name="connsiteY2" fmla="*/ 0 h 1935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5340" h="1935480">
                  <a:moveTo>
                    <a:pt x="815340" y="1935480"/>
                  </a:moveTo>
                  <a:cubicBezTo>
                    <a:pt x="810895" y="1620520"/>
                    <a:pt x="806450" y="1305560"/>
                    <a:pt x="670560" y="982980"/>
                  </a:cubicBezTo>
                  <a:cubicBezTo>
                    <a:pt x="534670" y="660400"/>
                    <a:pt x="267335" y="330200"/>
                    <a:pt x="0" y="0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5220041" y="4782742"/>
              <a:ext cx="147110" cy="14393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4743791" y="4954389"/>
              <a:ext cx="147110" cy="14393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4210497" y="5105066"/>
              <a:ext cx="147110" cy="14393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293738" y="3847563"/>
              <a:ext cx="939932" cy="36933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dirty="0"/>
                <a:t>Clipping </a:t>
              </a:r>
              <a:endParaRPr lang="zh-TW" altLang="en-US" dirty="0"/>
            </a:p>
          </p:txBody>
        </p:sp>
        <p:sp>
          <p:nvSpPr>
            <p:cNvPr id="20" name="文字方塊 19"/>
            <p:cNvSpPr txBox="1"/>
            <p:nvPr/>
          </p:nvSpPr>
          <p:spPr>
            <a:xfrm rot="5400000" flipH="1">
              <a:off x="7079253" y="4203704"/>
              <a:ext cx="148499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Total Loss</a:t>
              </a:r>
              <a:endParaRPr lang="zh-TW" altLang="en-US" sz="240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C6415-7863-422B-AD7E-E615D910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5188" y="6414843"/>
            <a:ext cx="2057400" cy="365125"/>
          </a:xfrm>
        </p:spPr>
        <p:txBody>
          <a:bodyPr/>
          <a:lstStyle/>
          <a:p>
            <a:fld id="{DBA3D241-4C98-4CC4-A8E0-1604E5745E2D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4C2E9A-65E6-498D-F2D4-28470A7132B5}"/>
              </a:ext>
            </a:extLst>
          </p:cNvPr>
          <p:cNvSpPr txBox="1"/>
          <p:nvPr/>
        </p:nvSpPr>
        <p:spPr>
          <a:xfrm>
            <a:off x="2179305" y="1040131"/>
            <a:ext cx="40614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 solution for exploding gradient </a:t>
            </a:r>
          </a:p>
          <a:p>
            <a:pPr algn="ctr"/>
            <a:r>
              <a:rPr lang="en-US" sz="2000" dirty="0"/>
              <a:t>where we clip gradient into [</a:t>
            </a:r>
            <a:r>
              <a:rPr lang="en-US" sz="2000" dirty="0" err="1"/>
              <a:t>T</a:t>
            </a:r>
            <a:r>
              <a:rPr lang="en-US" sz="2000" baseline="-25000" dirty="0" err="1"/>
              <a:t>min</a:t>
            </a:r>
            <a:r>
              <a:rPr lang="en-US" sz="2000" dirty="0" err="1"/>
              <a:t>,T</a:t>
            </a:r>
            <a:r>
              <a:rPr lang="en-US" sz="2000" baseline="-25000" dirty="0" err="1"/>
              <a:t>max</a:t>
            </a:r>
            <a:r>
              <a:rPr lang="en-US" sz="2000" dirty="0"/>
              <a:t>]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4590575" y="1912540"/>
            <a:ext cx="3433313" cy="8309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The error surface is either very flat or very steep.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6418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流程圖: 磁碟 24"/>
          <p:cNvSpPr/>
          <p:nvPr/>
        </p:nvSpPr>
        <p:spPr>
          <a:xfrm>
            <a:off x="2898408" y="3286342"/>
            <a:ext cx="1725840" cy="1156313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Memory</a:t>
            </a:r>
          </a:p>
          <a:p>
            <a:pPr algn="ctr"/>
            <a:r>
              <a:rPr lang="en-US" altLang="zh-TW" sz="2400" dirty="0"/>
              <a:t>Cell</a:t>
            </a:r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Long Short-Term Memory (LSTM)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40662" y="5153704"/>
            <a:ext cx="2656936" cy="5693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Input Gate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440662" y="2202072"/>
            <a:ext cx="2656936" cy="5693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Output Gate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77162" y="5022876"/>
            <a:ext cx="208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Signal control the input gate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7163" y="2071244"/>
            <a:ext cx="2255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Signal control the output gate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5261628" y="3457828"/>
            <a:ext cx="1323953" cy="8398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Forget Gate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55245" y="3462277"/>
            <a:ext cx="208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Signal control the forget gate</a:t>
            </a:r>
            <a:endParaRPr lang="zh-TW" altLang="en-US" sz="24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1929923" y="2486742"/>
            <a:ext cx="469664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929923" y="5438374"/>
            <a:ext cx="469664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3773566" y="5665610"/>
            <a:ext cx="0" cy="6146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3785618" y="4442655"/>
            <a:ext cx="0" cy="7167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3761328" y="1693204"/>
            <a:ext cx="0" cy="5088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手繪多邊形 28"/>
          <p:cNvSpPr/>
          <p:nvPr/>
        </p:nvSpPr>
        <p:spPr>
          <a:xfrm>
            <a:off x="3916572" y="2985788"/>
            <a:ext cx="1927823" cy="447525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手繪多邊形 30"/>
          <p:cNvSpPr/>
          <p:nvPr/>
        </p:nvSpPr>
        <p:spPr>
          <a:xfrm rot="21317573" flipH="1" flipV="1">
            <a:off x="3933705" y="4357868"/>
            <a:ext cx="1915945" cy="496296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1987340" y="6326521"/>
            <a:ext cx="361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Other part of the network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1929923" y="1317688"/>
            <a:ext cx="361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Other part of the network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3755996" y="2741087"/>
            <a:ext cx="0" cy="7167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1915" y="2902240"/>
            <a:ext cx="1946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(Other part of the network)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1915" y="5726514"/>
            <a:ext cx="1946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(Other part of the network)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05018" y="4249029"/>
            <a:ext cx="1946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(Other part of the network)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437687" y="2162729"/>
            <a:ext cx="4156798" cy="36162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5370529" y="5142390"/>
            <a:ext cx="115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i="1" u="sng" dirty="0">
                <a:solidFill>
                  <a:srgbClr val="FF0000"/>
                </a:solidFill>
              </a:rPr>
              <a:t>LSTM</a:t>
            </a:r>
            <a:endParaRPr lang="zh-TW" altLang="en-US" sz="2800" b="1" i="1" u="sng" dirty="0">
              <a:solidFill>
                <a:srgbClr val="FF0000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913787" y="1560456"/>
            <a:ext cx="2893544" cy="14821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Special Neuron:</a:t>
            </a:r>
          </a:p>
          <a:p>
            <a:pPr algn="ctr"/>
            <a:r>
              <a:rPr lang="en-US" altLang="zh-TW" sz="2800" dirty="0"/>
              <a:t>4 inputs, </a:t>
            </a:r>
          </a:p>
          <a:p>
            <a:pPr algn="ctr"/>
            <a:r>
              <a:rPr lang="en-US" altLang="zh-TW" sz="2800" dirty="0"/>
              <a:t>1 output</a:t>
            </a:r>
            <a:endParaRPr lang="zh-TW" altLang="en-US" sz="2800" dirty="0"/>
          </a:p>
        </p:txBody>
      </p:sp>
      <p:cxnSp>
        <p:nvCxnSpPr>
          <p:cNvPr id="27" name="直線單箭頭接點 26"/>
          <p:cNvCxnSpPr/>
          <p:nvPr/>
        </p:nvCxnSpPr>
        <p:spPr>
          <a:xfrm flipH="1">
            <a:off x="6554404" y="3877392"/>
            <a:ext cx="469664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3FCC4-F350-4367-9BD2-2223CB28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1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/>
      <p:bldP spid="10" grpId="0"/>
      <p:bldP spid="11" grpId="0" animBg="1"/>
      <p:bldP spid="12" grpId="0"/>
      <p:bldP spid="29" grpId="0" animBg="1"/>
      <p:bldP spid="31" grpId="0" animBg="1"/>
      <p:bldP spid="30" grpId="0"/>
      <p:bldP spid="34" grpId="0"/>
      <p:bldP spid="37" grpId="0"/>
      <p:bldP spid="38" grpId="0"/>
      <p:bldP spid="39" grpId="0"/>
      <p:bldP spid="51" grpId="0" animBg="1"/>
      <p:bldP spid="56" grpId="0"/>
      <p:bldP spid="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98FD-CD3B-D4BE-5735-D9E27F90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Long Short-Term Memory (LSTM)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DCC11-EFBB-8014-343F-63D823316E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24064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dirty="0"/>
                  <a:t>Forget gate: fₜ = </a:t>
                </a:r>
                <a:r>
                  <a:rPr lang="el-GR" dirty="0"/>
                  <a:t>σ(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dirty="0"/>
                  <a:t> [hₜ₋₁, xₜ] + bf)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Input gate: </a:t>
                </a:r>
                <a:r>
                  <a:rPr lang="en-GB" dirty="0" err="1"/>
                  <a:t>i</a:t>
                </a:r>
                <a:r>
                  <a:rPr lang="en-GB" dirty="0"/>
                  <a:t>ₜ = </a:t>
                </a:r>
                <a:r>
                  <a:rPr lang="el-GR" dirty="0"/>
                  <a:t>σ(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[hₜ₋₁, xₜ] + bi)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Candidate cell state: C̃ₜ = tanh(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dirty="0"/>
                  <a:t> [hₜ₋₁, xₜ]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Cell state update: Cₜ = fₜ ⊙ Cₜ₋₁ + </a:t>
                </a:r>
                <a:r>
                  <a:rPr lang="en-GB" dirty="0" err="1"/>
                  <a:t>i</a:t>
                </a:r>
                <a:r>
                  <a:rPr lang="en-GB" dirty="0"/>
                  <a:t>ₜ ⊙ C̃ₜ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Output gate: oₜ = </a:t>
                </a:r>
                <a:r>
                  <a:rPr lang="el-GR" dirty="0"/>
                  <a:t>σ(</a:t>
                </a:r>
                <a:r>
                  <a:rPr lang="en-GB" dirty="0"/>
                  <a:t>Wo [hₜ₋₁, xₜ]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Hidden state: hₜ = oₜ ⊙ tanh(Cₜ)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DCC11-EFBB-8014-343F-63D823316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24064"/>
                <a:ext cx="7886700" cy="4351338"/>
              </a:xfrm>
              <a:blipFill>
                <a:blip r:embed="rId3"/>
                <a:stretch>
                  <a:fillRect l="-1447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99EEC-6D10-18C0-700D-4ABD88AA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0400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412977"/>
            <a:ext cx="4817110" cy="6325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244111" y="6368720"/>
                <a:ext cx="2232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111" y="6368720"/>
                <a:ext cx="22326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41055" y="4501820"/>
                <a:ext cx="3095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55" y="4501820"/>
                <a:ext cx="309507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765" r="-7843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501871" y="3361225"/>
                <a:ext cx="345287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871" y="3361225"/>
                <a:ext cx="345287" cy="398955"/>
              </a:xfrm>
              <a:prstGeom prst="rect">
                <a:avLst/>
              </a:prstGeom>
              <a:blipFill rotWithShape="0">
                <a:blip r:embed="rId6"/>
                <a:stretch>
                  <a:fillRect l="-12500" r="-1607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50663" y="952448"/>
                <a:ext cx="3612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63" y="952448"/>
                <a:ext cx="361253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1864" r="-1695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219254" y="5148800"/>
                <a:ext cx="6715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254" y="5148800"/>
                <a:ext cx="67153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10909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966491" y="4317154"/>
                <a:ext cx="743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91" y="4317154"/>
                <a:ext cx="743922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14754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/>
          <p:cNvSpPr txBox="1"/>
          <p:nvPr/>
        </p:nvSpPr>
        <p:spPr>
          <a:xfrm>
            <a:off x="3171558" y="4665902"/>
            <a:ext cx="136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multiply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241677" y="952448"/>
            <a:ext cx="136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multiply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227129" y="1220874"/>
            <a:ext cx="3877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Activation function f is usually a sigmoid function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497561" y="2125894"/>
            <a:ext cx="2874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Between 0 and 1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497561" y="2656215"/>
            <a:ext cx="3923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Mimic open and close gate</a:t>
            </a:r>
            <a:endParaRPr lang="zh-TW" altLang="en-US" sz="2400" dirty="0"/>
          </a:p>
        </p:txBody>
      </p:sp>
      <p:sp>
        <p:nvSpPr>
          <p:cNvPr id="24" name="流程圖: 磁碟 23"/>
          <p:cNvSpPr/>
          <p:nvPr/>
        </p:nvSpPr>
        <p:spPr>
          <a:xfrm>
            <a:off x="2836943" y="3203642"/>
            <a:ext cx="622258" cy="648057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115953" y="4035572"/>
                <a:ext cx="3772123" cy="496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953" y="4035572"/>
                <a:ext cx="3772123" cy="49622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3215031" y="1682539"/>
                <a:ext cx="7501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031" y="1682539"/>
                <a:ext cx="750142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9756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1966491" y="1552343"/>
                <a:ext cx="7956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91" y="1552343"/>
                <a:ext cx="795666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13846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3338735" y="332873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735" y="332873"/>
                <a:ext cx="247952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3586687" y="351079"/>
                <a:ext cx="17915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687" y="351079"/>
                <a:ext cx="1791581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1361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3182961" y="4292179"/>
                <a:ext cx="13465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961" y="4292179"/>
                <a:ext cx="1346522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977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19880" y="2594424"/>
            <a:ext cx="1057275" cy="228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流程圖: 磁碟 32"/>
              <p:cNvSpPr/>
              <p:nvPr/>
            </p:nvSpPr>
            <p:spPr>
              <a:xfrm>
                <a:off x="2844833" y="3203642"/>
                <a:ext cx="622258" cy="648057"/>
              </a:xfrm>
              <a:prstGeom prst="flowChartMagneticDisk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流程圖: 磁碟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33" y="3203642"/>
                <a:ext cx="622258" cy="648057"/>
              </a:xfrm>
              <a:prstGeom prst="flowChartMagneticDisk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644787" y="2995295"/>
            <a:ext cx="1133965" cy="247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975397" y="2842730"/>
                <a:ext cx="800732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397" y="2842730"/>
                <a:ext cx="800732" cy="425373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3536119" y="3750863"/>
                <a:ext cx="941796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119" y="3750863"/>
                <a:ext cx="941796" cy="425373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3536119" y="2873916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119" y="2873916"/>
                <a:ext cx="21974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7C5D28-CBFB-4405-9DB1-2D9D91B6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85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9" grpId="0"/>
      <p:bldP spid="30" grpId="0"/>
      <p:bldP spid="32" grpId="0"/>
      <p:bldP spid="27" grpId="0"/>
      <p:bldP spid="31" grpId="0"/>
      <p:bldP spid="33" grpId="0" animBg="1"/>
      <p:bldP spid="18" grpId="0"/>
      <p:bldP spid="34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5698739" y="521727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736" y="461347"/>
            <a:ext cx="3757175" cy="4933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0000" r="-8333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836" r="-81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1475" r="-81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5766095" y="5258372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780647" y="569220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6492300" y="5254237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467461" y="570165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7173146" y="526815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130208" y="590436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7828156" y="5277289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7792955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8475046" y="527802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-1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8433528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171073" y="5068598"/>
            <a:ext cx="399503" cy="461665"/>
            <a:chOff x="5891338" y="5744015"/>
            <a:chExt cx="399503" cy="461665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1311536" y="3600478"/>
            <a:ext cx="399503" cy="461665"/>
            <a:chOff x="5891338" y="5744015"/>
            <a:chExt cx="399503" cy="461665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1304672" y="871536"/>
            <a:ext cx="399503" cy="461665"/>
            <a:chOff x="5891338" y="5744015"/>
            <a:chExt cx="399503" cy="461665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4945159" y="2676861"/>
            <a:ext cx="399503" cy="461665"/>
            <a:chOff x="5891338" y="5744015"/>
            <a:chExt cx="399503" cy="461665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2319676" y="608854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071240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816496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3</a:t>
            </a:r>
            <a:endParaRPr lang="zh-TW" altLang="en-US" sz="24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44624" y="2900047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28367" y="3597914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7832" y="4295779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3</a:t>
            </a:r>
            <a:endParaRPr lang="zh-TW" altLang="en-US" sz="24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91909" y="156113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75652" y="8539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5117" y="155184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3</a:t>
            </a:r>
            <a:endParaRPr lang="zh-TW" altLang="en-US" sz="24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121757" y="1971348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105500" y="266921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094965" y="33670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3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56505" y="278621"/>
            <a:ext cx="46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endParaRPr lang="zh-TW" altLang="en-US" sz="2400" dirty="0"/>
          </a:p>
        </p:txBody>
      </p:sp>
      <p:cxnSp>
        <p:nvCxnSpPr>
          <p:cNvPr id="7" name="直線單箭頭接點 6"/>
          <p:cNvCxnSpPr>
            <a:stCxn id="82" idx="3"/>
            <a:endCxn id="71" idx="1"/>
          </p:cNvCxnSpPr>
          <p:nvPr/>
        </p:nvCxnSpPr>
        <p:spPr>
          <a:xfrm>
            <a:off x="674988" y="386946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71" idx="1"/>
          </p:cNvCxnSpPr>
          <p:nvPr/>
        </p:nvCxnSpPr>
        <p:spPr>
          <a:xfrm flipV="1">
            <a:off x="665347" y="1102369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endCxn id="71" idx="1"/>
          </p:cNvCxnSpPr>
          <p:nvPr/>
        </p:nvCxnSpPr>
        <p:spPr>
          <a:xfrm flipV="1">
            <a:off x="674988" y="1102369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669299" y="3107952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659658" y="3823375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669299" y="3823375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85" idx="1"/>
            <a:endCxn id="75" idx="3"/>
          </p:cNvCxnSpPr>
          <p:nvPr/>
        </p:nvCxnSpPr>
        <p:spPr>
          <a:xfrm flipH="1">
            <a:off x="5344662" y="2202181"/>
            <a:ext cx="777095" cy="7055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86" idx="1"/>
          </p:cNvCxnSpPr>
          <p:nvPr/>
        </p:nvCxnSpPr>
        <p:spPr>
          <a:xfrm flipH="1">
            <a:off x="5342227" y="2900047"/>
            <a:ext cx="763273" cy="53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87" idx="1"/>
          </p:cNvCxnSpPr>
          <p:nvPr/>
        </p:nvCxnSpPr>
        <p:spPr>
          <a:xfrm flipH="1" flipV="1">
            <a:off x="5351867" y="2905415"/>
            <a:ext cx="743098" cy="692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3469184" y="5407603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3034408" y="5751817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2632785" y="5396994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354033" y="565478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3071240" y="570524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625970" y="5710409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646267" y="14565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5830247" y="192035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5801339" y="3241343"/>
            <a:ext cx="27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4506358" y="6092794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6105500" y="401847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17832" y="492273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44624" y="2213907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3556076" y="5450473"/>
            <a:ext cx="1199950" cy="642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75" idx="3"/>
          </p:cNvCxnSpPr>
          <p:nvPr/>
        </p:nvCxnSpPr>
        <p:spPr>
          <a:xfrm flipH="1" flipV="1">
            <a:off x="5344662" y="2907694"/>
            <a:ext cx="750303" cy="1388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106" idx="3"/>
          </p:cNvCxnSpPr>
          <p:nvPr/>
        </p:nvCxnSpPr>
        <p:spPr>
          <a:xfrm flipV="1">
            <a:off x="617168" y="3854018"/>
            <a:ext cx="677400" cy="129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107" idx="3"/>
          </p:cNvCxnSpPr>
          <p:nvPr/>
        </p:nvCxnSpPr>
        <p:spPr>
          <a:xfrm flipV="1">
            <a:off x="643960" y="1081684"/>
            <a:ext cx="655023" cy="1363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4303514" y="568692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627703" y="2258796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655815" y="71691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665951" y="731142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556557" y="348646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612753" y="49569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41473" y="278732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655814" y="4198863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5659296" y="389156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5475699" y="2556492"/>
            <a:ext cx="902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3233547" y="4586214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3243747" y="1830421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字方塊 141"/>
          <p:cNvSpPr txBox="1"/>
          <p:nvPr/>
        </p:nvSpPr>
        <p:spPr>
          <a:xfrm>
            <a:off x="3190278" y="2679520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9C1B9-032A-4DD7-B6D1-74A68D47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2D30F-1C49-1366-C074-705B40BEF2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94" y="2130053"/>
            <a:ext cx="2239474" cy="2098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597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6417886" y="5210987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 133"/>
          <p:cNvSpPr/>
          <p:nvPr/>
        </p:nvSpPr>
        <p:spPr>
          <a:xfrm>
            <a:off x="5698739" y="521727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36" y="461347"/>
            <a:ext cx="3757175" cy="4933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0000" r="-8333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836" r="-81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475" r="-81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5766095" y="5258372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780647" y="569220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6492300" y="5254237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467461" y="570165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7173146" y="526815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130208" y="590436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7828156" y="5277289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7792955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8475046" y="527802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-1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8433528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171073" y="5068598"/>
            <a:ext cx="399503" cy="461665"/>
            <a:chOff x="5891338" y="5744015"/>
            <a:chExt cx="399503" cy="461665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1311536" y="3600478"/>
            <a:ext cx="399503" cy="461665"/>
            <a:chOff x="5891338" y="5744015"/>
            <a:chExt cx="399503" cy="461665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1304672" y="871536"/>
            <a:ext cx="399503" cy="461665"/>
            <a:chOff x="5891338" y="5744015"/>
            <a:chExt cx="399503" cy="461665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4945159" y="2676861"/>
            <a:ext cx="399503" cy="461665"/>
            <a:chOff x="5891338" y="5744015"/>
            <a:chExt cx="399503" cy="461665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2319676" y="608854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071240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816496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44624" y="2900047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28367" y="3597914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7832" y="4295779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91909" y="156113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75652" y="8539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5117" y="155184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121757" y="1971348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105500" y="266921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094965" y="3367080"/>
            <a:ext cx="49933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56505" y="278621"/>
            <a:ext cx="46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endParaRPr lang="zh-TW" altLang="en-US" sz="2400" dirty="0"/>
          </a:p>
        </p:txBody>
      </p:sp>
      <p:cxnSp>
        <p:nvCxnSpPr>
          <p:cNvPr id="7" name="直線單箭頭接點 6"/>
          <p:cNvCxnSpPr>
            <a:stCxn id="82" idx="3"/>
            <a:endCxn id="71" idx="1"/>
          </p:cNvCxnSpPr>
          <p:nvPr/>
        </p:nvCxnSpPr>
        <p:spPr>
          <a:xfrm>
            <a:off x="674988" y="386946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71" idx="1"/>
          </p:cNvCxnSpPr>
          <p:nvPr/>
        </p:nvCxnSpPr>
        <p:spPr>
          <a:xfrm flipV="1">
            <a:off x="665347" y="1102369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endCxn id="71" idx="1"/>
          </p:cNvCxnSpPr>
          <p:nvPr/>
        </p:nvCxnSpPr>
        <p:spPr>
          <a:xfrm flipV="1">
            <a:off x="674988" y="1102369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669299" y="3107952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659658" y="3823375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669299" y="3823375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85" idx="1"/>
            <a:endCxn id="75" idx="3"/>
          </p:cNvCxnSpPr>
          <p:nvPr/>
        </p:nvCxnSpPr>
        <p:spPr>
          <a:xfrm flipH="1">
            <a:off x="5344662" y="2202181"/>
            <a:ext cx="777095" cy="7055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86" idx="1"/>
          </p:cNvCxnSpPr>
          <p:nvPr/>
        </p:nvCxnSpPr>
        <p:spPr>
          <a:xfrm flipH="1">
            <a:off x="5342227" y="2900047"/>
            <a:ext cx="763273" cy="53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87" idx="1"/>
          </p:cNvCxnSpPr>
          <p:nvPr/>
        </p:nvCxnSpPr>
        <p:spPr>
          <a:xfrm flipH="1" flipV="1">
            <a:off x="5351867" y="2905417"/>
            <a:ext cx="743098" cy="6924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3469184" y="5407603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3034408" y="5751817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2632785" y="5396994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354033" y="565478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3071240" y="570524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625970" y="5710409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646267" y="14565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5830247" y="192035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5801339" y="3241343"/>
            <a:ext cx="27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4506358" y="6092794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6105500" y="401847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17832" y="492273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44624" y="2213907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3556076" y="5450473"/>
            <a:ext cx="1199950" cy="642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75" idx="3"/>
          </p:cNvCxnSpPr>
          <p:nvPr/>
        </p:nvCxnSpPr>
        <p:spPr>
          <a:xfrm flipH="1" flipV="1">
            <a:off x="5344662" y="2907694"/>
            <a:ext cx="750303" cy="1388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106" idx="3"/>
          </p:cNvCxnSpPr>
          <p:nvPr/>
        </p:nvCxnSpPr>
        <p:spPr>
          <a:xfrm flipV="1">
            <a:off x="617168" y="3854018"/>
            <a:ext cx="677400" cy="129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107" idx="3"/>
          </p:cNvCxnSpPr>
          <p:nvPr/>
        </p:nvCxnSpPr>
        <p:spPr>
          <a:xfrm flipV="1">
            <a:off x="643960" y="1081684"/>
            <a:ext cx="655023" cy="1363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4303514" y="568692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627703" y="2258796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655815" y="71691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665951" y="731142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556557" y="348646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612753" y="49569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641473" y="278732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655814" y="4198863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5659296" y="389156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5475699" y="2556492"/>
            <a:ext cx="902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3233547" y="4586214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3243747" y="1830421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3345393" y="4042128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2295352" y="3419570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354070" y="3445999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3890188" y="2882350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3201022" y="2663780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3194983" y="2670859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3395099" y="1233868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2100515" y="124796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3290213" y="11502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B0C8A-E63F-4B07-9BE3-95FA8AFF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A7C04-D6C7-594D-1316-73A7CECBBC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94" y="2130053"/>
            <a:ext cx="2239474" cy="2098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500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4" grpId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3" grpId="0" animBg="1"/>
      <p:bldP spid="144" grpId="0" animBg="1"/>
      <p:bldP spid="144" grpId="1" animBg="1"/>
      <p:bldP spid="145" grpId="0"/>
      <p:bldP spid="145" grpId="1"/>
      <p:bldP spid="146" grpId="0"/>
      <p:bldP spid="14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/>
          <p:cNvSpPr/>
          <p:nvPr/>
        </p:nvSpPr>
        <p:spPr>
          <a:xfrm>
            <a:off x="7101011" y="521727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 133"/>
          <p:cNvSpPr/>
          <p:nvPr/>
        </p:nvSpPr>
        <p:spPr>
          <a:xfrm>
            <a:off x="6410131" y="521727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36" y="461347"/>
            <a:ext cx="3757175" cy="4933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0000" r="-8333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836" r="-81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475" r="-81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5766095" y="5258372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780647" y="569220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6492300" y="5254237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467461" y="570165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7173146" y="526815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130208" y="590436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7828156" y="5277289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7792955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8475046" y="527802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-1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8433528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171073" y="5068598"/>
            <a:ext cx="399503" cy="461665"/>
            <a:chOff x="5891338" y="5744015"/>
            <a:chExt cx="399503" cy="461665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1311536" y="3600478"/>
            <a:ext cx="399503" cy="461665"/>
            <a:chOff x="5891338" y="5744015"/>
            <a:chExt cx="399503" cy="461665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1304672" y="871536"/>
            <a:ext cx="399503" cy="461665"/>
            <a:chOff x="5891338" y="5744015"/>
            <a:chExt cx="399503" cy="461665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4945159" y="2676861"/>
            <a:ext cx="399503" cy="461665"/>
            <a:chOff x="5891338" y="5744015"/>
            <a:chExt cx="399503" cy="461665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2319676" y="608854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071240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816496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44624" y="2900047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28367" y="3597914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7832" y="4295779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91909" y="156113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75652" y="8539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5117" y="155184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121757" y="1971348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105500" y="266921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094965" y="33670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56505" y="278621"/>
            <a:ext cx="46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endParaRPr lang="zh-TW" altLang="en-US" sz="2400" dirty="0"/>
          </a:p>
        </p:txBody>
      </p:sp>
      <p:cxnSp>
        <p:nvCxnSpPr>
          <p:cNvPr id="7" name="直線單箭頭接點 6"/>
          <p:cNvCxnSpPr>
            <a:stCxn id="82" idx="3"/>
            <a:endCxn id="71" idx="1"/>
          </p:cNvCxnSpPr>
          <p:nvPr/>
        </p:nvCxnSpPr>
        <p:spPr>
          <a:xfrm>
            <a:off x="674988" y="386946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71" idx="1"/>
          </p:cNvCxnSpPr>
          <p:nvPr/>
        </p:nvCxnSpPr>
        <p:spPr>
          <a:xfrm flipV="1">
            <a:off x="665347" y="1102369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endCxn id="71" idx="1"/>
          </p:cNvCxnSpPr>
          <p:nvPr/>
        </p:nvCxnSpPr>
        <p:spPr>
          <a:xfrm flipV="1">
            <a:off x="674988" y="1102369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669299" y="3107952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659658" y="3823375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669299" y="3823375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85" idx="1"/>
            <a:endCxn id="75" idx="3"/>
          </p:cNvCxnSpPr>
          <p:nvPr/>
        </p:nvCxnSpPr>
        <p:spPr>
          <a:xfrm flipH="1">
            <a:off x="5344662" y="2202181"/>
            <a:ext cx="777095" cy="7055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86" idx="1"/>
          </p:cNvCxnSpPr>
          <p:nvPr/>
        </p:nvCxnSpPr>
        <p:spPr>
          <a:xfrm flipH="1">
            <a:off x="5342227" y="2900047"/>
            <a:ext cx="763273" cy="53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87" idx="1"/>
          </p:cNvCxnSpPr>
          <p:nvPr/>
        </p:nvCxnSpPr>
        <p:spPr>
          <a:xfrm flipH="1" flipV="1">
            <a:off x="5351867" y="2905415"/>
            <a:ext cx="743098" cy="692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3469184" y="5407603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3034408" y="5751817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2632785" y="5396994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字方塊 103"/>
          <p:cNvSpPr txBox="1"/>
          <p:nvPr/>
        </p:nvSpPr>
        <p:spPr>
          <a:xfrm>
            <a:off x="4506358" y="6092794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6105500" y="401847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17832" y="492273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44624" y="2213907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3556076" y="5450473"/>
            <a:ext cx="1199950" cy="642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75" idx="3"/>
          </p:cNvCxnSpPr>
          <p:nvPr/>
        </p:nvCxnSpPr>
        <p:spPr>
          <a:xfrm flipH="1" flipV="1">
            <a:off x="5344662" y="2907694"/>
            <a:ext cx="750303" cy="1388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106" idx="3"/>
          </p:cNvCxnSpPr>
          <p:nvPr/>
        </p:nvCxnSpPr>
        <p:spPr>
          <a:xfrm flipV="1">
            <a:off x="617168" y="3854018"/>
            <a:ext cx="677400" cy="129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107" idx="3"/>
          </p:cNvCxnSpPr>
          <p:nvPr/>
        </p:nvCxnSpPr>
        <p:spPr>
          <a:xfrm flipV="1">
            <a:off x="643960" y="1081684"/>
            <a:ext cx="655023" cy="1363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H="1">
            <a:off x="3233547" y="4586214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3243747" y="1830421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3345393" y="4042128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2295352" y="3419570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354070" y="3445999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3832671" y="2885974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3201022" y="2663780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3208227" y="2649621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3395099" y="1233868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2100515" y="124796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3290213" y="11502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354033" y="565478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3071240" y="570524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3625970" y="5710409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646267" y="14565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5830247" y="192035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5801339" y="3241343"/>
            <a:ext cx="27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4303514" y="568692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文字方塊 129"/>
          <p:cNvSpPr txBox="1"/>
          <p:nvPr/>
        </p:nvSpPr>
        <p:spPr>
          <a:xfrm>
            <a:off x="627703" y="2258796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655815" y="71691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65951" y="731142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556557" y="348646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612753" y="49569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641473" y="278732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655814" y="4198863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5659296" y="389156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49" name="文字方塊 148"/>
          <p:cNvSpPr txBox="1"/>
          <p:nvPr/>
        </p:nvSpPr>
        <p:spPr>
          <a:xfrm>
            <a:off x="5475699" y="2556492"/>
            <a:ext cx="902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E3E7D-65AB-4CC8-AD7F-C0628CB8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262AAB-F1D2-9301-6138-A2C67F5EF7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94" y="2130053"/>
            <a:ext cx="2239474" cy="2098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974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34" grpId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3" grpId="0" animBg="1"/>
      <p:bldP spid="144" grpId="0" animBg="1"/>
      <p:bldP spid="144" grpId="1" animBg="1"/>
      <p:bldP spid="145" grpId="0"/>
      <p:bldP spid="145" grpId="1"/>
      <p:bldP spid="146" grpId="0"/>
      <p:bldP spid="14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 148"/>
          <p:cNvSpPr/>
          <p:nvPr/>
        </p:nvSpPr>
        <p:spPr>
          <a:xfrm>
            <a:off x="7753593" y="521727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 133"/>
          <p:cNvSpPr/>
          <p:nvPr/>
        </p:nvSpPr>
        <p:spPr>
          <a:xfrm>
            <a:off x="7101011" y="521727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36" y="461347"/>
            <a:ext cx="3757175" cy="4933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0000" r="-8333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836" r="-81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475" r="-81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5766095" y="5258372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780647" y="569220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6492300" y="5254237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467461" y="570165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7173146" y="526815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130208" y="590436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7828156" y="5277289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7792955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8475046" y="527802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-1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8433528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171073" y="5068598"/>
            <a:ext cx="399503" cy="461665"/>
            <a:chOff x="5891338" y="5744015"/>
            <a:chExt cx="399503" cy="461665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1311536" y="3600478"/>
            <a:ext cx="399503" cy="461665"/>
            <a:chOff x="5891338" y="5744015"/>
            <a:chExt cx="399503" cy="461665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1304672" y="871536"/>
            <a:ext cx="399503" cy="461665"/>
            <a:chOff x="5891338" y="5744015"/>
            <a:chExt cx="399503" cy="461665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4945159" y="2676861"/>
            <a:ext cx="399503" cy="461665"/>
            <a:chOff x="5891338" y="5744015"/>
            <a:chExt cx="399503" cy="461665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2319676" y="608854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071240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816496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44624" y="2900047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28367" y="3597914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7832" y="4295779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91909" y="156113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75652" y="8539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5117" y="155184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121757" y="1971348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105500" y="266921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094965" y="33670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56505" y="278621"/>
            <a:ext cx="46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endParaRPr lang="zh-TW" altLang="en-US" sz="2400" dirty="0"/>
          </a:p>
        </p:txBody>
      </p:sp>
      <p:cxnSp>
        <p:nvCxnSpPr>
          <p:cNvPr id="7" name="直線單箭頭接點 6"/>
          <p:cNvCxnSpPr>
            <a:stCxn id="82" idx="3"/>
            <a:endCxn id="71" idx="1"/>
          </p:cNvCxnSpPr>
          <p:nvPr/>
        </p:nvCxnSpPr>
        <p:spPr>
          <a:xfrm>
            <a:off x="674988" y="386946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71" idx="1"/>
          </p:cNvCxnSpPr>
          <p:nvPr/>
        </p:nvCxnSpPr>
        <p:spPr>
          <a:xfrm flipV="1">
            <a:off x="665347" y="1102369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endCxn id="71" idx="1"/>
          </p:cNvCxnSpPr>
          <p:nvPr/>
        </p:nvCxnSpPr>
        <p:spPr>
          <a:xfrm flipV="1">
            <a:off x="674988" y="1102369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669299" y="3107952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659658" y="3823375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669299" y="3823375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85" idx="1"/>
            <a:endCxn id="75" idx="3"/>
          </p:cNvCxnSpPr>
          <p:nvPr/>
        </p:nvCxnSpPr>
        <p:spPr>
          <a:xfrm flipH="1">
            <a:off x="5344662" y="2202181"/>
            <a:ext cx="777095" cy="7055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86" idx="1"/>
          </p:cNvCxnSpPr>
          <p:nvPr/>
        </p:nvCxnSpPr>
        <p:spPr>
          <a:xfrm flipH="1">
            <a:off x="5342227" y="2900047"/>
            <a:ext cx="763273" cy="53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87" idx="1"/>
          </p:cNvCxnSpPr>
          <p:nvPr/>
        </p:nvCxnSpPr>
        <p:spPr>
          <a:xfrm flipH="1" flipV="1">
            <a:off x="5351867" y="2905415"/>
            <a:ext cx="743098" cy="692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3469184" y="5407603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3034408" y="5751817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2632785" y="5396994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字方塊 103"/>
          <p:cNvSpPr txBox="1"/>
          <p:nvPr/>
        </p:nvSpPr>
        <p:spPr>
          <a:xfrm>
            <a:off x="4506358" y="6092794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6105500" y="401847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17832" y="492273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44624" y="2213907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3556076" y="5450473"/>
            <a:ext cx="1199950" cy="642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75" idx="3"/>
          </p:cNvCxnSpPr>
          <p:nvPr/>
        </p:nvCxnSpPr>
        <p:spPr>
          <a:xfrm flipH="1" flipV="1">
            <a:off x="5344662" y="2907694"/>
            <a:ext cx="750303" cy="1388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106" idx="3"/>
          </p:cNvCxnSpPr>
          <p:nvPr/>
        </p:nvCxnSpPr>
        <p:spPr>
          <a:xfrm flipV="1">
            <a:off x="617168" y="3854018"/>
            <a:ext cx="677400" cy="129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107" idx="3"/>
          </p:cNvCxnSpPr>
          <p:nvPr/>
        </p:nvCxnSpPr>
        <p:spPr>
          <a:xfrm flipV="1">
            <a:off x="643960" y="1081684"/>
            <a:ext cx="655023" cy="1363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H="1">
            <a:off x="3233547" y="4586214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3243747" y="1830421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3345393" y="4042128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2295352" y="3419570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354070" y="3445999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3832671" y="2885974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3201022" y="2663780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3395099" y="1233868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2100515" y="124796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3290213" y="11502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354033" y="565478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3071240" y="570524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3625970" y="5710409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646267" y="14565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5830247" y="192035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5801339" y="3241343"/>
            <a:ext cx="27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4303514" y="568692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文字方塊 129"/>
          <p:cNvSpPr txBox="1"/>
          <p:nvPr/>
        </p:nvSpPr>
        <p:spPr>
          <a:xfrm>
            <a:off x="627703" y="2258796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655815" y="71691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65951" y="731142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556557" y="348646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612753" y="49569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641473" y="278732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655814" y="4198863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5659296" y="389156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5475699" y="2556492"/>
            <a:ext cx="902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231B3-EDB5-45A1-9173-1FA44348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020D79-363B-41F5-29B7-E83A9AC6D9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94" y="2130053"/>
            <a:ext cx="2239474" cy="2098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588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4" grpId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animBg="1"/>
      <p:bldP spid="144" grpId="1" animBg="1"/>
      <p:bldP spid="145" grpId="0"/>
      <p:bldP spid="145" grpId="1"/>
      <p:bldP spid="1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 148"/>
          <p:cNvSpPr/>
          <p:nvPr/>
        </p:nvSpPr>
        <p:spPr>
          <a:xfrm>
            <a:off x="8413309" y="523124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 133"/>
          <p:cNvSpPr/>
          <p:nvPr/>
        </p:nvSpPr>
        <p:spPr>
          <a:xfrm>
            <a:off x="7732463" y="5217278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36" y="461347"/>
            <a:ext cx="3757175" cy="4933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0000" r="-8333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836" r="-81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475" r="-81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5766095" y="5258372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780647" y="569220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6492300" y="5254237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467461" y="570165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7173146" y="526815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130208" y="590436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7828156" y="5277289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7792955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8475046" y="527802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-1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8433528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171073" y="5068598"/>
            <a:ext cx="399503" cy="461665"/>
            <a:chOff x="5891338" y="5744015"/>
            <a:chExt cx="399503" cy="461665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1311536" y="3600478"/>
            <a:ext cx="399503" cy="461665"/>
            <a:chOff x="5891338" y="5744015"/>
            <a:chExt cx="399503" cy="461665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1304672" y="871536"/>
            <a:ext cx="399503" cy="461665"/>
            <a:chOff x="5891338" y="5744015"/>
            <a:chExt cx="399503" cy="461665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4945159" y="2676861"/>
            <a:ext cx="399503" cy="461665"/>
            <a:chOff x="5891338" y="5744015"/>
            <a:chExt cx="399503" cy="461665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2319676" y="608854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071240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816496" y="6088546"/>
            <a:ext cx="49933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44624" y="2900047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28367" y="3597914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7832" y="4295779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91909" y="156113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75652" y="8539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5117" y="155184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121757" y="1971348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105500" y="266921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094965" y="33670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56505" y="278621"/>
            <a:ext cx="46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endParaRPr lang="zh-TW" altLang="en-US" sz="2400" dirty="0"/>
          </a:p>
        </p:txBody>
      </p:sp>
      <p:cxnSp>
        <p:nvCxnSpPr>
          <p:cNvPr id="7" name="直線單箭頭接點 6"/>
          <p:cNvCxnSpPr>
            <a:stCxn id="82" idx="3"/>
            <a:endCxn id="71" idx="1"/>
          </p:cNvCxnSpPr>
          <p:nvPr/>
        </p:nvCxnSpPr>
        <p:spPr>
          <a:xfrm>
            <a:off x="674988" y="386946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71" idx="1"/>
          </p:cNvCxnSpPr>
          <p:nvPr/>
        </p:nvCxnSpPr>
        <p:spPr>
          <a:xfrm flipV="1">
            <a:off x="665347" y="1102369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endCxn id="71" idx="1"/>
          </p:cNvCxnSpPr>
          <p:nvPr/>
        </p:nvCxnSpPr>
        <p:spPr>
          <a:xfrm flipV="1">
            <a:off x="674988" y="1102369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669299" y="3107952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659658" y="3823375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669299" y="3823375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85" idx="1"/>
            <a:endCxn id="75" idx="3"/>
          </p:cNvCxnSpPr>
          <p:nvPr/>
        </p:nvCxnSpPr>
        <p:spPr>
          <a:xfrm flipH="1">
            <a:off x="5344662" y="2202181"/>
            <a:ext cx="777095" cy="7055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86" idx="1"/>
          </p:cNvCxnSpPr>
          <p:nvPr/>
        </p:nvCxnSpPr>
        <p:spPr>
          <a:xfrm flipH="1">
            <a:off x="5342227" y="2900047"/>
            <a:ext cx="763273" cy="53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87" idx="1"/>
          </p:cNvCxnSpPr>
          <p:nvPr/>
        </p:nvCxnSpPr>
        <p:spPr>
          <a:xfrm flipH="1" flipV="1">
            <a:off x="5351867" y="2905415"/>
            <a:ext cx="743098" cy="692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3469184" y="5407603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3034408" y="5751817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2632785" y="5396994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字方塊 103"/>
          <p:cNvSpPr txBox="1"/>
          <p:nvPr/>
        </p:nvSpPr>
        <p:spPr>
          <a:xfrm>
            <a:off x="4506358" y="6092794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6105500" y="401847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17832" y="492273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44624" y="2213907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3556076" y="5450473"/>
            <a:ext cx="1199950" cy="642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75" idx="3"/>
          </p:cNvCxnSpPr>
          <p:nvPr/>
        </p:nvCxnSpPr>
        <p:spPr>
          <a:xfrm flipH="1" flipV="1">
            <a:off x="5344662" y="2907694"/>
            <a:ext cx="750303" cy="1388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106" idx="3"/>
          </p:cNvCxnSpPr>
          <p:nvPr/>
        </p:nvCxnSpPr>
        <p:spPr>
          <a:xfrm flipV="1">
            <a:off x="617168" y="3854018"/>
            <a:ext cx="677400" cy="129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107" idx="3"/>
          </p:cNvCxnSpPr>
          <p:nvPr/>
        </p:nvCxnSpPr>
        <p:spPr>
          <a:xfrm flipV="1">
            <a:off x="643960" y="1081684"/>
            <a:ext cx="655023" cy="1363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H="1">
            <a:off x="3233547" y="4586214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3243747" y="1830421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3345393" y="4042128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2295352" y="3419570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354070" y="3445999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3832671" y="2885974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3201022" y="2663780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3395099" y="1233868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2100515" y="124796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3290213" y="11502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354033" y="565478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3071240" y="570524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3625970" y="5710409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646267" y="14565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5830247" y="192035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5801339" y="3241343"/>
            <a:ext cx="27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4303514" y="568692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文字方塊 129"/>
          <p:cNvSpPr txBox="1"/>
          <p:nvPr/>
        </p:nvSpPr>
        <p:spPr>
          <a:xfrm>
            <a:off x="627703" y="2258796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655815" y="71691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65951" y="731142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556557" y="348646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612753" y="49569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641473" y="278732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655814" y="4198863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5659296" y="389156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5475699" y="2556492"/>
            <a:ext cx="902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EE93A-D327-48BD-BE00-658164B8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2393B9-82E8-CAE2-CA26-D65DB19CF4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94" y="2130053"/>
            <a:ext cx="2239474" cy="2098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832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34" grpId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animBg="1"/>
      <p:bldP spid="144" grpId="1" animBg="1"/>
      <p:bldP spid="145" grpId="0"/>
      <p:bldP spid="145" grpId="1"/>
      <p:bldP spid="146" grpId="0"/>
      <p:bldP spid="14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8381113" y="5241086"/>
            <a:ext cx="621081" cy="13329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36" y="461347"/>
            <a:ext cx="3757175" cy="4933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231248"/>
                <a:ext cx="3649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0000" r="-8333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173" y="5651472"/>
                <a:ext cx="37202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836" r="-81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87" y="6107075"/>
                <a:ext cx="3720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475" r="-81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822" y="645159"/>
                <a:ext cx="245708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5766095" y="5258372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780647" y="569220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6492300" y="5254237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</a:p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467461" y="570165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7173146" y="526815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130208" y="590436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7828156" y="5277289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</a:p>
          <a:p>
            <a:pPr algn="ctr"/>
            <a:r>
              <a:rPr lang="en-US" altLang="zh-TW" sz="2400" dirty="0"/>
              <a:t>0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7792955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8475046" y="5278025"/>
            <a:ext cx="44857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</a:p>
          <a:p>
            <a:pPr algn="ctr"/>
            <a:r>
              <a:rPr lang="en-US" altLang="zh-TW" sz="2400" dirty="0"/>
              <a:t>-1</a:t>
            </a:r>
          </a:p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8433528" y="580192"/>
            <a:ext cx="44857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171073" y="5068598"/>
            <a:ext cx="399503" cy="461665"/>
            <a:chOff x="5891338" y="5744015"/>
            <a:chExt cx="399503" cy="461665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1311536" y="3600478"/>
            <a:ext cx="399503" cy="461665"/>
            <a:chOff x="5891338" y="5744015"/>
            <a:chExt cx="399503" cy="461665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1304672" y="871536"/>
            <a:ext cx="399503" cy="461665"/>
            <a:chOff x="5891338" y="5744015"/>
            <a:chExt cx="399503" cy="461665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4945159" y="2676861"/>
            <a:ext cx="399503" cy="461665"/>
            <a:chOff x="5891338" y="5744015"/>
            <a:chExt cx="399503" cy="461665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27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24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2319676" y="608854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071240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3816496" y="6088546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44624" y="2900047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28367" y="3597914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17832" y="4295779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91909" y="156113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75652" y="8539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5117" y="155184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121757" y="1971348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105500" y="2669215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094965" y="3367080"/>
            <a:ext cx="499336" cy="461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56505" y="278621"/>
            <a:ext cx="46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endParaRPr lang="zh-TW" altLang="en-US" sz="2400" dirty="0"/>
          </a:p>
        </p:txBody>
      </p:sp>
      <p:cxnSp>
        <p:nvCxnSpPr>
          <p:cNvPr id="7" name="直線單箭頭接點 6"/>
          <p:cNvCxnSpPr>
            <a:stCxn id="82" idx="3"/>
            <a:endCxn id="71" idx="1"/>
          </p:cNvCxnSpPr>
          <p:nvPr/>
        </p:nvCxnSpPr>
        <p:spPr>
          <a:xfrm>
            <a:off x="674988" y="386946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endCxn id="71" idx="1"/>
          </p:cNvCxnSpPr>
          <p:nvPr/>
        </p:nvCxnSpPr>
        <p:spPr>
          <a:xfrm flipV="1">
            <a:off x="665347" y="1102369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endCxn id="71" idx="1"/>
          </p:cNvCxnSpPr>
          <p:nvPr/>
        </p:nvCxnSpPr>
        <p:spPr>
          <a:xfrm flipV="1">
            <a:off x="674988" y="1102369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669299" y="3107952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659658" y="3823375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669299" y="3823375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85" idx="1"/>
            <a:endCxn id="75" idx="3"/>
          </p:cNvCxnSpPr>
          <p:nvPr/>
        </p:nvCxnSpPr>
        <p:spPr>
          <a:xfrm flipH="1">
            <a:off x="5344662" y="2202181"/>
            <a:ext cx="777095" cy="7055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86" idx="1"/>
          </p:cNvCxnSpPr>
          <p:nvPr/>
        </p:nvCxnSpPr>
        <p:spPr>
          <a:xfrm flipH="1">
            <a:off x="5342227" y="2900047"/>
            <a:ext cx="763273" cy="53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87" idx="1"/>
          </p:cNvCxnSpPr>
          <p:nvPr/>
        </p:nvCxnSpPr>
        <p:spPr>
          <a:xfrm flipH="1" flipV="1">
            <a:off x="5351867" y="2905415"/>
            <a:ext cx="743098" cy="692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3469184" y="5407603"/>
            <a:ext cx="629684" cy="715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3034408" y="5751817"/>
            <a:ext cx="639325" cy="17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2632785" y="5396994"/>
            <a:ext cx="629684" cy="7083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字方塊 103"/>
          <p:cNvSpPr txBox="1"/>
          <p:nvPr/>
        </p:nvSpPr>
        <p:spPr>
          <a:xfrm>
            <a:off x="4506358" y="6092794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6105500" y="401847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17832" y="4922735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44624" y="2213907"/>
            <a:ext cx="49933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3556076" y="5450473"/>
            <a:ext cx="1199950" cy="642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75" idx="3"/>
          </p:cNvCxnSpPr>
          <p:nvPr/>
        </p:nvCxnSpPr>
        <p:spPr>
          <a:xfrm flipH="1" flipV="1">
            <a:off x="5344662" y="2907694"/>
            <a:ext cx="750303" cy="1388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106" idx="3"/>
          </p:cNvCxnSpPr>
          <p:nvPr/>
        </p:nvCxnSpPr>
        <p:spPr>
          <a:xfrm flipV="1">
            <a:off x="617168" y="3854018"/>
            <a:ext cx="677400" cy="129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107" idx="3"/>
          </p:cNvCxnSpPr>
          <p:nvPr/>
        </p:nvCxnSpPr>
        <p:spPr>
          <a:xfrm flipV="1">
            <a:off x="643960" y="1081684"/>
            <a:ext cx="655023" cy="1363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H="1">
            <a:off x="3233547" y="4586214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3243747" y="1830421"/>
            <a:ext cx="256453" cy="25645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3345393" y="4042128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2295352" y="3419570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354070" y="3445999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3832671" y="2885974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3201022" y="2663780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3395099" y="1233868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2100515" y="124796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3290213" y="115021"/>
            <a:ext cx="5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≈0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3191410" y="2656883"/>
            <a:ext cx="3610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2354033" y="565478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3071240" y="570524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3625970" y="5710409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646267" y="14565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5830247" y="1920356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5801339" y="3241343"/>
            <a:ext cx="27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文字方塊 129"/>
          <p:cNvSpPr txBox="1"/>
          <p:nvPr/>
        </p:nvSpPr>
        <p:spPr>
          <a:xfrm>
            <a:off x="4303514" y="5686920"/>
            <a:ext cx="32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627703" y="2258796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55815" y="71691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665951" y="731142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556557" y="348646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612753" y="495693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-10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641473" y="2787325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655814" y="4198863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5659296" y="3891560"/>
            <a:ext cx="685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49" name="文字方塊 148"/>
          <p:cNvSpPr txBox="1"/>
          <p:nvPr/>
        </p:nvSpPr>
        <p:spPr>
          <a:xfrm>
            <a:off x="5475699" y="2556492"/>
            <a:ext cx="902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</a:rPr>
              <a:t>100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9D9DE-736A-41F5-AB8F-0649D29D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3DFB4-193F-B2C1-1339-6379F86727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94" y="2130053"/>
            <a:ext cx="2239474" cy="2098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94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7" grpId="0"/>
      <p:bldP spid="138" grpId="0"/>
      <p:bldP spid="141" grpId="0"/>
      <p:bldP spid="144" grpId="0" animBg="1"/>
      <p:bldP spid="145" grpId="0"/>
      <p:bldP spid="146" grpId="0"/>
      <p:bldP spid="1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3674459" y="606713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036029" y="6067136"/>
            <a:ext cx="570185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918083" y="6067134"/>
            <a:ext cx="171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Input</a:t>
            </a:r>
            <a:endParaRPr lang="zh-TW" altLang="en-US" sz="2400" dirty="0"/>
          </a:p>
        </p:txBody>
      </p:sp>
      <p:sp>
        <p:nvSpPr>
          <p:cNvPr id="2" name="橢圓 1"/>
          <p:cNvSpPr/>
          <p:nvPr/>
        </p:nvSpPr>
        <p:spPr>
          <a:xfrm>
            <a:off x="2686050" y="3067049"/>
            <a:ext cx="1200150" cy="120015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5573339" y="3067049"/>
            <a:ext cx="1200150" cy="120015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341677" y="247650"/>
            <a:ext cx="294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Original Network:</a:t>
            </a:r>
            <a:endParaRPr lang="zh-TW" altLang="en-US" sz="2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1586373" y="820576"/>
            <a:ext cx="6241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800" dirty="0"/>
              <a:t>Simply replace the neurons with LSTM</a:t>
            </a:r>
            <a:endParaRPr lang="zh-TW" altLang="en-US" sz="2800" dirty="0"/>
          </a:p>
        </p:txBody>
      </p:sp>
      <p:sp>
        <p:nvSpPr>
          <p:cNvPr id="7" name="手繪多邊形 6"/>
          <p:cNvSpPr/>
          <p:nvPr/>
        </p:nvSpPr>
        <p:spPr>
          <a:xfrm>
            <a:off x="2836259" y="3357206"/>
            <a:ext cx="838200" cy="619836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5751201" y="3325715"/>
            <a:ext cx="838200" cy="619836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2" idx="0"/>
          </p:cNvCxnSpPr>
          <p:nvPr/>
        </p:nvCxnSpPr>
        <p:spPr>
          <a:xfrm flipV="1">
            <a:off x="3286125" y="2476500"/>
            <a:ext cx="0" cy="590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6200775" y="2476500"/>
            <a:ext cx="0" cy="590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3117206" y="2039777"/>
                <a:ext cx="3759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06" y="2039777"/>
                <a:ext cx="375937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9677" r="-6452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6009248" y="2033168"/>
                <a:ext cx="3830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248" y="2033168"/>
                <a:ext cx="383054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1111" r="-6349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 rot="5400000">
            <a:off x="2866668" y="1511467"/>
            <a:ext cx="1085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……</a:t>
            </a:r>
            <a:endParaRPr lang="zh-TW" altLang="en-US" sz="3200" dirty="0"/>
          </a:p>
        </p:txBody>
      </p:sp>
      <p:sp>
        <p:nvSpPr>
          <p:cNvPr id="52" name="文字方塊 51"/>
          <p:cNvSpPr txBox="1"/>
          <p:nvPr/>
        </p:nvSpPr>
        <p:spPr>
          <a:xfrm rot="5400000">
            <a:off x="5773139" y="1511467"/>
            <a:ext cx="1085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……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2947504" y="4209044"/>
                <a:ext cx="3459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504" y="4209044"/>
                <a:ext cx="345992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2500" r="-8929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6187452" y="4235475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452" y="4235475"/>
                <a:ext cx="353109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0345" r="-68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單箭頭接點 55"/>
          <p:cNvCxnSpPr>
            <a:endCxn id="2" idx="4"/>
          </p:cNvCxnSpPr>
          <p:nvPr/>
        </p:nvCxnSpPr>
        <p:spPr>
          <a:xfrm flipH="1" flipV="1">
            <a:off x="3286125" y="4267199"/>
            <a:ext cx="600075" cy="1799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11" idx="0"/>
            <a:endCxn id="36" idx="4"/>
          </p:cNvCxnSpPr>
          <p:nvPr/>
        </p:nvCxnSpPr>
        <p:spPr>
          <a:xfrm flipV="1">
            <a:off x="3915999" y="4267199"/>
            <a:ext cx="2257415" cy="1799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2" idx="4"/>
          </p:cNvCxnSpPr>
          <p:nvPr/>
        </p:nvCxnSpPr>
        <p:spPr>
          <a:xfrm flipH="1" flipV="1">
            <a:off x="3286125" y="4267199"/>
            <a:ext cx="2013386" cy="1799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endCxn id="36" idx="4"/>
          </p:cNvCxnSpPr>
          <p:nvPr/>
        </p:nvCxnSpPr>
        <p:spPr>
          <a:xfrm flipV="1">
            <a:off x="5317343" y="4267199"/>
            <a:ext cx="856071" cy="1799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953B2-D54E-4AA8-ABCF-232E9A37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736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429" y="464078"/>
            <a:ext cx="2763125" cy="362810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296" y="428301"/>
            <a:ext cx="2763125" cy="3628103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3674459" y="6067134"/>
            <a:ext cx="48307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036029" y="6067136"/>
            <a:ext cx="570185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664227" y="4056404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55400" y="2722904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163504" y="2028245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936350" y="756155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011144" y="3977971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302317" y="2644471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8510421" y="1949812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368987" y="649253"/>
            <a:ext cx="48307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918083" y="6067134"/>
            <a:ext cx="171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Input</a:t>
            </a:r>
            <a:endParaRPr lang="zh-TW" altLang="en-US" sz="2400" dirty="0"/>
          </a:p>
        </p:txBody>
      </p:sp>
      <p:sp>
        <p:nvSpPr>
          <p:cNvPr id="22" name="手繪多邊形 21"/>
          <p:cNvSpPr/>
          <p:nvPr/>
        </p:nvSpPr>
        <p:spPr>
          <a:xfrm>
            <a:off x="2858007" y="4518069"/>
            <a:ext cx="1075364" cy="1563417"/>
          </a:xfrm>
          <a:custGeom>
            <a:avLst/>
            <a:gdLst>
              <a:gd name="connsiteX0" fmla="*/ 1204685 w 1204685"/>
              <a:gd name="connsiteY0" fmla="*/ 899886 h 899886"/>
              <a:gd name="connsiteX1" fmla="*/ 0 w 1204685"/>
              <a:gd name="connsiteY1" fmla="*/ 0 h 89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4685" h="899886">
                <a:moveTo>
                  <a:pt x="1204685" y="89988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 22"/>
          <p:cNvSpPr/>
          <p:nvPr/>
        </p:nvSpPr>
        <p:spPr>
          <a:xfrm>
            <a:off x="2858007" y="4485129"/>
            <a:ext cx="2463115" cy="1561686"/>
          </a:xfrm>
          <a:custGeom>
            <a:avLst/>
            <a:gdLst>
              <a:gd name="connsiteX0" fmla="*/ 2627085 w 2668189"/>
              <a:gd name="connsiteY0" fmla="*/ 870857 h 890814"/>
              <a:gd name="connsiteX1" fmla="*/ 2481943 w 2668189"/>
              <a:gd name="connsiteY1" fmla="*/ 841829 h 890814"/>
              <a:gd name="connsiteX2" fmla="*/ 0 w 2668189"/>
              <a:gd name="connsiteY2" fmla="*/ 0 h 890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8189" h="890814">
                <a:moveTo>
                  <a:pt x="2627085" y="870857"/>
                </a:moveTo>
                <a:cubicBezTo>
                  <a:pt x="2773437" y="928914"/>
                  <a:pt x="2481943" y="841829"/>
                  <a:pt x="2481943" y="841829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3875314" y="2504588"/>
            <a:ext cx="477665" cy="3562384"/>
          </a:xfrm>
          <a:custGeom>
            <a:avLst/>
            <a:gdLst>
              <a:gd name="connsiteX0" fmla="*/ 0 w 333829"/>
              <a:gd name="connsiteY0" fmla="*/ 2902857 h 2902857"/>
              <a:gd name="connsiteX1" fmla="*/ 333829 w 333829"/>
              <a:gd name="connsiteY1" fmla="*/ 0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3829" h="2902857">
                <a:moveTo>
                  <a:pt x="0" y="2902857"/>
                </a:moveTo>
                <a:lnTo>
                  <a:pt x="333829" y="0"/>
                </a:lnTo>
              </a:path>
            </a:pathLst>
          </a:custGeom>
          <a:noFill/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/>
          <p:cNvCxnSpPr>
            <a:stCxn id="12" idx="0"/>
            <a:endCxn id="16" idx="2"/>
          </p:cNvCxnSpPr>
          <p:nvPr/>
        </p:nvCxnSpPr>
        <p:spPr>
          <a:xfrm flipH="1" flipV="1">
            <a:off x="4405044" y="2489910"/>
            <a:ext cx="916078" cy="3577226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手繪多邊形 37"/>
          <p:cNvSpPr/>
          <p:nvPr/>
        </p:nvSpPr>
        <p:spPr>
          <a:xfrm>
            <a:off x="81280" y="1097280"/>
            <a:ext cx="3779520" cy="4998720"/>
          </a:xfrm>
          <a:custGeom>
            <a:avLst/>
            <a:gdLst>
              <a:gd name="connsiteX0" fmla="*/ 3779520 w 3779520"/>
              <a:gd name="connsiteY0" fmla="*/ 4998720 h 4998720"/>
              <a:gd name="connsiteX1" fmla="*/ 3657600 w 3779520"/>
              <a:gd name="connsiteY1" fmla="*/ 4978400 h 4998720"/>
              <a:gd name="connsiteX2" fmla="*/ 3596640 w 3779520"/>
              <a:gd name="connsiteY2" fmla="*/ 4958080 h 4998720"/>
              <a:gd name="connsiteX3" fmla="*/ 2722880 w 3779520"/>
              <a:gd name="connsiteY3" fmla="*/ 4917440 h 4998720"/>
              <a:gd name="connsiteX4" fmla="*/ 2600960 w 3779520"/>
              <a:gd name="connsiteY4" fmla="*/ 4897120 h 4998720"/>
              <a:gd name="connsiteX5" fmla="*/ 2458720 w 3779520"/>
              <a:gd name="connsiteY5" fmla="*/ 4876800 h 4998720"/>
              <a:gd name="connsiteX6" fmla="*/ 2397760 w 3779520"/>
              <a:gd name="connsiteY6" fmla="*/ 4836160 h 4998720"/>
              <a:gd name="connsiteX7" fmla="*/ 2275840 w 3779520"/>
              <a:gd name="connsiteY7" fmla="*/ 4815840 h 4998720"/>
              <a:gd name="connsiteX8" fmla="*/ 1991360 w 3779520"/>
              <a:gd name="connsiteY8" fmla="*/ 4754880 h 4998720"/>
              <a:gd name="connsiteX9" fmla="*/ 1828800 w 3779520"/>
              <a:gd name="connsiteY9" fmla="*/ 4734560 h 4998720"/>
              <a:gd name="connsiteX10" fmla="*/ 1605280 w 3779520"/>
              <a:gd name="connsiteY10" fmla="*/ 4693920 h 4998720"/>
              <a:gd name="connsiteX11" fmla="*/ 1503680 w 3779520"/>
              <a:gd name="connsiteY11" fmla="*/ 4673600 h 4998720"/>
              <a:gd name="connsiteX12" fmla="*/ 1442720 w 3779520"/>
              <a:gd name="connsiteY12" fmla="*/ 4653280 h 4998720"/>
              <a:gd name="connsiteX13" fmla="*/ 1300480 w 3779520"/>
              <a:gd name="connsiteY13" fmla="*/ 4632960 h 4998720"/>
              <a:gd name="connsiteX14" fmla="*/ 1158240 w 3779520"/>
              <a:gd name="connsiteY14" fmla="*/ 4592320 h 4998720"/>
              <a:gd name="connsiteX15" fmla="*/ 1097280 w 3779520"/>
              <a:gd name="connsiteY15" fmla="*/ 4572000 h 4998720"/>
              <a:gd name="connsiteX16" fmla="*/ 995680 w 3779520"/>
              <a:gd name="connsiteY16" fmla="*/ 4551680 h 4998720"/>
              <a:gd name="connsiteX17" fmla="*/ 934720 w 3779520"/>
              <a:gd name="connsiteY17" fmla="*/ 4531360 h 4998720"/>
              <a:gd name="connsiteX18" fmla="*/ 751840 w 3779520"/>
              <a:gd name="connsiteY18" fmla="*/ 4490720 h 4998720"/>
              <a:gd name="connsiteX19" fmla="*/ 650240 w 3779520"/>
              <a:gd name="connsiteY19" fmla="*/ 4368800 h 4998720"/>
              <a:gd name="connsiteX20" fmla="*/ 589280 w 3779520"/>
              <a:gd name="connsiteY20" fmla="*/ 4348480 h 4998720"/>
              <a:gd name="connsiteX21" fmla="*/ 528320 w 3779520"/>
              <a:gd name="connsiteY21" fmla="*/ 4226560 h 4998720"/>
              <a:gd name="connsiteX22" fmla="*/ 467360 w 3779520"/>
              <a:gd name="connsiteY22" fmla="*/ 4165600 h 4998720"/>
              <a:gd name="connsiteX23" fmla="*/ 386080 w 3779520"/>
              <a:gd name="connsiteY23" fmla="*/ 4043680 h 4998720"/>
              <a:gd name="connsiteX24" fmla="*/ 345440 w 3779520"/>
              <a:gd name="connsiteY24" fmla="*/ 3982720 h 4998720"/>
              <a:gd name="connsiteX25" fmla="*/ 325120 w 3779520"/>
              <a:gd name="connsiteY25" fmla="*/ 3881120 h 4998720"/>
              <a:gd name="connsiteX26" fmla="*/ 284480 w 3779520"/>
              <a:gd name="connsiteY26" fmla="*/ 3637280 h 4998720"/>
              <a:gd name="connsiteX27" fmla="*/ 264160 w 3779520"/>
              <a:gd name="connsiteY27" fmla="*/ 3474720 h 4998720"/>
              <a:gd name="connsiteX28" fmla="*/ 243840 w 3779520"/>
              <a:gd name="connsiteY28" fmla="*/ 3149600 h 4998720"/>
              <a:gd name="connsiteX29" fmla="*/ 203200 w 3779520"/>
              <a:gd name="connsiteY29" fmla="*/ 3027680 h 4998720"/>
              <a:gd name="connsiteX30" fmla="*/ 162560 w 3779520"/>
              <a:gd name="connsiteY30" fmla="*/ 2844800 h 4998720"/>
              <a:gd name="connsiteX31" fmla="*/ 121920 w 3779520"/>
              <a:gd name="connsiteY31" fmla="*/ 2783840 h 4998720"/>
              <a:gd name="connsiteX32" fmla="*/ 60960 w 3779520"/>
              <a:gd name="connsiteY32" fmla="*/ 2560320 h 4998720"/>
              <a:gd name="connsiteX33" fmla="*/ 40640 w 3779520"/>
              <a:gd name="connsiteY33" fmla="*/ 2275840 h 4998720"/>
              <a:gd name="connsiteX34" fmla="*/ 20320 w 3779520"/>
              <a:gd name="connsiteY34" fmla="*/ 2174240 h 4998720"/>
              <a:gd name="connsiteX35" fmla="*/ 0 w 3779520"/>
              <a:gd name="connsiteY35" fmla="*/ 1645920 h 4998720"/>
              <a:gd name="connsiteX36" fmla="*/ 40640 w 3779520"/>
              <a:gd name="connsiteY36" fmla="*/ 568960 h 4998720"/>
              <a:gd name="connsiteX37" fmla="*/ 60960 w 3779520"/>
              <a:gd name="connsiteY37" fmla="*/ 447040 h 4998720"/>
              <a:gd name="connsiteX38" fmla="*/ 182880 w 3779520"/>
              <a:gd name="connsiteY38" fmla="*/ 325120 h 4998720"/>
              <a:gd name="connsiteX39" fmla="*/ 304800 w 3779520"/>
              <a:gd name="connsiteY39" fmla="*/ 243840 h 4998720"/>
              <a:gd name="connsiteX40" fmla="*/ 447040 w 3779520"/>
              <a:gd name="connsiteY40" fmla="*/ 162560 h 4998720"/>
              <a:gd name="connsiteX41" fmla="*/ 711200 w 3779520"/>
              <a:gd name="connsiteY41" fmla="*/ 101600 h 4998720"/>
              <a:gd name="connsiteX42" fmla="*/ 873760 w 3779520"/>
              <a:gd name="connsiteY42" fmla="*/ 0 h 499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79520" h="4998720">
                <a:moveTo>
                  <a:pt x="3779520" y="4998720"/>
                </a:moveTo>
                <a:cubicBezTo>
                  <a:pt x="3738880" y="4991947"/>
                  <a:pt x="3697819" y="4987338"/>
                  <a:pt x="3657600" y="4978400"/>
                </a:cubicBezTo>
                <a:cubicBezTo>
                  <a:pt x="3636691" y="4973754"/>
                  <a:pt x="3617871" y="4960911"/>
                  <a:pt x="3596640" y="4958080"/>
                </a:cubicBezTo>
                <a:cubicBezTo>
                  <a:pt x="3367631" y="4927545"/>
                  <a:pt x="2856868" y="4921762"/>
                  <a:pt x="2722880" y="4917440"/>
                </a:cubicBezTo>
                <a:lnTo>
                  <a:pt x="2600960" y="4897120"/>
                </a:lnTo>
                <a:cubicBezTo>
                  <a:pt x="2553622" y="4889837"/>
                  <a:pt x="2504595" y="4890562"/>
                  <a:pt x="2458720" y="4876800"/>
                </a:cubicBezTo>
                <a:cubicBezTo>
                  <a:pt x="2435328" y="4869783"/>
                  <a:pt x="2420928" y="4843883"/>
                  <a:pt x="2397760" y="4836160"/>
                </a:cubicBezTo>
                <a:cubicBezTo>
                  <a:pt x="2358674" y="4823131"/>
                  <a:pt x="2316240" y="4823920"/>
                  <a:pt x="2275840" y="4815840"/>
                </a:cubicBezTo>
                <a:cubicBezTo>
                  <a:pt x="2121912" y="4785054"/>
                  <a:pt x="2235883" y="4785445"/>
                  <a:pt x="1991360" y="4754880"/>
                </a:cubicBezTo>
                <a:lnTo>
                  <a:pt x="1828800" y="4734560"/>
                </a:lnTo>
                <a:cubicBezTo>
                  <a:pt x="1704447" y="4693109"/>
                  <a:pt x="1818635" y="4726744"/>
                  <a:pt x="1605280" y="4693920"/>
                </a:cubicBezTo>
                <a:cubicBezTo>
                  <a:pt x="1571144" y="4688668"/>
                  <a:pt x="1537186" y="4681977"/>
                  <a:pt x="1503680" y="4673600"/>
                </a:cubicBezTo>
                <a:cubicBezTo>
                  <a:pt x="1482900" y="4668405"/>
                  <a:pt x="1463723" y="4657481"/>
                  <a:pt x="1442720" y="4653280"/>
                </a:cubicBezTo>
                <a:cubicBezTo>
                  <a:pt x="1395755" y="4643887"/>
                  <a:pt x="1347893" y="4639733"/>
                  <a:pt x="1300480" y="4632960"/>
                </a:cubicBezTo>
                <a:cubicBezTo>
                  <a:pt x="1154319" y="4584240"/>
                  <a:pt x="1336844" y="4643350"/>
                  <a:pt x="1158240" y="4592320"/>
                </a:cubicBezTo>
                <a:cubicBezTo>
                  <a:pt x="1137645" y="4586436"/>
                  <a:pt x="1118060" y="4577195"/>
                  <a:pt x="1097280" y="4572000"/>
                </a:cubicBezTo>
                <a:cubicBezTo>
                  <a:pt x="1063774" y="4563623"/>
                  <a:pt x="1029186" y="4560057"/>
                  <a:pt x="995680" y="4551680"/>
                </a:cubicBezTo>
                <a:cubicBezTo>
                  <a:pt x="974900" y="4546485"/>
                  <a:pt x="955629" y="4536006"/>
                  <a:pt x="934720" y="4531360"/>
                </a:cubicBezTo>
                <a:cubicBezTo>
                  <a:pt x="720148" y="4483677"/>
                  <a:pt x="889070" y="4536463"/>
                  <a:pt x="751840" y="4490720"/>
                </a:cubicBezTo>
                <a:cubicBezTo>
                  <a:pt x="721852" y="4445738"/>
                  <a:pt x="697177" y="4400091"/>
                  <a:pt x="650240" y="4368800"/>
                </a:cubicBezTo>
                <a:cubicBezTo>
                  <a:pt x="632418" y="4356919"/>
                  <a:pt x="609600" y="4355253"/>
                  <a:pt x="589280" y="4348480"/>
                </a:cubicBezTo>
                <a:cubicBezTo>
                  <a:pt x="568915" y="4287384"/>
                  <a:pt x="572088" y="4279081"/>
                  <a:pt x="528320" y="4226560"/>
                </a:cubicBezTo>
                <a:cubicBezTo>
                  <a:pt x="509923" y="4204484"/>
                  <a:pt x="485003" y="4188283"/>
                  <a:pt x="467360" y="4165600"/>
                </a:cubicBezTo>
                <a:cubicBezTo>
                  <a:pt x="437373" y="4127046"/>
                  <a:pt x="413173" y="4084320"/>
                  <a:pt x="386080" y="4043680"/>
                </a:cubicBezTo>
                <a:lnTo>
                  <a:pt x="345440" y="3982720"/>
                </a:lnTo>
                <a:cubicBezTo>
                  <a:pt x="338667" y="3948853"/>
                  <a:pt x="330004" y="3915310"/>
                  <a:pt x="325120" y="3881120"/>
                </a:cubicBezTo>
                <a:cubicBezTo>
                  <a:pt x="291092" y="3642924"/>
                  <a:pt x="328157" y="3768311"/>
                  <a:pt x="284480" y="3637280"/>
                </a:cubicBezTo>
                <a:cubicBezTo>
                  <a:pt x="277707" y="3583093"/>
                  <a:pt x="268695" y="3529140"/>
                  <a:pt x="264160" y="3474720"/>
                </a:cubicBezTo>
                <a:cubicBezTo>
                  <a:pt x="255143" y="3366510"/>
                  <a:pt x="258511" y="3257189"/>
                  <a:pt x="243840" y="3149600"/>
                </a:cubicBezTo>
                <a:cubicBezTo>
                  <a:pt x="238052" y="3107154"/>
                  <a:pt x="210243" y="3069935"/>
                  <a:pt x="203200" y="3027680"/>
                </a:cubicBezTo>
                <a:cubicBezTo>
                  <a:pt x="195396" y="2980854"/>
                  <a:pt x="187572" y="2894823"/>
                  <a:pt x="162560" y="2844800"/>
                </a:cubicBezTo>
                <a:cubicBezTo>
                  <a:pt x="151638" y="2822957"/>
                  <a:pt x="131839" y="2806157"/>
                  <a:pt x="121920" y="2783840"/>
                </a:cubicBezTo>
                <a:cubicBezTo>
                  <a:pt x="84421" y="2699466"/>
                  <a:pt x="78344" y="2647240"/>
                  <a:pt x="60960" y="2560320"/>
                </a:cubicBezTo>
                <a:cubicBezTo>
                  <a:pt x="54187" y="2465493"/>
                  <a:pt x="50592" y="2370386"/>
                  <a:pt x="40640" y="2275840"/>
                </a:cubicBezTo>
                <a:cubicBezTo>
                  <a:pt x="37024" y="2241492"/>
                  <a:pt x="22544" y="2208706"/>
                  <a:pt x="20320" y="2174240"/>
                </a:cubicBezTo>
                <a:cubicBezTo>
                  <a:pt x="8973" y="1998369"/>
                  <a:pt x="6773" y="1822027"/>
                  <a:pt x="0" y="1645920"/>
                </a:cubicBezTo>
                <a:cubicBezTo>
                  <a:pt x="7504" y="1360760"/>
                  <a:pt x="9321" y="897813"/>
                  <a:pt x="40640" y="568960"/>
                </a:cubicBezTo>
                <a:cubicBezTo>
                  <a:pt x="44546" y="527945"/>
                  <a:pt x="40200" y="482628"/>
                  <a:pt x="60960" y="447040"/>
                </a:cubicBezTo>
                <a:cubicBezTo>
                  <a:pt x="89919" y="397395"/>
                  <a:pt x="135059" y="357001"/>
                  <a:pt x="182880" y="325120"/>
                </a:cubicBezTo>
                <a:lnTo>
                  <a:pt x="304800" y="243840"/>
                </a:lnTo>
                <a:cubicBezTo>
                  <a:pt x="359786" y="207183"/>
                  <a:pt x="382588" y="188341"/>
                  <a:pt x="447040" y="162560"/>
                </a:cubicBezTo>
                <a:cubicBezTo>
                  <a:pt x="571008" y="112973"/>
                  <a:pt x="575062" y="121048"/>
                  <a:pt x="711200" y="101600"/>
                </a:cubicBezTo>
                <a:cubicBezTo>
                  <a:pt x="845722" y="11919"/>
                  <a:pt x="789433" y="42163"/>
                  <a:pt x="87376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手繪多邊形 39"/>
          <p:cNvSpPr/>
          <p:nvPr/>
        </p:nvSpPr>
        <p:spPr>
          <a:xfrm>
            <a:off x="406400" y="1158223"/>
            <a:ext cx="4754880" cy="4917457"/>
          </a:xfrm>
          <a:custGeom>
            <a:avLst/>
            <a:gdLst>
              <a:gd name="connsiteX0" fmla="*/ 4754880 w 4754880"/>
              <a:gd name="connsiteY0" fmla="*/ 4917457 h 4917457"/>
              <a:gd name="connsiteX1" fmla="*/ 4592320 w 4754880"/>
              <a:gd name="connsiteY1" fmla="*/ 4897137 h 4917457"/>
              <a:gd name="connsiteX2" fmla="*/ 4287520 w 4754880"/>
              <a:gd name="connsiteY2" fmla="*/ 4876817 h 4917457"/>
              <a:gd name="connsiteX3" fmla="*/ 3881120 w 4754880"/>
              <a:gd name="connsiteY3" fmla="*/ 4754897 h 4917457"/>
              <a:gd name="connsiteX4" fmla="*/ 3515360 w 4754880"/>
              <a:gd name="connsiteY4" fmla="*/ 4673617 h 4917457"/>
              <a:gd name="connsiteX5" fmla="*/ 3312160 w 4754880"/>
              <a:gd name="connsiteY5" fmla="*/ 4632977 h 4917457"/>
              <a:gd name="connsiteX6" fmla="*/ 3108960 w 4754880"/>
              <a:gd name="connsiteY6" fmla="*/ 4531377 h 4917457"/>
              <a:gd name="connsiteX7" fmla="*/ 2966720 w 4754880"/>
              <a:gd name="connsiteY7" fmla="*/ 4490737 h 4917457"/>
              <a:gd name="connsiteX8" fmla="*/ 2661920 w 4754880"/>
              <a:gd name="connsiteY8" fmla="*/ 4389137 h 4917457"/>
              <a:gd name="connsiteX9" fmla="*/ 2458720 w 4754880"/>
              <a:gd name="connsiteY9" fmla="*/ 4348497 h 4917457"/>
              <a:gd name="connsiteX10" fmla="*/ 2377440 w 4754880"/>
              <a:gd name="connsiteY10" fmla="*/ 4328177 h 4917457"/>
              <a:gd name="connsiteX11" fmla="*/ 2275840 w 4754880"/>
              <a:gd name="connsiteY11" fmla="*/ 4307857 h 4917457"/>
              <a:gd name="connsiteX12" fmla="*/ 2194560 w 4754880"/>
              <a:gd name="connsiteY12" fmla="*/ 4287537 h 4917457"/>
              <a:gd name="connsiteX13" fmla="*/ 1849120 w 4754880"/>
              <a:gd name="connsiteY13" fmla="*/ 4246897 h 4917457"/>
              <a:gd name="connsiteX14" fmla="*/ 1727200 w 4754880"/>
              <a:gd name="connsiteY14" fmla="*/ 4226577 h 4917457"/>
              <a:gd name="connsiteX15" fmla="*/ 1544320 w 4754880"/>
              <a:gd name="connsiteY15" fmla="*/ 4206257 h 4917457"/>
              <a:gd name="connsiteX16" fmla="*/ 1483360 w 4754880"/>
              <a:gd name="connsiteY16" fmla="*/ 4165617 h 4917457"/>
              <a:gd name="connsiteX17" fmla="*/ 1422400 w 4754880"/>
              <a:gd name="connsiteY17" fmla="*/ 4145297 h 4917457"/>
              <a:gd name="connsiteX18" fmla="*/ 1300480 w 4754880"/>
              <a:gd name="connsiteY18" fmla="*/ 4064017 h 4917457"/>
              <a:gd name="connsiteX19" fmla="*/ 1239520 w 4754880"/>
              <a:gd name="connsiteY19" fmla="*/ 4023377 h 4917457"/>
              <a:gd name="connsiteX20" fmla="*/ 1178560 w 4754880"/>
              <a:gd name="connsiteY20" fmla="*/ 3982737 h 4917457"/>
              <a:gd name="connsiteX21" fmla="*/ 1056640 w 4754880"/>
              <a:gd name="connsiteY21" fmla="*/ 3942097 h 4917457"/>
              <a:gd name="connsiteX22" fmla="*/ 995680 w 4754880"/>
              <a:gd name="connsiteY22" fmla="*/ 3921777 h 4917457"/>
              <a:gd name="connsiteX23" fmla="*/ 812800 w 4754880"/>
              <a:gd name="connsiteY23" fmla="*/ 3820177 h 4917457"/>
              <a:gd name="connsiteX24" fmla="*/ 711200 w 4754880"/>
              <a:gd name="connsiteY24" fmla="*/ 3698257 h 4917457"/>
              <a:gd name="connsiteX25" fmla="*/ 650240 w 4754880"/>
              <a:gd name="connsiteY25" fmla="*/ 3637297 h 4917457"/>
              <a:gd name="connsiteX26" fmla="*/ 508000 w 4754880"/>
              <a:gd name="connsiteY26" fmla="*/ 3454417 h 4917457"/>
              <a:gd name="connsiteX27" fmla="*/ 447040 w 4754880"/>
              <a:gd name="connsiteY27" fmla="*/ 3413777 h 4917457"/>
              <a:gd name="connsiteX28" fmla="*/ 426720 w 4754880"/>
              <a:gd name="connsiteY28" fmla="*/ 3352817 h 4917457"/>
              <a:gd name="connsiteX29" fmla="*/ 345440 w 4754880"/>
              <a:gd name="connsiteY29" fmla="*/ 3230897 h 4917457"/>
              <a:gd name="connsiteX30" fmla="*/ 304800 w 4754880"/>
              <a:gd name="connsiteY30" fmla="*/ 3108977 h 4917457"/>
              <a:gd name="connsiteX31" fmla="*/ 223520 w 4754880"/>
              <a:gd name="connsiteY31" fmla="*/ 2987057 h 4917457"/>
              <a:gd name="connsiteX32" fmla="*/ 182880 w 4754880"/>
              <a:gd name="connsiteY32" fmla="*/ 2926097 h 4917457"/>
              <a:gd name="connsiteX33" fmla="*/ 142240 w 4754880"/>
              <a:gd name="connsiteY33" fmla="*/ 2702577 h 4917457"/>
              <a:gd name="connsiteX34" fmla="*/ 81280 w 4754880"/>
              <a:gd name="connsiteY34" fmla="*/ 2519697 h 4917457"/>
              <a:gd name="connsiteX35" fmla="*/ 60960 w 4754880"/>
              <a:gd name="connsiteY35" fmla="*/ 2458737 h 4917457"/>
              <a:gd name="connsiteX36" fmla="*/ 40640 w 4754880"/>
              <a:gd name="connsiteY36" fmla="*/ 2336817 h 4917457"/>
              <a:gd name="connsiteX37" fmla="*/ 20320 w 4754880"/>
              <a:gd name="connsiteY37" fmla="*/ 1645937 h 4917457"/>
              <a:gd name="connsiteX38" fmla="*/ 0 w 4754880"/>
              <a:gd name="connsiteY38" fmla="*/ 1402097 h 4917457"/>
              <a:gd name="connsiteX39" fmla="*/ 20320 w 4754880"/>
              <a:gd name="connsiteY39" fmla="*/ 609617 h 4917457"/>
              <a:gd name="connsiteX40" fmla="*/ 60960 w 4754880"/>
              <a:gd name="connsiteY40" fmla="*/ 487697 h 4917457"/>
              <a:gd name="connsiteX41" fmla="*/ 101600 w 4754880"/>
              <a:gd name="connsiteY41" fmla="*/ 426737 h 4917457"/>
              <a:gd name="connsiteX42" fmla="*/ 121920 w 4754880"/>
              <a:gd name="connsiteY42" fmla="*/ 365777 h 4917457"/>
              <a:gd name="connsiteX43" fmla="*/ 162560 w 4754880"/>
              <a:gd name="connsiteY43" fmla="*/ 304817 h 4917457"/>
              <a:gd name="connsiteX44" fmla="*/ 182880 w 4754880"/>
              <a:gd name="connsiteY44" fmla="*/ 243857 h 4917457"/>
              <a:gd name="connsiteX45" fmla="*/ 264160 w 4754880"/>
              <a:gd name="connsiteY45" fmla="*/ 121937 h 4917457"/>
              <a:gd name="connsiteX46" fmla="*/ 386080 w 4754880"/>
              <a:gd name="connsiteY46" fmla="*/ 81297 h 4917457"/>
              <a:gd name="connsiteX47" fmla="*/ 447040 w 4754880"/>
              <a:gd name="connsiteY47" fmla="*/ 40657 h 4917457"/>
              <a:gd name="connsiteX48" fmla="*/ 589280 w 4754880"/>
              <a:gd name="connsiteY48" fmla="*/ 17 h 491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754880" h="4917457">
                <a:moveTo>
                  <a:pt x="4754880" y="4917457"/>
                </a:moveTo>
                <a:cubicBezTo>
                  <a:pt x="4700693" y="4910684"/>
                  <a:pt x="4646723" y="4901868"/>
                  <a:pt x="4592320" y="4897137"/>
                </a:cubicBezTo>
                <a:cubicBezTo>
                  <a:pt x="4490877" y="4888316"/>
                  <a:pt x="4387368" y="4896787"/>
                  <a:pt x="4287520" y="4876817"/>
                </a:cubicBezTo>
                <a:cubicBezTo>
                  <a:pt x="4148835" y="4849080"/>
                  <a:pt x="4019183" y="4785578"/>
                  <a:pt x="3881120" y="4754897"/>
                </a:cubicBezTo>
                <a:lnTo>
                  <a:pt x="3515360" y="4673617"/>
                </a:lnTo>
                <a:cubicBezTo>
                  <a:pt x="3447819" y="4659144"/>
                  <a:pt x="3312160" y="4632977"/>
                  <a:pt x="3312160" y="4632977"/>
                </a:cubicBezTo>
                <a:cubicBezTo>
                  <a:pt x="3244427" y="4599110"/>
                  <a:pt x="3178984" y="4560210"/>
                  <a:pt x="3108960" y="4531377"/>
                </a:cubicBezTo>
                <a:cubicBezTo>
                  <a:pt x="3063364" y="4512602"/>
                  <a:pt x="3013500" y="4506330"/>
                  <a:pt x="2966720" y="4490737"/>
                </a:cubicBezTo>
                <a:cubicBezTo>
                  <a:pt x="2664252" y="4389914"/>
                  <a:pt x="2939675" y="4464888"/>
                  <a:pt x="2661920" y="4389137"/>
                </a:cubicBezTo>
                <a:cubicBezTo>
                  <a:pt x="2532125" y="4353738"/>
                  <a:pt x="2620793" y="4380912"/>
                  <a:pt x="2458720" y="4348497"/>
                </a:cubicBezTo>
                <a:cubicBezTo>
                  <a:pt x="2431335" y="4343020"/>
                  <a:pt x="2404702" y="4334235"/>
                  <a:pt x="2377440" y="4328177"/>
                </a:cubicBezTo>
                <a:cubicBezTo>
                  <a:pt x="2343725" y="4320685"/>
                  <a:pt x="2309555" y="4315349"/>
                  <a:pt x="2275840" y="4307857"/>
                </a:cubicBezTo>
                <a:cubicBezTo>
                  <a:pt x="2248578" y="4301799"/>
                  <a:pt x="2221945" y="4293014"/>
                  <a:pt x="2194560" y="4287537"/>
                </a:cubicBezTo>
                <a:cubicBezTo>
                  <a:pt x="2030760" y="4254777"/>
                  <a:pt x="2055716" y="4271202"/>
                  <a:pt x="1849120" y="4246897"/>
                </a:cubicBezTo>
                <a:cubicBezTo>
                  <a:pt x="1808202" y="4242083"/>
                  <a:pt x="1768039" y="4232022"/>
                  <a:pt x="1727200" y="4226577"/>
                </a:cubicBezTo>
                <a:cubicBezTo>
                  <a:pt x="1666403" y="4218471"/>
                  <a:pt x="1605280" y="4213030"/>
                  <a:pt x="1544320" y="4206257"/>
                </a:cubicBezTo>
                <a:cubicBezTo>
                  <a:pt x="1524000" y="4192710"/>
                  <a:pt x="1505203" y="4176539"/>
                  <a:pt x="1483360" y="4165617"/>
                </a:cubicBezTo>
                <a:cubicBezTo>
                  <a:pt x="1464202" y="4156038"/>
                  <a:pt x="1441124" y="4155699"/>
                  <a:pt x="1422400" y="4145297"/>
                </a:cubicBezTo>
                <a:cubicBezTo>
                  <a:pt x="1379703" y="4121577"/>
                  <a:pt x="1341120" y="4091110"/>
                  <a:pt x="1300480" y="4064017"/>
                </a:cubicBezTo>
                <a:lnTo>
                  <a:pt x="1239520" y="4023377"/>
                </a:lnTo>
                <a:cubicBezTo>
                  <a:pt x="1219200" y="4009830"/>
                  <a:pt x="1201728" y="3990460"/>
                  <a:pt x="1178560" y="3982737"/>
                </a:cubicBezTo>
                <a:lnTo>
                  <a:pt x="1056640" y="3942097"/>
                </a:lnTo>
                <a:lnTo>
                  <a:pt x="995680" y="3921777"/>
                </a:lnTo>
                <a:cubicBezTo>
                  <a:pt x="919024" y="3896225"/>
                  <a:pt x="882671" y="3890048"/>
                  <a:pt x="812800" y="3820177"/>
                </a:cubicBezTo>
                <a:cubicBezTo>
                  <a:pt x="634704" y="3642081"/>
                  <a:pt x="852651" y="3867998"/>
                  <a:pt x="711200" y="3698257"/>
                </a:cubicBezTo>
                <a:cubicBezTo>
                  <a:pt x="692803" y="3676181"/>
                  <a:pt x="667883" y="3659980"/>
                  <a:pt x="650240" y="3637297"/>
                </a:cubicBezTo>
                <a:cubicBezTo>
                  <a:pt x="566768" y="3529976"/>
                  <a:pt x="595409" y="3527257"/>
                  <a:pt x="508000" y="3454417"/>
                </a:cubicBezTo>
                <a:cubicBezTo>
                  <a:pt x="489239" y="3438783"/>
                  <a:pt x="467360" y="3427324"/>
                  <a:pt x="447040" y="3413777"/>
                </a:cubicBezTo>
                <a:cubicBezTo>
                  <a:pt x="440267" y="3393457"/>
                  <a:pt x="437122" y="3371541"/>
                  <a:pt x="426720" y="3352817"/>
                </a:cubicBezTo>
                <a:cubicBezTo>
                  <a:pt x="403000" y="3310120"/>
                  <a:pt x="360886" y="3277234"/>
                  <a:pt x="345440" y="3230897"/>
                </a:cubicBezTo>
                <a:cubicBezTo>
                  <a:pt x="331893" y="3190257"/>
                  <a:pt x="328562" y="3144621"/>
                  <a:pt x="304800" y="3108977"/>
                </a:cubicBezTo>
                <a:lnTo>
                  <a:pt x="223520" y="2987057"/>
                </a:lnTo>
                <a:lnTo>
                  <a:pt x="182880" y="2926097"/>
                </a:lnTo>
                <a:cubicBezTo>
                  <a:pt x="168569" y="2825918"/>
                  <a:pt x="168370" y="2789676"/>
                  <a:pt x="142240" y="2702577"/>
                </a:cubicBezTo>
                <a:lnTo>
                  <a:pt x="81280" y="2519697"/>
                </a:lnTo>
                <a:cubicBezTo>
                  <a:pt x="74507" y="2499377"/>
                  <a:pt x="64481" y="2479865"/>
                  <a:pt x="60960" y="2458737"/>
                </a:cubicBezTo>
                <a:lnTo>
                  <a:pt x="40640" y="2336817"/>
                </a:lnTo>
                <a:cubicBezTo>
                  <a:pt x="33867" y="2106524"/>
                  <a:pt x="30328" y="1876112"/>
                  <a:pt x="20320" y="1645937"/>
                </a:cubicBezTo>
                <a:cubicBezTo>
                  <a:pt x="16777" y="1564452"/>
                  <a:pt x="0" y="1483659"/>
                  <a:pt x="0" y="1402097"/>
                </a:cubicBezTo>
                <a:cubicBezTo>
                  <a:pt x="0" y="1137850"/>
                  <a:pt x="2743" y="873279"/>
                  <a:pt x="20320" y="609617"/>
                </a:cubicBezTo>
                <a:cubicBezTo>
                  <a:pt x="23170" y="566874"/>
                  <a:pt x="37198" y="523341"/>
                  <a:pt x="60960" y="487697"/>
                </a:cubicBezTo>
                <a:cubicBezTo>
                  <a:pt x="74507" y="467377"/>
                  <a:pt x="90678" y="448580"/>
                  <a:pt x="101600" y="426737"/>
                </a:cubicBezTo>
                <a:cubicBezTo>
                  <a:pt x="111179" y="407579"/>
                  <a:pt x="112341" y="384935"/>
                  <a:pt x="121920" y="365777"/>
                </a:cubicBezTo>
                <a:cubicBezTo>
                  <a:pt x="132842" y="343934"/>
                  <a:pt x="151638" y="326660"/>
                  <a:pt x="162560" y="304817"/>
                </a:cubicBezTo>
                <a:cubicBezTo>
                  <a:pt x="172139" y="285659"/>
                  <a:pt x="172478" y="262581"/>
                  <a:pt x="182880" y="243857"/>
                </a:cubicBezTo>
                <a:cubicBezTo>
                  <a:pt x="206600" y="201160"/>
                  <a:pt x="217823" y="137383"/>
                  <a:pt x="264160" y="121937"/>
                </a:cubicBezTo>
                <a:cubicBezTo>
                  <a:pt x="304800" y="108390"/>
                  <a:pt x="350436" y="105059"/>
                  <a:pt x="386080" y="81297"/>
                </a:cubicBezTo>
                <a:cubicBezTo>
                  <a:pt x="406400" y="67750"/>
                  <a:pt x="424723" y="50576"/>
                  <a:pt x="447040" y="40657"/>
                </a:cubicBezTo>
                <a:cubicBezTo>
                  <a:pt x="543299" y="-2125"/>
                  <a:pt x="531195" y="17"/>
                  <a:pt x="589280" y="17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1219200" y="3118592"/>
            <a:ext cx="2661920" cy="2916448"/>
          </a:xfrm>
          <a:custGeom>
            <a:avLst/>
            <a:gdLst>
              <a:gd name="connsiteX0" fmla="*/ 2661920 w 2661920"/>
              <a:gd name="connsiteY0" fmla="*/ 2987040 h 2987040"/>
              <a:gd name="connsiteX1" fmla="*/ 2235200 w 2661920"/>
              <a:gd name="connsiteY1" fmla="*/ 2946400 h 2987040"/>
              <a:gd name="connsiteX2" fmla="*/ 2092960 w 2661920"/>
              <a:gd name="connsiteY2" fmla="*/ 2905760 h 2987040"/>
              <a:gd name="connsiteX3" fmla="*/ 1950720 w 2661920"/>
              <a:gd name="connsiteY3" fmla="*/ 2844800 h 2987040"/>
              <a:gd name="connsiteX4" fmla="*/ 1747520 w 2661920"/>
              <a:gd name="connsiteY4" fmla="*/ 2804160 h 2987040"/>
              <a:gd name="connsiteX5" fmla="*/ 1625600 w 2661920"/>
              <a:gd name="connsiteY5" fmla="*/ 2783840 h 2987040"/>
              <a:gd name="connsiteX6" fmla="*/ 1483360 w 2661920"/>
              <a:gd name="connsiteY6" fmla="*/ 2743200 h 2987040"/>
              <a:gd name="connsiteX7" fmla="*/ 1158240 w 2661920"/>
              <a:gd name="connsiteY7" fmla="*/ 2702560 h 2987040"/>
              <a:gd name="connsiteX8" fmla="*/ 1036320 w 2661920"/>
              <a:gd name="connsiteY8" fmla="*/ 2661920 h 2987040"/>
              <a:gd name="connsiteX9" fmla="*/ 975360 w 2661920"/>
              <a:gd name="connsiteY9" fmla="*/ 2641600 h 2987040"/>
              <a:gd name="connsiteX10" fmla="*/ 853440 w 2661920"/>
              <a:gd name="connsiteY10" fmla="*/ 2560320 h 2987040"/>
              <a:gd name="connsiteX11" fmla="*/ 792480 w 2661920"/>
              <a:gd name="connsiteY11" fmla="*/ 2499360 h 2987040"/>
              <a:gd name="connsiteX12" fmla="*/ 731520 w 2661920"/>
              <a:gd name="connsiteY12" fmla="*/ 2458720 h 2987040"/>
              <a:gd name="connsiteX13" fmla="*/ 690880 w 2661920"/>
              <a:gd name="connsiteY13" fmla="*/ 2397760 h 2987040"/>
              <a:gd name="connsiteX14" fmla="*/ 629920 w 2661920"/>
              <a:gd name="connsiteY14" fmla="*/ 2377440 h 2987040"/>
              <a:gd name="connsiteX15" fmla="*/ 568960 w 2661920"/>
              <a:gd name="connsiteY15" fmla="*/ 2336800 h 2987040"/>
              <a:gd name="connsiteX16" fmla="*/ 447040 w 2661920"/>
              <a:gd name="connsiteY16" fmla="*/ 2275840 h 2987040"/>
              <a:gd name="connsiteX17" fmla="*/ 406400 w 2661920"/>
              <a:gd name="connsiteY17" fmla="*/ 2214880 h 2987040"/>
              <a:gd name="connsiteX18" fmla="*/ 365760 w 2661920"/>
              <a:gd name="connsiteY18" fmla="*/ 2072640 h 2987040"/>
              <a:gd name="connsiteX19" fmla="*/ 345440 w 2661920"/>
              <a:gd name="connsiteY19" fmla="*/ 2011680 h 2987040"/>
              <a:gd name="connsiteX20" fmla="*/ 304800 w 2661920"/>
              <a:gd name="connsiteY20" fmla="*/ 1950720 h 2987040"/>
              <a:gd name="connsiteX21" fmla="*/ 203200 w 2661920"/>
              <a:gd name="connsiteY21" fmla="*/ 1767840 h 2987040"/>
              <a:gd name="connsiteX22" fmla="*/ 182880 w 2661920"/>
              <a:gd name="connsiteY22" fmla="*/ 1706880 h 2987040"/>
              <a:gd name="connsiteX23" fmla="*/ 142240 w 2661920"/>
              <a:gd name="connsiteY23" fmla="*/ 1645920 h 2987040"/>
              <a:gd name="connsiteX24" fmla="*/ 101600 w 2661920"/>
              <a:gd name="connsiteY24" fmla="*/ 1524000 h 2987040"/>
              <a:gd name="connsiteX25" fmla="*/ 81280 w 2661920"/>
              <a:gd name="connsiteY25" fmla="*/ 1463040 h 2987040"/>
              <a:gd name="connsiteX26" fmla="*/ 60960 w 2661920"/>
              <a:gd name="connsiteY26" fmla="*/ 1300480 h 2987040"/>
              <a:gd name="connsiteX27" fmla="*/ 40640 w 2661920"/>
              <a:gd name="connsiteY27" fmla="*/ 1239520 h 2987040"/>
              <a:gd name="connsiteX28" fmla="*/ 20320 w 2661920"/>
              <a:gd name="connsiteY28" fmla="*/ 934720 h 2987040"/>
              <a:gd name="connsiteX29" fmla="*/ 0 w 2661920"/>
              <a:gd name="connsiteY29" fmla="*/ 0 h 298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661920" h="2987040">
                <a:moveTo>
                  <a:pt x="2661920" y="2987040"/>
                </a:moveTo>
                <a:cubicBezTo>
                  <a:pt x="2519680" y="2973493"/>
                  <a:pt x="2373817" y="2981054"/>
                  <a:pt x="2235200" y="2946400"/>
                </a:cubicBezTo>
                <a:cubicBezTo>
                  <a:pt x="2193954" y="2936089"/>
                  <a:pt x="2133772" y="2923251"/>
                  <a:pt x="2092960" y="2905760"/>
                </a:cubicBezTo>
                <a:cubicBezTo>
                  <a:pt x="2022027" y="2875360"/>
                  <a:pt x="2019554" y="2860685"/>
                  <a:pt x="1950720" y="2844800"/>
                </a:cubicBezTo>
                <a:cubicBezTo>
                  <a:pt x="1883414" y="2829268"/>
                  <a:pt x="1815655" y="2815516"/>
                  <a:pt x="1747520" y="2804160"/>
                </a:cubicBezTo>
                <a:cubicBezTo>
                  <a:pt x="1706880" y="2797387"/>
                  <a:pt x="1665819" y="2792778"/>
                  <a:pt x="1625600" y="2783840"/>
                </a:cubicBezTo>
                <a:cubicBezTo>
                  <a:pt x="1429738" y="2740315"/>
                  <a:pt x="1726766" y="2787456"/>
                  <a:pt x="1483360" y="2743200"/>
                </a:cubicBezTo>
                <a:cubicBezTo>
                  <a:pt x="1392236" y="2726632"/>
                  <a:pt x="1245504" y="2712256"/>
                  <a:pt x="1158240" y="2702560"/>
                </a:cubicBezTo>
                <a:lnTo>
                  <a:pt x="1036320" y="2661920"/>
                </a:lnTo>
                <a:lnTo>
                  <a:pt x="975360" y="2641600"/>
                </a:lnTo>
                <a:cubicBezTo>
                  <a:pt x="780892" y="2447132"/>
                  <a:pt x="1029884" y="2677950"/>
                  <a:pt x="853440" y="2560320"/>
                </a:cubicBezTo>
                <a:cubicBezTo>
                  <a:pt x="829530" y="2544380"/>
                  <a:pt x="814556" y="2517757"/>
                  <a:pt x="792480" y="2499360"/>
                </a:cubicBezTo>
                <a:cubicBezTo>
                  <a:pt x="773719" y="2483726"/>
                  <a:pt x="751840" y="2472267"/>
                  <a:pt x="731520" y="2458720"/>
                </a:cubicBezTo>
                <a:cubicBezTo>
                  <a:pt x="717973" y="2438400"/>
                  <a:pt x="709950" y="2413016"/>
                  <a:pt x="690880" y="2397760"/>
                </a:cubicBezTo>
                <a:cubicBezTo>
                  <a:pt x="674154" y="2384380"/>
                  <a:pt x="649078" y="2387019"/>
                  <a:pt x="629920" y="2377440"/>
                </a:cubicBezTo>
                <a:cubicBezTo>
                  <a:pt x="608077" y="2366518"/>
                  <a:pt x="590803" y="2347722"/>
                  <a:pt x="568960" y="2336800"/>
                </a:cubicBezTo>
                <a:cubicBezTo>
                  <a:pt x="400703" y="2252672"/>
                  <a:pt x="621743" y="2392309"/>
                  <a:pt x="447040" y="2275840"/>
                </a:cubicBezTo>
                <a:cubicBezTo>
                  <a:pt x="433493" y="2255520"/>
                  <a:pt x="417322" y="2236723"/>
                  <a:pt x="406400" y="2214880"/>
                </a:cubicBezTo>
                <a:cubicBezTo>
                  <a:pt x="390160" y="2182400"/>
                  <a:pt x="374441" y="2103023"/>
                  <a:pt x="365760" y="2072640"/>
                </a:cubicBezTo>
                <a:cubicBezTo>
                  <a:pt x="359876" y="2052045"/>
                  <a:pt x="355019" y="2030838"/>
                  <a:pt x="345440" y="2011680"/>
                </a:cubicBezTo>
                <a:cubicBezTo>
                  <a:pt x="334518" y="1989837"/>
                  <a:pt x="314719" y="1973037"/>
                  <a:pt x="304800" y="1950720"/>
                </a:cubicBezTo>
                <a:cubicBezTo>
                  <a:pt x="225236" y="1771701"/>
                  <a:pt x="314466" y="1879106"/>
                  <a:pt x="203200" y="1767840"/>
                </a:cubicBezTo>
                <a:cubicBezTo>
                  <a:pt x="196427" y="1747520"/>
                  <a:pt x="192459" y="1726038"/>
                  <a:pt x="182880" y="1706880"/>
                </a:cubicBezTo>
                <a:cubicBezTo>
                  <a:pt x="171958" y="1685037"/>
                  <a:pt x="152159" y="1668237"/>
                  <a:pt x="142240" y="1645920"/>
                </a:cubicBezTo>
                <a:cubicBezTo>
                  <a:pt x="124842" y="1606774"/>
                  <a:pt x="115147" y="1564640"/>
                  <a:pt x="101600" y="1524000"/>
                </a:cubicBezTo>
                <a:lnTo>
                  <a:pt x="81280" y="1463040"/>
                </a:lnTo>
                <a:cubicBezTo>
                  <a:pt x="74507" y="1408853"/>
                  <a:pt x="70729" y="1354208"/>
                  <a:pt x="60960" y="1300480"/>
                </a:cubicBezTo>
                <a:cubicBezTo>
                  <a:pt x="57128" y="1279406"/>
                  <a:pt x="43005" y="1260808"/>
                  <a:pt x="40640" y="1239520"/>
                </a:cubicBezTo>
                <a:cubicBezTo>
                  <a:pt x="29395" y="1138317"/>
                  <a:pt x="27093" y="1036320"/>
                  <a:pt x="20320" y="934720"/>
                </a:cubicBezTo>
                <a:cubicBezTo>
                  <a:pt x="13396" y="623150"/>
                  <a:pt x="0" y="311647"/>
                  <a:pt x="0" y="0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手繪多邊形 42"/>
          <p:cNvSpPr/>
          <p:nvPr/>
        </p:nvSpPr>
        <p:spPr>
          <a:xfrm>
            <a:off x="1239520" y="3169920"/>
            <a:ext cx="4003040" cy="2865120"/>
          </a:xfrm>
          <a:custGeom>
            <a:avLst/>
            <a:gdLst>
              <a:gd name="connsiteX0" fmla="*/ 4003040 w 4003040"/>
              <a:gd name="connsiteY0" fmla="*/ 2865120 h 2865120"/>
              <a:gd name="connsiteX1" fmla="*/ 3901440 w 4003040"/>
              <a:gd name="connsiteY1" fmla="*/ 2844800 h 2865120"/>
              <a:gd name="connsiteX2" fmla="*/ 3840480 w 4003040"/>
              <a:gd name="connsiteY2" fmla="*/ 2804160 h 2865120"/>
              <a:gd name="connsiteX3" fmla="*/ 3738880 w 4003040"/>
              <a:gd name="connsiteY3" fmla="*/ 2783840 h 2865120"/>
              <a:gd name="connsiteX4" fmla="*/ 3535680 w 4003040"/>
              <a:gd name="connsiteY4" fmla="*/ 2743200 h 2865120"/>
              <a:gd name="connsiteX5" fmla="*/ 3413760 w 4003040"/>
              <a:gd name="connsiteY5" fmla="*/ 2702560 h 2865120"/>
              <a:gd name="connsiteX6" fmla="*/ 3352800 w 4003040"/>
              <a:gd name="connsiteY6" fmla="*/ 2661920 h 2865120"/>
              <a:gd name="connsiteX7" fmla="*/ 3210560 w 4003040"/>
              <a:gd name="connsiteY7" fmla="*/ 2621280 h 2865120"/>
              <a:gd name="connsiteX8" fmla="*/ 3088640 w 4003040"/>
              <a:gd name="connsiteY8" fmla="*/ 2540000 h 2865120"/>
              <a:gd name="connsiteX9" fmla="*/ 2987040 w 4003040"/>
              <a:gd name="connsiteY9" fmla="*/ 2519680 h 2865120"/>
              <a:gd name="connsiteX10" fmla="*/ 2865120 w 4003040"/>
              <a:gd name="connsiteY10" fmla="*/ 2479040 h 2865120"/>
              <a:gd name="connsiteX11" fmla="*/ 2702560 w 4003040"/>
              <a:gd name="connsiteY11" fmla="*/ 2438400 h 2865120"/>
              <a:gd name="connsiteX12" fmla="*/ 2641600 w 4003040"/>
              <a:gd name="connsiteY12" fmla="*/ 2397760 h 2865120"/>
              <a:gd name="connsiteX13" fmla="*/ 2479040 w 4003040"/>
              <a:gd name="connsiteY13" fmla="*/ 2377440 h 2865120"/>
              <a:gd name="connsiteX14" fmla="*/ 2336800 w 4003040"/>
              <a:gd name="connsiteY14" fmla="*/ 2336800 h 2865120"/>
              <a:gd name="connsiteX15" fmla="*/ 2214880 w 4003040"/>
              <a:gd name="connsiteY15" fmla="*/ 2316480 h 2865120"/>
              <a:gd name="connsiteX16" fmla="*/ 2153920 w 4003040"/>
              <a:gd name="connsiteY16" fmla="*/ 2296160 h 2865120"/>
              <a:gd name="connsiteX17" fmla="*/ 2072640 w 4003040"/>
              <a:gd name="connsiteY17" fmla="*/ 2275840 h 2865120"/>
              <a:gd name="connsiteX18" fmla="*/ 2011680 w 4003040"/>
              <a:gd name="connsiteY18" fmla="*/ 2235200 h 2865120"/>
              <a:gd name="connsiteX19" fmla="*/ 1950720 w 4003040"/>
              <a:gd name="connsiteY19" fmla="*/ 2214880 h 2865120"/>
              <a:gd name="connsiteX20" fmla="*/ 1828800 w 4003040"/>
              <a:gd name="connsiteY20" fmla="*/ 2133600 h 2865120"/>
              <a:gd name="connsiteX21" fmla="*/ 1625600 w 4003040"/>
              <a:gd name="connsiteY21" fmla="*/ 2072640 h 2865120"/>
              <a:gd name="connsiteX22" fmla="*/ 1442720 w 4003040"/>
              <a:gd name="connsiteY22" fmla="*/ 2011680 h 2865120"/>
              <a:gd name="connsiteX23" fmla="*/ 1361440 w 4003040"/>
              <a:gd name="connsiteY23" fmla="*/ 1971040 h 2865120"/>
              <a:gd name="connsiteX24" fmla="*/ 1300480 w 4003040"/>
              <a:gd name="connsiteY24" fmla="*/ 1950720 h 2865120"/>
              <a:gd name="connsiteX25" fmla="*/ 1239520 w 4003040"/>
              <a:gd name="connsiteY25" fmla="*/ 1910080 h 2865120"/>
              <a:gd name="connsiteX26" fmla="*/ 1016000 w 4003040"/>
              <a:gd name="connsiteY26" fmla="*/ 1849120 h 2865120"/>
              <a:gd name="connsiteX27" fmla="*/ 894080 w 4003040"/>
              <a:gd name="connsiteY27" fmla="*/ 1788160 h 2865120"/>
              <a:gd name="connsiteX28" fmla="*/ 812800 w 4003040"/>
              <a:gd name="connsiteY28" fmla="*/ 1666240 h 2865120"/>
              <a:gd name="connsiteX29" fmla="*/ 792480 w 4003040"/>
              <a:gd name="connsiteY29" fmla="*/ 1605280 h 2865120"/>
              <a:gd name="connsiteX30" fmla="*/ 731520 w 4003040"/>
              <a:gd name="connsiteY30" fmla="*/ 1544320 h 2865120"/>
              <a:gd name="connsiteX31" fmla="*/ 650240 w 4003040"/>
              <a:gd name="connsiteY31" fmla="*/ 1300480 h 2865120"/>
              <a:gd name="connsiteX32" fmla="*/ 629920 w 4003040"/>
              <a:gd name="connsiteY32" fmla="*/ 1239520 h 2865120"/>
              <a:gd name="connsiteX33" fmla="*/ 609600 w 4003040"/>
              <a:gd name="connsiteY33" fmla="*/ 1178560 h 2865120"/>
              <a:gd name="connsiteX34" fmla="*/ 568960 w 4003040"/>
              <a:gd name="connsiteY34" fmla="*/ 1117600 h 2865120"/>
              <a:gd name="connsiteX35" fmla="*/ 548640 w 4003040"/>
              <a:gd name="connsiteY35" fmla="*/ 1056640 h 2865120"/>
              <a:gd name="connsiteX36" fmla="*/ 447040 w 4003040"/>
              <a:gd name="connsiteY36" fmla="*/ 934720 h 2865120"/>
              <a:gd name="connsiteX37" fmla="*/ 386080 w 4003040"/>
              <a:gd name="connsiteY37" fmla="*/ 812800 h 2865120"/>
              <a:gd name="connsiteX38" fmla="*/ 345440 w 4003040"/>
              <a:gd name="connsiteY38" fmla="*/ 690880 h 2865120"/>
              <a:gd name="connsiteX39" fmla="*/ 304800 w 4003040"/>
              <a:gd name="connsiteY39" fmla="*/ 629920 h 2865120"/>
              <a:gd name="connsiteX40" fmla="*/ 264160 w 4003040"/>
              <a:gd name="connsiteY40" fmla="*/ 508000 h 2865120"/>
              <a:gd name="connsiteX41" fmla="*/ 243840 w 4003040"/>
              <a:gd name="connsiteY41" fmla="*/ 447040 h 2865120"/>
              <a:gd name="connsiteX42" fmla="*/ 162560 w 4003040"/>
              <a:gd name="connsiteY42" fmla="*/ 325120 h 2865120"/>
              <a:gd name="connsiteX43" fmla="*/ 121920 w 4003040"/>
              <a:gd name="connsiteY43" fmla="*/ 203200 h 2865120"/>
              <a:gd name="connsiteX44" fmla="*/ 101600 w 4003040"/>
              <a:gd name="connsiteY44" fmla="*/ 142240 h 2865120"/>
              <a:gd name="connsiteX45" fmla="*/ 0 w 4003040"/>
              <a:gd name="connsiteY45" fmla="*/ 0 h 286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003040" h="2865120">
                <a:moveTo>
                  <a:pt x="4003040" y="2865120"/>
                </a:moveTo>
                <a:cubicBezTo>
                  <a:pt x="3969173" y="2858347"/>
                  <a:pt x="3933778" y="2856927"/>
                  <a:pt x="3901440" y="2844800"/>
                </a:cubicBezTo>
                <a:cubicBezTo>
                  <a:pt x="3878573" y="2836225"/>
                  <a:pt x="3863347" y="2812735"/>
                  <a:pt x="3840480" y="2804160"/>
                </a:cubicBezTo>
                <a:cubicBezTo>
                  <a:pt x="3808142" y="2792033"/>
                  <a:pt x="3772860" y="2790018"/>
                  <a:pt x="3738880" y="2783840"/>
                </a:cubicBezTo>
                <a:cubicBezTo>
                  <a:pt x="3645930" y="2766940"/>
                  <a:pt x="3618621" y="2768082"/>
                  <a:pt x="3535680" y="2743200"/>
                </a:cubicBezTo>
                <a:cubicBezTo>
                  <a:pt x="3494648" y="2730890"/>
                  <a:pt x="3449404" y="2726322"/>
                  <a:pt x="3413760" y="2702560"/>
                </a:cubicBezTo>
                <a:cubicBezTo>
                  <a:pt x="3393440" y="2689013"/>
                  <a:pt x="3375247" y="2671540"/>
                  <a:pt x="3352800" y="2661920"/>
                </a:cubicBezTo>
                <a:cubicBezTo>
                  <a:pt x="3306765" y="2642191"/>
                  <a:pt x="3255045" y="2645994"/>
                  <a:pt x="3210560" y="2621280"/>
                </a:cubicBezTo>
                <a:cubicBezTo>
                  <a:pt x="3167863" y="2597560"/>
                  <a:pt x="3136535" y="2549579"/>
                  <a:pt x="3088640" y="2540000"/>
                </a:cubicBezTo>
                <a:cubicBezTo>
                  <a:pt x="3054773" y="2533227"/>
                  <a:pt x="3020360" y="2528767"/>
                  <a:pt x="2987040" y="2519680"/>
                </a:cubicBezTo>
                <a:cubicBezTo>
                  <a:pt x="2945711" y="2508408"/>
                  <a:pt x="2907126" y="2487441"/>
                  <a:pt x="2865120" y="2479040"/>
                </a:cubicBezTo>
                <a:cubicBezTo>
                  <a:pt x="2826476" y="2471311"/>
                  <a:pt x="2744216" y="2459228"/>
                  <a:pt x="2702560" y="2438400"/>
                </a:cubicBezTo>
                <a:cubicBezTo>
                  <a:pt x="2680717" y="2427478"/>
                  <a:pt x="2665161" y="2404186"/>
                  <a:pt x="2641600" y="2397760"/>
                </a:cubicBezTo>
                <a:cubicBezTo>
                  <a:pt x="2588916" y="2383392"/>
                  <a:pt x="2532905" y="2386418"/>
                  <a:pt x="2479040" y="2377440"/>
                </a:cubicBezTo>
                <a:cubicBezTo>
                  <a:pt x="2302018" y="2347936"/>
                  <a:pt x="2481748" y="2369011"/>
                  <a:pt x="2336800" y="2336800"/>
                </a:cubicBezTo>
                <a:cubicBezTo>
                  <a:pt x="2296581" y="2327862"/>
                  <a:pt x="2255099" y="2325418"/>
                  <a:pt x="2214880" y="2316480"/>
                </a:cubicBezTo>
                <a:cubicBezTo>
                  <a:pt x="2193971" y="2311834"/>
                  <a:pt x="2174515" y="2302044"/>
                  <a:pt x="2153920" y="2296160"/>
                </a:cubicBezTo>
                <a:cubicBezTo>
                  <a:pt x="2127067" y="2288488"/>
                  <a:pt x="2099733" y="2282613"/>
                  <a:pt x="2072640" y="2275840"/>
                </a:cubicBezTo>
                <a:cubicBezTo>
                  <a:pt x="2052320" y="2262293"/>
                  <a:pt x="2033523" y="2246122"/>
                  <a:pt x="2011680" y="2235200"/>
                </a:cubicBezTo>
                <a:cubicBezTo>
                  <a:pt x="1992522" y="2225621"/>
                  <a:pt x="1969444" y="2225282"/>
                  <a:pt x="1950720" y="2214880"/>
                </a:cubicBezTo>
                <a:cubicBezTo>
                  <a:pt x="1908023" y="2191160"/>
                  <a:pt x="1876185" y="2145446"/>
                  <a:pt x="1828800" y="2133600"/>
                </a:cubicBezTo>
                <a:cubicBezTo>
                  <a:pt x="1770463" y="2119016"/>
                  <a:pt x="1675071" y="2097376"/>
                  <a:pt x="1625600" y="2072640"/>
                </a:cubicBezTo>
                <a:cubicBezTo>
                  <a:pt x="1513429" y="2016554"/>
                  <a:pt x="1574023" y="2037941"/>
                  <a:pt x="1442720" y="2011680"/>
                </a:cubicBezTo>
                <a:cubicBezTo>
                  <a:pt x="1415627" y="1998133"/>
                  <a:pt x="1389282" y="1982972"/>
                  <a:pt x="1361440" y="1971040"/>
                </a:cubicBezTo>
                <a:cubicBezTo>
                  <a:pt x="1341753" y="1962603"/>
                  <a:pt x="1319638" y="1960299"/>
                  <a:pt x="1300480" y="1950720"/>
                </a:cubicBezTo>
                <a:cubicBezTo>
                  <a:pt x="1278637" y="1939798"/>
                  <a:pt x="1262387" y="1918655"/>
                  <a:pt x="1239520" y="1910080"/>
                </a:cubicBezTo>
                <a:cubicBezTo>
                  <a:pt x="1152277" y="1877364"/>
                  <a:pt x="1100775" y="1905637"/>
                  <a:pt x="1016000" y="1849120"/>
                </a:cubicBezTo>
                <a:cubicBezTo>
                  <a:pt x="937218" y="1796599"/>
                  <a:pt x="978208" y="1816203"/>
                  <a:pt x="894080" y="1788160"/>
                </a:cubicBezTo>
                <a:cubicBezTo>
                  <a:pt x="866987" y="1747520"/>
                  <a:pt x="828246" y="1712577"/>
                  <a:pt x="812800" y="1666240"/>
                </a:cubicBezTo>
                <a:cubicBezTo>
                  <a:pt x="806027" y="1645920"/>
                  <a:pt x="804361" y="1623102"/>
                  <a:pt x="792480" y="1605280"/>
                </a:cubicBezTo>
                <a:cubicBezTo>
                  <a:pt x="776540" y="1581370"/>
                  <a:pt x="751840" y="1564640"/>
                  <a:pt x="731520" y="1544320"/>
                </a:cubicBezTo>
                <a:lnTo>
                  <a:pt x="650240" y="1300480"/>
                </a:lnTo>
                <a:lnTo>
                  <a:pt x="629920" y="1239520"/>
                </a:lnTo>
                <a:cubicBezTo>
                  <a:pt x="623147" y="1219200"/>
                  <a:pt x="621481" y="1196382"/>
                  <a:pt x="609600" y="1178560"/>
                </a:cubicBezTo>
                <a:cubicBezTo>
                  <a:pt x="596053" y="1158240"/>
                  <a:pt x="579882" y="1139443"/>
                  <a:pt x="568960" y="1117600"/>
                </a:cubicBezTo>
                <a:cubicBezTo>
                  <a:pt x="559381" y="1098442"/>
                  <a:pt x="558219" y="1075798"/>
                  <a:pt x="548640" y="1056640"/>
                </a:cubicBezTo>
                <a:cubicBezTo>
                  <a:pt x="520350" y="1000060"/>
                  <a:pt x="491980" y="979660"/>
                  <a:pt x="447040" y="934720"/>
                </a:cubicBezTo>
                <a:cubicBezTo>
                  <a:pt x="372933" y="712399"/>
                  <a:pt x="491122" y="1049145"/>
                  <a:pt x="386080" y="812800"/>
                </a:cubicBezTo>
                <a:cubicBezTo>
                  <a:pt x="368682" y="773654"/>
                  <a:pt x="369202" y="726524"/>
                  <a:pt x="345440" y="690880"/>
                </a:cubicBezTo>
                <a:cubicBezTo>
                  <a:pt x="331893" y="670560"/>
                  <a:pt x="314719" y="652237"/>
                  <a:pt x="304800" y="629920"/>
                </a:cubicBezTo>
                <a:cubicBezTo>
                  <a:pt x="287402" y="590774"/>
                  <a:pt x="277707" y="548640"/>
                  <a:pt x="264160" y="508000"/>
                </a:cubicBezTo>
                <a:cubicBezTo>
                  <a:pt x="257387" y="487680"/>
                  <a:pt x="255721" y="464862"/>
                  <a:pt x="243840" y="447040"/>
                </a:cubicBezTo>
                <a:cubicBezTo>
                  <a:pt x="216747" y="406400"/>
                  <a:pt x="178006" y="371457"/>
                  <a:pt x="162560" y="325120"/>
                </a:cubicBezTo>
                <a:lnTo>
                  <a:pt x="121920" y="203200"/>
                </a:lnTo>
                <a:cubicBezTo>
                  <a:pt x="115147" y="182880"/>
                  <a:pt x="113481" y="160062"/>
                  <a:pt x="101600" y="142240"/>
                </a:cubicBezTo>
                <a:cubicBezTo>
                  <a:pt x="15007" y="12350"/>
                  <a:pt x="54857" y="54857"/>
                  <a:pt x="0" y="0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2959337" y="187272"/>
                <a:ext cx="3759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337" y="187272"/>
                <a:ext cx="375937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677" r="-6452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7306254" y="171476"/>
                <a:ext cx="3830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254" y="171476"/>
                <a:ext cx="383054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1290" r="-8065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單箭頭接點 45"/>
          <p:cNvCxnSpPr>
            <a:stCxn id="12" idx="0"/>
            <a:endCxn id="18" idx="2"/>
          </p:cNvCxnSpPr>
          <p:nvPr/>
        </p:nvCxnSpPr>
        <p:spPr>
          <a:xfrm flipV="1">
            <a:off x="5321122" y="4439636"/>
            <a:ext cx="1931562" cy="1627500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endCxn id="18" idx="2"/>
          </p:cNvCxnSpPr>
          <p:nvPr/>
        </p:nvCxnSpPr>
        <p:spPr>
          <a:xfrm flipV="1">
            <a:off x="4016925" y="4439636"/>
            <a:ext cx="3235759" cy="1630021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11" idx="0"/>
            <a:endCxn id="19" idx="2"/>
          </p:cNvCxnSpPr>
          <p:nvPr/>
        </p:nvCxnSpPr>
        <p:spPr>
          <a:xfrm flipV="1">
            <a:off x="3915999" y="3106136"/>
            <a:ext cx="1627858" cy="2960998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12" idx="0"/>
            <a:endCxn id="19" idx="2"/>
          </p:cNvCxnSpPr>
          <p:nvPr/>
        </p:nvCxnSpPr>
        <p:spPr>
          <a:xfrm flipV="1">
            <a:off x="5321122" y="3106136"/>
            <a:ext cx="222735" cy="296100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手繪多邊形 60"/>
          <p:cNvSpPr/>
          <p:nvPr/>
        </p:nvSpPr>
        <p:spPr>
          <a:xfrm>
            <a:off x="5372100" y="2419350"/>
            <a:ext cx="3430408" cy="3638550"/>
          </a:xfrm>
          <a:custGeom>
            <a:avLst/>
            <a:gdLst>
              <a:gd name="connsiteX0" fmla="*/ 0 w 3430408"/>
              <a:gd name="connsiteY0" fmla="*/ 3638550 h 3638550"/>
              <a:gd name="connsiteX1" fmla="*/ 571500 w 3430408"/>
              <a:gd name="connsiteY1" fmla="*/ 3619500 h 3638550"/>
              <a:gd name="connsiteX2" fmla="*/ 723900 w 3430408"/>
              <a:gd name="connsiteY2" fmla="*/ 3581400 h 3638550"/>
              <a:gd name="connsiteX3" fmla="*/ 990600 w 3430408"/>
              <a:gd name="connsiteY3" fmla="*/ 3562350 h 3638550"/>
              <a:gd name="connsiteX4" fmla="*/ 1200150 w 3430408"/>
              <a:gd name="connsiteY4" fmla="*/ 3524250 h 3638550"/>
              <a:gd name="connsiteX5" fmla="*/ 1257300 w 3430408"/>
              <a:gd name="connsiteY5" fmla="*/ 3505200 h 3638550"/>
              <a:gd name="connsiteX6" fmla="*/ 1352550 w 3430408"/>
              <a:gd name="connsiteY6" fmla="*/ 3486150 h 3638550"/>
              <a:gd name="connsiteX7" fmla="*/ 1409700 w 3430408"/>
              <a:gd name="connsiteY7" fmla="*/ 3448050 h 3638550"/>
              <a:gd name="connsiteX8" fmla="*/ 1600200 w 3430408"/>
              <a:gd name="connsiteY8" fmla="*/ 3409950 h 3638550"/>
              <a:gd name="connsiteX9" fmla="*/ 2019300 w 3430408"/>
              <a:gd name="connsiteY9" fmla="*/ 3371850 h 3638550"/>
              <a:gd name="connsiteX10" fmla="*/ 2076450 w 3430408"/>
              <a:gd name="connsiteY10" fmla="*/ 3352800 h 3638550"/>
              <a:gd name="connsiteX11" fmla="*/ 2247900 w 3430408"/>
              <a:gd name="connsiteY11" fmla="*/ 3314700 h 3638550"/>
              <a:gd name="connsiteX12" fmla="*/ 2362200 w 3430408"/>
              <a:gd name="connsiteY12" fmla="*/ 3257550 h 3638550"/>
              <a:gd name="connsiteX13" fmla="*/ 2438400 w 3430408"/>
              <a:gd name="connsiteY13" fmla="*/ 3219450 h 3638550"/>
              <a:gd name="connsiteX14" fmla="*/ 2647950 w 3430408"/>
              <a:gd name="connsiteY14" fmla="*/ 3048000 h 3638550"/>
              <a:gd name="connsiteX15" fmla="*/ 2724150 w 3430408"/>
              <a:gd name="connsiteY15" fmla="*/ 2990850 h 3638550"/>
              <a:gd name="connsiteX16" fmla="*/ 2762250 w 3430408"/>
              <a:gd name="connsiteY16" fmla="*/ 2933700 h 3638550"/>
              <a:gd name="connsiteX17" fmla="*/ 2838450 w 3430408"/>
              <a:gd name="connsiteY17" fmla="*/ 2857500 h 3638550"/>
              <a:gd name="connsiteX18" fmla="*/ 2876550 w 3430408"/>
              <a:gd name="connsiteY18" fmla="*/ 2800350 h 3638550"/>
              <a:gd name="connsiteX19" fmla="*/ 2933700 w 3430408"/>
              <a:gd name="connsiteY19" fmla="*/ 2724150 h 3638550"/>
              <a:gd name="connsiteX20" fmla="*/ 2990850 w 3430408"/>
              <a:gd name="connsiteY20" fmla="*/ 2571750 h 3638550"/>
              <a:gd name="connsiteX21" fmla="*/ 3048000 w 3430408"/>
              <a:gd name="connsiteY21" fmla="*/ 2495550 h 3638550"/>
              <a:gd name="connsiteX22" fmla="*/ 3124200 w 3430408"/>
              <a:gd name="connsiteY22" fmla="*/ 2305050 h 3638550"/>
              <a:gd name="connsiteX23" fmla="*/ 3162300 w 3430408"/>
              <a:gd name="connsiteY23" fmla="*/ 2247900 h 3638550"/>
              <a:gd name="connsiteX24" fmla="*/ 3181350 w 3430408"/>
              <a:gd name="connsiteY24" fmla="*/ 2190750 h 3638550"/>
              <a:gd name="connsiteX25" fmla="*/ 3219450 w 3430408"/>
              <a:gd name="connsiteY25" fmla="*/ 2133600 h 3638550"/>
              <a:gd name="connsiteX26" fmla="*/ 3276600 w 3430408"/>
              <a:gd name="connsiteY26" fmla="*/ 1924050 h 3638550"/>
              <a:gd name="connsiteX27" fmla="*/ 3295650 w 3430408"/>
              <a:gd name="connsiteY27" fmla="*/ 1866900 h 3638550"/>
              <a:gd name="connsiteX28" fmla="*/ 3314700 w 3430408"/>
              <a:gd name="connsiteY28" fmla="*/ 1714500 h 3638550"/>
              <a:gd name="connsiteX29" fmla="*/ 3333750 w 3430408"/>
              <a:gd name="connsiteY29" fmla="*/ 1581150 h 3638550"/>
              <a:gd name="connsiteX30" fmla="*/ 3371850 w 3430408"/>
              <a:gd name="connsiteY30" fmla="*/ 1181100 h 3638550"/>
              <a:gd name="connsiteX31" fmla="*/ 3390900 w 3430408"/>
              <a:gd name="connsiteY31" fmla="*/ 495300 h 3638550"/>
              <a:gd name="connsiteX32" fmla="*/ 3429000 w 3430408"/>
              <a:gd name="connsiteY32" fmla="*/ 152400 h 3638550"/>
              <a:gd name="connsiteX33" fmla="*/ 3429000 w 3430408"/>
              <a:gd name="connsiteY33" fmla="*/ 0 h 363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430408" h="3638550">
                <a:moveTo>
                  <a:pt x="0" y="3638550"/>
                </a:moveTo>
                <a:cubicBezTo>
                  <a:pt x="190500" y="3632200"/>
                  <a:pt x="381205" y="3630374"/>
                  <a:pt x="571500" y="3619500"/>
                </a:cubicBezTo>
                <a:cubicBezTo>
                  <a:pt x="920122" y="3599579"/>
                  <a:pt x="491110" y="3608787"/>
                  <a:pt x="723900" y="3581400"/>
                </a:cubicBezTo>
                <a:cubicBezTo>
                  <a:pt x="812416" y="3570986"/>
                  <a:pt x="901700" y="3568700"/>
                  <a:pt x="990600" y="3562350"/>
                </a:cubicBezTo>
                <a:cubicBezTo>
                  <a:pt x="1041553" y="3553858"/>
                  <a:pt x="1146900" y="3537563"/>
                  <a:pt x="1200150" y="3524250"/>
                </a:cubicBezTo>
                <a:cubicBezTo>
                  <a:pt x="1219631" y="3519380"/>
                  <a:pt x="1237819" y="3510070"/>
                  <a:pt x="1257300" y="3505200"/>
                </a:cubicBezTo>
                <a:cubicBezTo>
                  <a:pt x="1288712" y="3497347"/>
                  <a:pt x="1320800" y="3492500"/>
                  <a:pt x="1352550" y="3486150"/>
                </a:cubicBezTo>
                <a:cubicBezTo>
                  <a:pt x="1371600" y="3473450"/>
                  <a:pt x="1389222" y="3458289"/>
                  <a:pt x="1409700" y="3448050"/>
                </a:cubicBezTo>
                <a:cubicBezTo>
                  <a:pt x="1462898" y="3421451"/>
                  <a:pt x="1551057" y="3416970"/>
                  <a:pt x="1600200" y="3409950"/>
                </a:cubicBezTo>
                <a:cubicBezTo>
                  <a:pt x="1781992" y="3349353"/>
                  <a:pt x="1576981" y="3412061"/>
                  <a:pt x="2019300" y="3371850"/>
                </a:cubicBezTo>
                <a:cubicBezTo>
                  <a:pt x="2039298" y="3370032"/>
                  <a:pt x="2056969" y="3357670"/>
                  <a:pt x="2076450" y="3352800"/>
                </a:cubicBezTo>
                <a:cubicBezTo>
                  <a:pt x="2233583" y="3313517"/>
                  <a:pt x="2111009" y="3353812"/>
                  <a:pt x="2247900" y="3314700"/>
                </a:cubicBezTo>
                <a:cubicBezTo>
                  <a:pt x="2335218" y="3289752"/>
                  <a:pt x="2278710" y="3305258"/>
                  <a:pt x="2362200" y="3257550"/>
                </a:cubicBezTo>
                <a:cubicBezTo>
                  <a:pt x="2386856" y="3243461"/>
                  <a:pt x="2414771" y="3235202"/>
                  <a:pt x="2438400" y="3219450"/>
                </a:cubicBezTo>
                <a:cubicBezTo>
                  <a:pt x="2716651" y="3033949"/>
                  <a:pt x="2501649" y="3173401"/>
                  <a:pt x="2647950" y="3048000"/>
                </a:cubicBezTo>
                <a:cubicBezTo>
                  <a:pt x="2672056" y="3027337"/>
                  <a:pt x="2701699" y="3013301"/>
                  <a:pt x="2724150" y="2990850"/>
                </a:cubicBezTo>
                <a:cubicBezTo>
                  <a:pt x="2740339" y="2974661"/>
                  <a:pt x="2747350" y="2951083"/>
                  <a:pt x="2762250" y="2933700"/>
                </a:cubicBezTo>
                <a:cubicBezTo>
                  <a:pt x="2785627" y="2906427"/>
                  <a:pt x="2815073" y="2884773"/>
                  <a:pt x="2838450" y="2857500"/>
                </a:cubicBezTo>
                <a:cubicBezTo>
                  <a:pt x="2853350" y="2840117"/>
                  <a:pt x="2863242" y="2818981"/>
                  <a:pt x="2876550" y="2800350"/>
                </a:cubicBezTo>
                <a:cubicBezTo>
                  <a:pt x="2895004" y="2774514"/>
                  <a:pt x="2916873" y="2751074"/>
                  <a:pt x="2933700" y="2724150"/>
                </a:cubicBezTo>
                <a:cubicBezTo>
                  <a:pt x="3074366" y="2499084"/>
                  <a:pt x="2881146" y="2791158"/>
                  <a:pt x="2990850" y="2571750"/>
                </a:cubicBezTo>
                <a:cubicBezTo>
                  <a:pt x="3005049" y="2543352"/>
                  <a:pt x="3028950" y="2520950"/>
                  <a:pt x="3048000" y="2495550"/>
                </a:cubicBezTo>
                <a:cubicBezTo>
                  <a:pt x="3079224" y="2401878"/>
                  <a:pt x="3079352" y="2383535"/>
                  <a:pt x="3124200" y="2305050"/>
                </a:cubicBezTo>
                <a:cubicBezTo>
                  <a:pt x="3135559" y="2285171"/>
                  <a:pt x="3152061" y="2268378"/>
                  <a:pt x="3162300" y="2247900"/>
                </a:cubicBezTo>
                <a:cubicBezTo>
                  <a:pt x="3171280" y="2229939"/>
                  <a:pt x="3172370" y="2208711"/>
                  <a:pt x="3181350" y="2190750"/>
                </a:cubicBezTo>
                <a:cubicBezTo>
                  <a:pt x="3191589" y="2170272"/>
                  <a:pt x="3210151" y="2154522"/>
                  <a:pt x="3219450" y="2133600"/>
                </a:cubicBezTo>
                <a:cubicBezTo>
                  <a:pt x="3266157" y="2028510"/>
                  <a:pt x="3250990" y="2026491"/>
                  <a:pt x="3276600" y="1924050"/>
                </a:cubicBezTo>
                <a:cubicBezTo>
                  <a:pt x="3281470" y="1904569"/>
                  <a:pt x="3289300" y="1885950"/>
                  <a:pt x="3295650" y="1866900"/>
                </a:cubicBezTo>
                <a:cubicBezTo>
                  <a:pt x="3302000" y="1816100"/>
                  <a:pt x="3307934" y="1765246"/>
                  <a:pt x="3314700" y="1714500"/>
                </a:cubicBezTo>
                <a:cubicBezTo>
                  <a:pt x="3320634" y="1669993"/>
                  <a:pt x="3328967" y="1625796"/>
                  <a:pt x="3333750" y="1581150"/>
                </a:cubicBezTo>
                <a:cubicBezTo>
                  <a:pt x="3348020" y="1447959"/>
                  <a:pt x="3371850" y="1181100"/>
                  <a:pt x="3371850" y="1181100"/>
                </a:cubicBezTo>
                <a:cubicBezTo>
                  <a:pt x="3378200" y="952500"/>
                  <a:pt x="3380966" y="723772"/>
                  <a:pt x="3390900" y="495300"/>
                </a:cubicBezTo>
                <a:cubicBezTo>
                  <a:pt x="3408620" y="87732"/>
                  <a:pt x="3407188" y="501395"/>
                  <a:pt x="3429000" y="152400"/>
                </a:cubicBezTo>
                <a:cubicBezTo>
                  <a:pt x="3432169" y="101699"/>
                  <a:pt x="3429000" y="50800"/>
                  <a:pt x="3429000" y="0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手繪多邊形 62"/>
          <p:cNvSpPr/>
          <p:nvPr/>
        </p:nvSpPr>
        <p:spPr>
          <a:xfrm>
            <a:off x="3911056" y="2419350"/>
            <a:ext cx="4890044" cy="3634178"/>
          </a:xfrm>
          <a:custGeom>
            <a:avLst/>
            <a:gdLst>
              <a:gd name="connsiteX0" fmla="*/ 0 w 3467100"/>
              <a:gd name="connsiteY0" fmla="*/ 3581400 h 3581400"/>
              <a:gd name="connsiteX1" fmla="*/ 285750 w 3467100"/>
              <a:gd name="connsiteY1" fmla="*/ 3562350 h 3581400"/>
              <a:gd name="connsiteX2" fmla="*/ 381000 w 3467100"/>
              <a:gd name="connsiteY2" fmla="*/ 3467100 h 3581400"/>
              <a:gd name="connsiteX3" fmla="*/ 514350 w 3467100"/>
              <a:gd name="connsiteY3" fmla="*/ 3429000 h 3581400"/>
              <a:gd name="connsiteX4" fmla="*/ 762000 w 3467100"/>
              <a:gd name="connsiteY4" fmla="*/ 3371850 h 3581400"/>
              <a:gd name="connsiteX5" fmla="*/ 990600 w 3467100"/>
              <a:gd name="connsiteY5" fmla="*/ 3333750 h 3581400"/>
              <a:gd name="connsiteX6" fmla="*/ 1066800 w 3467100"/>
              <a:gd name="connsiteY6" fmla="*/ 3314700 h 3581400"/>
              <a:gd name="connsiteX7" fmla="*/ 1257300 w 3467100"/>
              <a:gd name="connsiteY7" fmla="*/ 3200400 h 3581400"/>
              <a:gd name="connsiteX8" fmla="*/ 1333500 w 3467100"/>
              <a:gd name="connsiteY8" fmla="*/ 3181350 h 3581400"/>
              <a:gd name="connsiteX9" fmla="*/ 1485900 w 3467100"/>
              <a:gd name="connsiteY9" fmla="*/ 3124200 h 3581400"/>
              <a:gd name="connsiteX10" fmla="*/ 1619250 w 3467100"/>
              <a:gd name="connsiteY10" fmla="*/ 3105150 h 3581400"/>
              <a:gd name="connsiteX11" fmla="*/ 1695450 w 3467100"/>
              <a:gd name="connsiteY11" fmla="*/ 3086100 h 3581400"/>
              <a:gd name="connsiteX12" fmla="*/ 1847850 w 3467100"/>
              <a:gd name="connsiteY12" fmla="*/ 3067050 h 3581400"/>
              <a:gd name="connsiteX13" fmla="*/ 1905000 w 3467100"/>
              <a:gd name="connsiteY13" fmla="*/ 3009900 h 3581400"/>
              <a:gd name="connsiteX14" fmla="*/ 1943100 w 3467100"/>
              <a:gd name="connsiteY14" fmla="*/ 2952750 h 3581400"/>
              <a:gd name="connsiteX15" fmla="*/ 2000250 w 3467100"/>
              <a:gd name="connsiteY15" fmla="*/ 2914650 h 3581400"/>
              <a:gd name="connsiteX16" fmla="*/ 2152650 w 3467100"/>
              <a:gd name="connsiteY16" fmla="*/ 2800350 h 3581400"/>
              <a:gd name="connsiteX17" fmla="*/ 2266950 w 3467100"/>
              <a:gd name="connsiteY17" fmla="*/ 2686050 h 3581400"/>
              <a:gd name="connsiteX18" fmla="*/ 2324100 w 3467100"/>
              <a:gd name="connsiteY18" fmla="*/ 2628900 h 3581400"/>
              <a:gd name="connsiteX19" fmla="*/ 2343150 w 3467100"/>
              <a:gd name="connsiteY19" fmla="*/ 2571750 h 3581400"/>
              <a:gd name="connsiteX20" fmla="*/ 2362200 w 3467100"/>
              <a:gd name="connsiteY20" fmla="*/ 2495550 h 3581400"/>
              <a:gd name="connsiteX21" fmla="*/ 2438400 w 3467100"/>
              <a:gd name="connsiteY21" fmla="*/ 2381250 h 3581400"/>
              <a:gd name="connsiteX22" fmla="*/ 2495550 w 3467100"/>
              <a:gd name="connsiteY22" fmla="*/ 2209800 h 3581400"/>
              <a:gd name="connsiteX23" fmla="*/ 2514600 w 3467100"/>
              <a:gd name="connsiteY23" fmla="*/ 2152650 h 3581400"/>
              <a:gd name="connsiteX24" fmla="*/ 2552700 w 3467100"/>
              <a:gd name="connsiteY24" fmla="*/ 2019300 h 3581400"/>
              <a:gd name="connsiteX25" fmla="*/ 2628900 w 3467100"/>
              <a:gd name="connsiteY25" fmla="*/ 1905000 h 3581400"/>
              <a:gd name="connsiteX26" fmla="*/ 2705100 w 3467100"/>
              <a:gd name="connsiteY26" fmla="*/ 1790700 h 3581400"/>
              <a:gd name="connsiteX27" fmla="*/ 2743200 w 3467100"/>
              <a:gd name="connsiteY27" fmla="*/ 1676400 h 3581400"/>
              <a:gd name="connsiteX28" fmla="*/ 2762250 w 3467100"/>
              <a:gd name="connsiteY28" fmla="*/ 1619250 h 3581400"/>
              <a:gd name="connsiteX29" fmla="*/ 2800350 w 3467100"/>
              <a:gd name="connsiteY29" fmla="*/ 1562100 h 3581400"/>
              <a:gd name="connsiteX30" fmla="*/ 2838450 w 3467100"/>
              <a:gd name="connsiteY30" fmla="*/ 1390650 h 3581400"/>
              <a:gd name="connsiteX31" fmla="*/ 2895600 w 3467100"/>
              <a:gd name="connsiteY31" fmla="*/ 1352550 h 3581400"/>
              <a:gd name="connsiteX32" fmla="*/ 2933700 w 3467100"/>
              <a:gd name="connsiteY32" fmla="*/ 1295400 h 3581400"/>
              <a:gd name="connsiteX33" fmla="*/ 2971800 w 3467100"/>
              <a:gd name="connsiteY33" fmla="*/ 1219200 h 3581400"/>
              <a:gd name="connsiteX34" fmla="*/ 3028950 w 3467100"/>
              <a:gd name="connsiteY34" fmla="*/ 1181100 h 3581400"/>
              <a:gd name="connsiteX35" fmla="*/ 3067050 w 3467100"/>
              <a:gd name="connsiteY35" fmla="*/ 1123950 h 3581400"/>
              <a:gd name="connsiteX36" fmla="*/ 3086100 w 3467100"/>
              <a:gd name="connsiteY36" fmla="*/ 1066800 h 3581400"/>
              <a:gd name="connsiteX37" fmla="*/ 3124200 w 3467100"/>
              <a:gd name="connsiteY37" fmla="*/ 838200 h 3581400"/>
              <a:gd name="connsiteX38" fmla="*/ 3143250 w 3467100"/>
              <a:gd name="connsiteY38" fmla="*/ 781050 h 3581400"/>
              <a:gd name="connsiteX39" fmla="*/ 3162300 w 3467100"/>
              <a:gd name="connsiteY39" fmla="*/ 609600 h 3581400"/>
              <a:gd name="connsiteX40" fmla="*/ 3257550 w 3467100"/>
              <a:gd name="connsiteY40" fmla="*/ 514350 h 3581400"/>
              <a:gd name="connsiteX41" fmla="*/ 3352800 w 3467100"/>
              <a:gd name="connsiteY41" fmla="*/ 400050 h 3581400"/>
              <a:gd name="connsiteX42" fmla="*/ 3371850 w 3467100"/>
              <a:gd name="connsiteY42" fmla="*/ 323850 h 3581400"/>
              <a:gd name="connsiteX43" fmla="*/ 3409950 w 3467100"/>
              <a:gd name="connsiteY43" fmla="*/ 133350 h 3581400"/>
              <a:gd name="connsiteX44" fmla="*/ 3467100 w 3467100"/>
              <a:gd name="connsiteY44" fmla="*/ 0 h 358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67100" h="3581400">
                <a:moveTo>
                  <a:pt x="0" y="3581400"/>
                </a:moveTo>
                <a:cubicBezTo>
                  <a:pt x="95250" y="3575050"/>
                  <a:pt x="191587" y="3578044"/>
                  <a:pt x="285750" y="3562350"/>
                </a:cubicBezTo>
                <a:cubicBezTo>
                  <a:pt x="357939" y="3550318"/>
                  <a:pt x="334211" y="3504532"/>
                  <a:pt x="381000" y="3467100"/>
                </a:cubicBezTo>
                <a:cubicBezTo>
                  <a:pt x="393804" y="3456857"/>
                  <a:pt x="508874" y="3430643"/>
                  <a:pt x="514350" y="3429000"/>
                </a:cubicBezTo>
                <a:cubicBezTo>
                  <a:pt x="704528" y="3371947"/>
                  <a:pt x="551683" y="3401895"/>
                  <a:pt x="762000" y="3371850"/>
                </a:cubicBezTo>
                <a:cubicBezTo>
                  <a:pt x="889616" y="3329311"/>
                  <a:pt x="753619" y="3370209"/>
                  <a:pt x="990600" y="3333750"/>
                </a:cubicBezTo>
                <a:cubicBezTo>
                  <a:pt x="1016477" y="3329769"/>
                  <a:pt x="1041400" y="3321050"/>
                  <a:pt x="1066800" y="3314700"/>
                </a:cubicBezTo>
                <a:cubicBezTo>
                  <a:pt x="1123768" y="3276722"/>
                  <a:pt x="1190354" y="3225505"/>
                  <a:pt x="1257300" y="3200400"/>
                </a:cubicBezTo>
                <a:cubicBezTo>
                  <a:pt x="1281815" y="3191207"/>
                  <a:pt x="1308662" y="3189629"/>
                  <a:pt x="1333500" y="3181350"/>
                </a:cubicBezTo>
                <a:cubicBezTo>
                  <a:pt x="1351773" y="3175259"/>
                  <a:pt x="1452459" y="3130888"/>
                  <a:pt x="1485900" y="3124200"/>
                </a:cubicBezTo>
                <a:cubicBezTo>
                  <a:pt x="1529929" y="3115394"/>
                  <a:pt x="1575073" y="3113182"/>
                  <a:pt x="1619250" y="3105150"/>
                </a:cubicBezTo>
                <a:cubicBezTo>
                  <a:pt x="1645009" y="3100466"/>
                  <a:pt x="1669625" y="3090404"/>
                  <a:pt x="1695450" y="3086100"/>
                </a:cubicBezTo>
                <a:cubicBezTo>
                  <a:pt x="1745949" y="3077684"/>
                  <a:pt x="1797050" y="3073400"/>
                  <a:pt x="1847850" y="3067050"/>
                </a:cubicBezTo>
                <a:cubicBezTo>
                  <a:pt x="1866900" y="3048000"/>
                  <a:pt x="1887753" y="3030596"/>
                  <a:pt x="1905000" y="3009900"/>
                </a:cubicBezTo>
                <a:cubicBezTo>
                  <a:pt x="1919657" y="2992311"/>
                  <a:pt x="1926911" y="2968939"/>
                  <a:pt x="1943100" y="2952750"/>
                </a:cubicBezTo>
                <a:cubicBezTo>
                  <a:pt x="1959289" y="2936561"/>
                  <a:pt x="1981734" y="2928116"/>
                  <a:pt x="2000250" y="2914650"/>
                </a:cubicBezTo>
                <a:cubicBezTo>
                  <a:pt x="2051605" y="2877301"/>
                  <a:pt x="2107749" y="2845251"/>
                  <a:pt x="2152650" y="2800350"/>
                </a:cubicBezTo>
                <a:lnTo>
                  <a:pt x="2266950" y="2686050"/>
                </a:lnTo>
                <a:lnTo>
                  <a:pt x="2324100" y="2628900"/>
                </a:lnTo>
                <a:cubicBezTo>
                  <a:pt x="2330450" y="2609850"/>
                  <a:pt x="2337633" y="2591058"/>
                  <a:pt x="2343150" y="2571750"/>
                </a:cubicBezTo>
                <a:cubicBezTo>
                  <a:pt x="2350343" y="2546576"/>
                  <a:pt x="2350491" y="2518968"/>
                  <a:pt x="2362200" y="2495550"/>
                </a:cubicBezTo>
                <a:cubicBezTo>
                  <a:pt x="2382678" y="2454594"/>
                  <a:pt x="2423920" y="2424691"/>
                  <a:pt x="2438400" y="2381250"/>
                </a:cubicBezTo>
                <a:lnTo>
                  <a:pt x="2495550" y="2209800"/>
                </a:lnTo>
                <a:cubicBezTo>
                  <a:pt x="2501900" y="2190750"/>
                  <a:pt x="2509730" y="2172131"/>
                  <a:pt x="2514600" y="2152650"/>
                </a:cubicBezTo>
                <a:cubicBezTo>
                  <a:pt x="2519084" y="2134714"/>
                  <a:pt x="2540278" y="2041660"/>
                  <a:pt x="2552700" y="2019300"/>
                </a:cubicBezTo>
                <a:cubicBezTo>
                  <a:pt x="2574938" y="1979272"/>
                  <a:pt x="2614420" y="1948441"/>
                  <a:pt x="2628900" y="1905000"/>
                </a:cubicBezTo>
                <a:cubicBezTo>
                  <a:pt x="2656469" y="1822292"/>
                  <a:pt x="2633751" y="1862049"/>
                  <a:pt x="2705100" y="1790700"/>
                </a:cubicBezTo>
                <a:lnTo>
                  <a:pt x="2743200" y="1676400"/>
                </a:lnTo>
                <a:cubicBezTo>
                  <a:pt x="2749550" y="1657350"/>
                  <a:pt x="2751111" y="1635958"/>
                  <a:pt x="2762250" y="1619250"/>
                </a:cubicBezTo>
                <a:lnTo>
                  <a:pt x="2800350" y="1562100"/>
                </a:lnTo>
                <a:cubicBezTo>
                  <a:pt x="2800770" y="1560001"/>
                  <a:pt x="2830763" y="1402180"/>
                  <a:pt x="2838450" y="1390650"/>
                </a:cubicBezTo>
                <a:cubicBezTo>
                  <a:pt x="2851150" y="1371600"/>
                  <a:pt x="2876550" y="1365250"/>
                  <a:pt x="2895600" y="1352550"/>
                </a:cubicBezTo>
                <a:cubicBezTo>
                  <a:pt x="2908300" y="1333500"/>
                  <a:pt x="2922341" y="1315279"/>
                  <a:pt x="2933700" y="1295400"/>
                </a:cubicBezTo>
                <a:cubicBezTo>
                  <a:pt x="2947789" y="1270744"/>
                  <a:pt x="2953620" y="1241016"/>
                  <a:pt x="2971800" y="1219200"/>
                </a:cubicBezTo>
                <a:cubicBezTo>
                  <a:pt x="2986457" y="1201611"/>
                  <a:pt x="3009900" y="1193800"/>
                  <a:pt x="3028950" y="1181100"/>
                </a:cubicBezTo>
                <a:cubicBezTo>
                  <a:pt x="3041650" y="1162050"/>
                  <a:pt x="3056811" y="1144428"/>
                  <a:pt x="3067050" y="1123950"/>
                </a:cubicBezTo>
                <a:cubicBezTo>
                  <a:pt x="3076030" y="1105989"/>
                  <a:pt x="3080583" y="1086108"/>
                  <a:pt x="3086100" y="1066800"/>
                </a:cubicBezTo>
                <a:cubicBezTo>
                  <a:pt x="3123954" y="934311"/>
                  <a:pt x="3089413" y="1029528"/>
                  <a:pt x="3124200" y="838200"/>
                </a:cubicBezTo>
                <a:cubicBezTo>
                  <a:pt x="3127792" y="818443"/>
                  <a:pt x="3136900" y="800100"/>
                  <a:pt x="3143250" y="781050"/>
                </a:cubicBezTo>
                <a:cubicBezTo>
                  <a:pt x="3149600" y="723900"/>
                  <a:pt x="3148354" y="665385"/>
                  <a:pt x="3162300" y="609600"/>
                </a:cubicBezTo>
                <a:cubicBezTo>
                  <a:pt x="3177005" y="550779"/>
                  <a:pt x="3217445" y="547771"/>
                  <a:pt x="3257550" y="514350"/>
                </a:cubicBezTo>
                <a:cubicBezTo>
                  <a:pt x="3312555" y="468513"/>
                  <a:pt x="3315338" y="456244"/>
                  <a:pt x="3352800" y="400050"/>
                </a:cubicBezTo>
                <a:cubicBezTo>
                  <a:pt x="3359150" y="374650"/>
                  <a:pt x="3366364" y="349451"/>
                  <a:pt x="3371850" y="323850"/>
                </a:cubicBezTo>
                <a:cubicBezTo>
                  <a:pt x="3385419" y="260530"/>
                  <a:pt x="3389472" y="194784"/>
                  <a:pt x="3409950" y="133350"/>
                </a:cubicBezTo>
                <a:cubicBezTo>
                  <a:pt x="3450890" y="10531"/>
                  <a:pt x="3419652" y="47448"/>
                  <a:pt x="3467100" y="0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手繪多邊形 63"/>
          <p:cNvSpPr/>
          <p:nvPr/>
        </p:nvSpPr>
        <p:spPr>
          <a:xfrm>
            <a:off x="4991100" y="1123950"/>
            <a:ext cx="610877" cy="4914900"/>
          </a:xfrm>
          <a:custGeom>
            <a:avLst/>
            <a:gdLst>
              <a:gd name="connsiteX0" fmla="*/ 342900 w 610877"/>
              <a:gd name="connsiteY0" fmla="*/ 4914900 h 4914900"/>
              <a:gd name="connsiteX1" fmla="*/ 323850 w 610877"/>
              <a:gd name="connsiteY1" fmla="*/ 4686300 h 4914900"/>
              <a:gd name="connsiteX2" fmla="*/ 304800 w 610877"/>
              <a:gd name="connsiteY2" fmla="*/ 4552950 h 4914900"/>
              <a:gd name="connsiteX3" fmla="*/ 285750 w 610877"/>
              <a:gd name="connsiteY3" fmla="*/ 4133850 h 4914900"/>
              <a:gd name="connsiteX4" fmla="*/ 266700 w 610877"/>
              <a:gd name="connsiteY4" fmla="*/ 4038600 h 4914900"/>
              <a:gd name="connsiteX5" fmla="*/ 247650 w 610877"/>
              <a:gd name="connsiteY5" fmla="*/ 3905250 h 4914900"/>
              <a:gd name="connsiteX6" fmla="*/ 190500 w 610877"/>
              <a:gd name="connsiteY6" fmla="*/ 3505200 h 4914900"/>
              <a:gd name="connsiteX7" fmla="*/ 171450 w 610877"/>
              <a:gd name="connsiteY7" fmla="*/ 3448050 h 4914900"/>
              <a:gd name="connsiteX8" fmla="*/ 114300 w 610877"/>
              <a:gd name="connsiteY8" fmla="*/ 3048000 h 4914900"/>
              <a:gd name="connsiteX9" fmla="*/ 76200 w 610877"/>
              <a:gd name="connsiteY9" fmla="*/ 2933700 h 4914900"/>
              <a:gd name="connsiteX10" fmla="*/ 57150 w 610877"/>
              <a:gd name="connsiteY10" fmla="*/ 2781300 h 4914900"/>
              <a:gd name="connsiteX11" fmla="*/ 38100 w 610877"/>
              <a:gd name="connsiteY11" fmla="*/ 2705100 h 4914900"/>
              <a:gd name="connsiteX12" fmla="*/ 0 w 610877"/>
              <a:gd name="connsiteY12" fmla="*/ 2419350 h 4914900"/>
              <a:gd name="connsiteX13" fmla="*/ 19050 w 610877"/>
              <a:gd name="connsiteY13" fmla="*/ 1695450 h 4914900"/>
              <a:gd name="connsiteX14" fmla="*/ 38100 w 610877"/>
              <a:gd name="connsiteY14" fmla="*/ 1638300 h 4914900"/>
              <a:gd name="connsiteX15" fmla="*/ 76200 w 610877"/>
              <a:gd name="connsiteY15" fmla="*/ 1485900 h 4914900"/>
              <a:gd name="connsiteX16" fmla="*/ 133350 w 610877"/>
              <a:gd name="connsiteY16" fmla="*/ 1447800 h 4914900"/>
              <a:gd name="connsiteX17" fmla="*/ 190500 w 610877"/>
              <a:gd name="connsiteY17" fmla="*/ 1238250 h 4914900"/>
              <a:gd name="connsiteX18" fmla="*/ 209550 w 610877"/>
              <a:gd name="connsiteY18" fmla="*/ 1162050 h 4914900"/>
              <a:gd name="connsiteX19" fmla="*/ 247650 w 610877"/>
              <a:gd name="connsiteY19" fmla="*/ 1047750 h 4914900"/>
              <a:gd name="connsiteX20" fmla="*/ 304800 w 610877"/>
              <a:gd name="connsiteY20" fmla="*/ 800100 h 4914900"/>
              <a:gd name="connsiteX21" fmla="*/ 419100 w 610877"/>
              <a:gd name="connsiteY21" fmla="*/ 723900 h 4914900"/>
              <a:gd name="connsiteX22" fmla="*/ 495300 w 610877"/>
              <a:gd name="connsiteY22" fmla="*/ 609600 h 4914900"/>
              <a:gd name="connsiteX23" fmla="*/ 533400 w 610877"/>
              <a:gd name="connsiteY23" fmla="*/ 552450 h 4914900"/>
              <a:gd name="connsiteX24" fmla="*/ 552450 w 610877"/>
              <a:gd name="connsiteY24" fmla="*/ 381000 h 4914900"/>
              <a:gd name="connsiteX25" fmla="*/ 590550 w 610877"/>
              <a:gd name="connsiteY25" fmla="*/ 209550 h 4914900"/>
              <a:gd name="connsiteX26" fmla="*/ 609600 w 610877"/>
              <a:gd name="connsiteY26" fmla="*/ 95250 h 4914900"/>
              <a:gd name="connsiteX27" fmla="*/ 609600 w 610877"/>
              <a:gd name="connsiteY27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0877" h="4914900">
                <a:moveTo>
                  <a:pt x="342900" y="4914900"/>
                </a:moveTo>
                <a:cubicBezTo>
                  <a:pt x="336550" y="4838700"/>
                  <a:pt x="331855" y="4762344"/>
                  <a:pt x="323850" y="4686300"/>
                </a:cubicBezTo>
                <a:cubicBezTo>
                  <a:pt x="319150" y="4641645"/>
                  <a:pt x="307889" y="4597745"/>
                  <a:pt x="304800" y="4552950"/>
                </a:cubicBezTo>
                <a:cubicBezTo>
                  <a:pt x="295178" y="4413437"/>
                  <a:pt x="296081" y="4273312"/>
                  <a:pt x="285750" y="4133850"/>
                </a:cubicBezTo>
                <a:cubicBezTo>
                  <a:pt x="283358" y="4101560"/>
                  <a:pt x="272023" y="4070538"/>
                  <a:pt x="266700" y="4038600"/>
                </a:cubicBezTo>
                <a:cubicBezTo>
                  <a:pt x="259318" y="3994310"/>
                  <a:pt x="253219" y="3949805"/>
                  <a:pt x="247650" y="3905250"/>
                </a:cubicBezTo>
                <a:cubicBezTo>
                  <a:pt x="235791" y="3810374"/>
                  <a:pt x="216932" y="3584496"/>
                  <a:pt x="190500" y="3505200"/>
                </a:cubicBezTo>
                <a:lnTo>
                  <a:pt x="171450" y="3448050"/>
                </a:lnTo>
                <a:cubicBezTo>
                  <a:pt x="161567" y="3359104"/>
                  <a:pt x="138077" y="3119330"/>
                  <a:pt x="114300" y="3048000"/>
                </a:cubicBezTo>
                <a:lnTo>
                  <a:pt x="76200" y="2933700"/>
                </a:lnTo>
                <a:cubicBezTo>
                  <a:pt x="69850" y="2882900"/>
                  <a:pt x="65566" y="2831799"/>
                  <a:pt x="57150" y="2781300"/>
                </a:cubicBezTo>
                <a:cubicBezTo>
                  <a:pt x="52846" y="2755475"/>
                  <a:pt x="41560" y="2731052"/>
                  <a:pt x="38100" y="2705100"/>
                </a:cubicBezTo>
                <a:cubicBezTo>
                  <a:pt x="-4741" y="2383794"/>
                  <a:pt x="44057" y="2595578"/>
                  <a:pt x="0" y="2419350"/>
                </a:cubicBezTo>
                <a:cubicBezTo>
                  <a:pt x="6350" y="2178050"/>
                  <a:pt x="7289" y="1936547"/>
                  <a:pt x="19050" y="1695450"/>
                </a:cubicBezTo>
                <a:cubicBezTo>
                  <a:pt x="20028" y="1675393"/>
                  <a:pt x="33230" y="1657781"/>
                  <a:pt x="38100" y="1638300"/>
                </a:cubicBezTo>
                <a:cubicBezTo>
                  <a:pt x="39394" y="1633125"/>
                  <a:pt x="60365" y="1505693"/>
                  <a:pt x="76200" y="1485900"/>
                </a:cubicBezTo>
                <a:cubicBezTo>
                  <a:pt x="90503" y="1468022"/>
                  <a:pt x="114300" y="1460500"/>
                  <a:pt x="133350" y="1447800"/>
                </a:cubicBezTo>
                <a:cubicBezTo>
                  <a:pt x="168959" y="1340974"/>
                  <a:pt x="147530" y="1410131"/>
                  <a:pt x="190500" y="1238250"/>
                </a:cubicBezTo>
                <a:cubicBezTo>
                  <a:pt x="196850" y="1212850"/>
                  <a:pt x="201271" y="1186888"/>
                  <a:pt x="209550" y="1162050"/>
                </a:cubicBezTo>
                <a:lnTo>
                  <a:pt x="247650" y="1047750"/>
                </a:lnTo>
                <a:cubicBezTo>
                  <a:pt x="250837" y="1025439"/>
                  <a:pt x="271769" y="822121"/>
                  <a:pt x="304800" y="800100"/>
                </a:cubicBezTo>
                <a:lnTo>
                  <a:pt x="419100" y="723900"/>
                </a:lnTo>
                <a:lnTo>
                  <a:pt x="495300" y="609600"/>
                </a:lnTo>
                <a:lnTo>
                  <a:pt x="533400" y="552450"/>
                </a:lnTo>
                <a:cubicBezTo>
                  <a:pt x="539750" y="495300"/>
                  <a:pt x="544318" y="437924"/>
                  <a:pt x="552450" y="381000"/>
                </a:cubicBezTo>
                <a:cubicBezTo>
                  <a:pt x="569085" y="264552"/>
                  <a:pt x="569751" y="313543"/>
                  <a:pt x="590550" y="209550"/>
                </a:cubicBezTo>
                <a:cubicBezTo>
                  <a:pt x="598125" y="171675"/>
                  <a:pt x="606103" y="133717"/>
                  <a:pt x="609600" y="95250"/>
                </a:cubicBezTo>
                <a:cubicBezTo>
                  <a:pt x="612475" y="63630"/>
                  <a:pt x="609600" y="31750"/>
                  <a:pt x="609600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手繪多邊形 64"/>
          <p:cNvSpPr/>
          <p:nvPr/>
        </p:nvSpPr>
        <p:spPr>
          <a:xfrm>
            <a:off x="3905250" y="1047750"/>
            <a:ext cx="1759270" cy="4972050"/>
          </a:xfrm>
          <a:custGeom>
            <a:avLst/>
            <a:gdLst>
              <a:gd name="connsiteX0" fmla="*/ 0 w 1759270"/>
              <a:gd name="connsiteY0" fmla="*/ 4972050 h 4972050"/>
              <a:gd name="connsiteX1" fmla="*/ 38100 w 1759270"/>
              <a:gd name="connsiteY1" fmla="*/ 4552950 h 4972050"/>
              <a:gd name="connsiteX2" fmla="*/ 95250 w 1759270"/>
              <a:gd name="connsiteY2" fmla="*/ 4324350 h 4972050"/>
              <a:gd name="connsiteX3" fmla="*/ 190500 w 1759270"/>
              <a:gd name="connsiteY3" fmla="*/ 4210050 h 4972050"/>
              <a:gd name="connsiteX4" fmla="*/ 266700 w 1759270"/>
              <a:gd name="connsiteY4" fmla="*/ 4038600 h 4972050"/>
              <a:gd name="connsiteX5" fmla="*/ 285750 w 1759270"/>
              <a:gd name="connsiteY5" fmla="*/ 3943350 h 4972050"/>
              <a:gd name="connsiteX6" fmla="*/ 323850 w 1759270"/>
              <a:gd name="connsiteY6" fmla="*/ 3867150 h 4972050"/>
              <a:gd name="connsiteX7" fmla="*/ 381000 w 1759270"/>
              <a:gd name="connsiteY7" fmla="*/ 3676650 h 4972050"/>
              <a:gd name="connsiteX8" fmla="*/ 457200 w 1759270"/>
              <a:gd name="connsiteY8" fmla="*/ 3486150 h 4972050"/>
              <a:gd name="connsiteX9" fmla="*/ 495300 w 1759270"/>
              <a:gd name="connsiteY9" fmla="*/ 3333750 h 4972050"/>
              <a:gd name="connsiteX10" fmla="*/ 514350 w 1759270"/>
              <a:gd name="connsiteY10" fmla="*/ 3276600 h 4972050"/>
              <a:gd name="connsiteX11" fmla="*/ 628650 w 1759270"/>
              <a:gd name="connsiteY11" fmla="*/ 3219450 h 4972050"/>
              <a:gd name="connsiteX12" fmla="*/ 647700 w 1759270"/>
              <a:gd name="connsiteY12" fmla="*/ 3162300 h 4972050"/>
              <a:gd name="connsiteX13" fmla="*/ 685800 w 1759270"/>
              <a:gd name="connsiteY13" fmla="*/ 2724150 h 4972050"/>
              <a:gd name="connsiteX14" fmla="*/ 704850 w 1759270"/>
              <a:gd name="connsiteY14" fmla="*/ 2667000 h 4972050"/>
              <a:gd name="connsiteX15" fmla="*/ 723900 w 1759270"/>
              <a:gd name="connsiteY15" fmla="*/ 2571750 h 4972050"/>
              <a:gd name="connsiteX16" fmla="*/ 762000 w 1759270"/>
              <a:gd name="connsiteY16" fmla="*/ 2514600 h 4972050"/>
              <a:gd name="connsiteX17" fmla="*/ 781050 w 1759270"/>
              <a:gd name="connsiteY17" fmla="*/ 2457450 h 4972050"/>
              <a:gd name="connsiteX18" fmla="*/ 800100 w 1759270"/>
              <a:gd name="connsiteY18" fmla="*/ 2286000 h 4972050"/>
              <a:gd name="connsiteX19" fmla="*/ 819150 w 1759270"/>
              <a:gd name="connsiteY19" fmla="*/ 2228850 h 4972050"/>
              <a:gd name="connsiteX20" fmla="*/ 838200 w 1759270"/>
              <a:gd name="connsiteY20" fmla="*/ 2152650 h 4972050"/>
              <a:gd name="connsiteX21" fmla="*/ 857250 w 1759270"/>
              <a:gd name="connsiteY21" fmla="*/ 2038350 h 4972050"/>
              <a:gd name="connsiteX22" fmla="*/ 876300 w 1759270"/>
              <a:gd name="connsiteY22" fmla="*/ 1962150 h 4972050"/>
              <a:gd name="connsiteX23" fmla="*/ 914400 w 1759270"/>
              <a:gd name="connsiteY23" fmla="*/ 1809750 h 4972050"/>
              <a:gd name="connsiteX24" fmla="*/ 952500 w 1759270"/>
              <a:gd name="connsiteY24" fmla="*/ 1752600 h 4972050"/>
              <a:gd name="connsiteX25" fmla="*/ 971550 w 1759270"/>
              <a:gd name="connsiteY25" fmla="*/ 1600200 h 4972050"/>
              <a:gd name="connsiteX26" fmla="*/ 990600 w 1759270"/>
              <a:gd name="connsiteY26" fmla="*/ 1543050 h 4972050"/>
              <a:gd name="connsiteX27" fmla="*/ 1009650 w 1759270"/>
              <a:gd name="connsiteY27" fmla="*/ 1447800 h 4972050"/>
              <a:gd name="connsiteX28" fmla="*/ 1047750 w 1759270"/>
              <a:gd name="connsiteY28" fmla="*/ 1333500 h 4972050"/>
              <a:gd name="connsiteX29" fmla="*/ 1104900 w 1759270"/>
              <a:gd name="connsiteY29" fmla="*/ 1314450 h 4972050"/>
              <a:gd name="connsiteX30" fmla="*/ 1162050 w 1759270"/>
              <a:gd name="connsiteY30" fmla="*/ 1200150 h 4972050"/>
              <a:gd name="connsiteX31" fmla="*/ 1219200 w 1759270"/>
              <a:gd name="connsiteY31" fmla="*/ 1028700 h 4972050"/>
              <a:gd name="connsiteX32" fmla="*/ 1238250 w 1759270"/>
              <a:gd name="connsiteY32" fmla="*/ 971550 h 4972050"/>
              <a:gd name="connsiteX33" fmla="*/ 1276350 w 1759270"/>
              <a:gd name="connsiteY33" fmla="*/ 914400 h 4972050"/>
              <a:gd name="connsiteX34" fmla="*/ 1295400 w 1759270"/>
              <a:gd name="connsiteY34" fmla="*/ 857250 h 4972050"/>
              <a:gd name="connsiteX35" fmla="*/ 1352550 w 1759270"/>
              <a:gd name="connsiteY35" fmla="*/ 800100 h 4972050"/>
              <a:gd name="connsiteX36" fmla="*/ 1447800 w 1759270"/>
              <a:gd name="connsiteY36" fmla="*/ 685800 h 4972050"/>
              <a:gd name="connsiteX37" fmla="*/ 1562100 w 1759270"/>
              <a:gd name="connsiteY37" fmla="*/ 609600 h 4972050"/>
              <a:gd name="connsiteX38" fmla="*/ 1619250 w 1759270"/>
              <a:gd name="connsiteY38" fmla="*/ 152400 h 4972050"/>
              <a:gd name="connsiteX39" fmla="*/ 1752600 w 1759270"/>
              <a:gd name="connsiteY39" fmla="*/ 114300 h 4972050"/>
              <a:gd name="connsiteX40" fmla="*/ 1752600 w 1759270"/>
              <a:gd name="connsiteY40" fmla="*/ 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759270" h="4972050">
                <a:moveTo>
                  <a:pt x="0" y="4972050"/>
                </a:moveTo>
                <a:cubicBezTo>
                  <a:pt x="15210" y="4759104"/>
                  <a:pt x="12296" y="4733579"/>
                  <a:pt x="38100" y="4552950"/>
                </a:cubicBezTo>
                <a:cubicBezTo>
                  <a:pt x="45891" y="4498414"/>
                  <a:pt x="63507" y="4371964"/>
                  <a:pt x="95250" y="4324350"/>
                </a:cubicBezTo>
                <a:cubicBezTo>
                  <a:pt x="148294" y="4244784"/>
                  <a:pt x="117161" y="4283389"/>
                  <a:pt x="190500" y="4210050"/>
                </a:cubicBezTo>
                <a:cubicBezTo>
                  <a:pt x="235840" y="4074030"/>
                  <a:pt x="206323" y="4129166"/>
                  <a:pt x="266700" y="4038600"/>
                </a:cubicBezTo>
                <a:cubicBezTo>
                  <a:pt x="273050" y="4006850"/>
                  <a:pt x="275511" y="3974067"/>
                  <a:pt x="285750" y="3943350"/>
                </a:cubicBezTo>
                <a:cubicBezTo>
                  <a:pt x="294730" y="3916409"/>
                  <a:pt x="315690" y="3894350"/>
                  <a:pt x="323850" y="3867150"/>
                </a:cubicBezTo>
                <a:cubicBezTo>
                  <a:pt x="395006" y="3629964"/>
                  <a:pt x="290750" y="3857151"/>
                  <a:pt x="381000" y="3676650"/>
                </a:cubicBezTo>
                <a:cubicBezTo>
                  <a:pt x="417330" y="3422342"/>
                  <a:pt x="360218" y="3631623"/>
                  <a:pt x="457200" y="3486150"/>
                </a:cubicBezTo>
                <a:cubicBezTo>
                  <a:pt x="474618" y="3460023"/>
                  <a:pt x="491453" y="3349138"/>
                  <a:pt x="495300" y="3333750"/>
                </a:cubicBezTo>
                <a:cubicBezTo>
                  <a:pt x="500170" y="3314269"/>
                  <a:pt x="501806" y="3292280"/>
                  <a:pt x="514350" y="3276600"/>
                </a:cubicBezTo>
                <a:cubicBezTo>
                  <a:pt x="541207" y="3243028"/>
                  <a:pt x="591002" y="3231999"/>
                  <a:pt x="628650" y="3219450"/>
                </a:cubicBezTo>
                <a:cubicBezTo>
                  <a:pt x="635000" y="3200400"/>
                  <a:pt x="645398" y="3182248"/>
                  <a:pt x="647700" y="3162300"/>
                </a:cubicBezTo>
                <a:cubicBezTo>
                  <a:pt x="664504" y="3016665"/>
                  <a:pt x="639441" y="2863228"/>
                  <a:pt x="685800" y="2724150"/>
                </a:cubicBezTo>
                <a:cubicBezTo>
                  <a:pt x="692150" y="2705100"/>
                  <a:pt x="699980" y="2686481"/>
                  <a:pt x="704850" y="2667000"/>
                </a:cubicBezTo>
                <a:cubicBezTo>
                  <a:pt x="712703" y="2635588"/>
                  <a:pt x="712531" y="2602067"/>
                  <a:pt x="723900" y="2571750"/>
                </a:cubicBezTo>
                <a:cubicBezTo>
                  <a:pt x="731939" y="2550313"/>
                  <a:pt x="751761" y="2535078"/>
                  <a:pt x="762000" y="2514600"/>
                </a:cubicBezTo>
                <a:cubicBezTo>
                  <a:pt x="770980" y="2496639"/>
                  <a:pt x="774700" y="2476500"/>
                  <a:pt x="781050" y="2457450"/>
                </a:cubicBezTo>
                <a:cubicBezTo>
                  <a:pt x="787400" y="2400300"/>
                  <a:pt x="790647" y="2342719"/>
                  <a:pt x="800100" y="2286000"/>
                </a:cubicBezTo>
                <a:cubicBezTo>
                  <a:pt x="803401" y="2266193"/>
                  <a:pt x="813633" y="2248158"/>
                  <a:pt x="819150" y="2228850"/>
                </a:cubicBezTo>
                <a:cubicBezTo>
                  <a:pt x="826343" y="2203676"/>
                  <a:pt x="833065" y="2178323"/>
                  <a:pt x="838200" y="2152650"/>
                </a:cubicBezTo>
                <a:cubicBezTo>
                  <a:pt x="845775" y="2114775"/>
                  <a:pt x="849675" y="2076225"/>
                  <a:pt x="857250" y="2038350"/>
                </a:cubicBezTo>
                <a:cubicBezTo>
                  <a:pt x="862385" y="2012677"/>
                  <a:pt x="870620" y="1987708"/>
                  <a:pt x="876300" y="1962150"/>
                </a:cubicBezTo>
                <a:cubicBezTo>
                  <a:pt x="884995" y="1923023"/>
                  <a:pt x="893975" y="1850600"/>
                  <a:pt x="914400" y="1809750"/>
                </a:cubicBezTo>
                <a:cubicBezTo>
                  <a:pt x="924639" y="1789272"/>
                  <a:pt x="939800" y="1771650"/>
                  <a:pt x="952500" y="1752600"/>
                </a:cubicBezTo>
                <a:cubicBezTo>
                  <a:pt x="958850" y="1701800"/>
                  <a:pt x="962392" y="1650570"/>
                  <a:pt x="971550" y="1600200"/>
                </a:cubicBezTo>
                <a:cubicBezTo>
                  <a:pt x="975142" y="1580443"/>
                  <a:pt x="985730" y="1562531"/>
                  <a:pt x="990600" y="1543050"/>
                </a:cubicBezTo>
                <a:cubicBezTo>
                  <a:pt x="998453" y="1511638"/>
                  <a:pt x="1001131" y="1479038"/>
                  <a:pt x="1009650" y="1447800"/>
                </a:cubicBezTo>
                <a:cubicBezTo>
                  <a:pt x="1020217" y="1409054"/>
                  <a:pt x="1009650" y="1346200"/>
                  <a:pt x="1047750" y="1333500"/>
                </a:cubicBezTo>
                <a:lnTo>
                  <a:pt x="1104900" y="1314450"/>
                </a:lnTo>
                <a:cubicBezTo>
                  <a:pt x="1174375" y="1106024"/>
                  <a:pt x="1063573" y="1421724"/>
                  <a:pt x="1162050" y="1200150"/>
                </a:cubicBezTo>
                <a:lnTo>
                  <a:pt x="1219200" y="1028700"/>
                </a:lnTo>
                <a:cubicBezTo>
                  <a:pt x="1225550" y="1009650"/>
                  <a:pt x="1227111" y="988258"/>
                  <a:pt x="1238250" y="971550"/>
                </a:cubicBezTo>
                <a:cubicBezTo>
                  <a:pt x="1250950" y="952500"/>
                  <a:pt x="1266111" y="934878"/>
                  <a:pt x="1276350" y="914400"/>
                </a:cubicBezTo>
                <a:cubicBezTo>
                  <a:pt x="1285330" y="896439"/>
                  <a:pt x="1284261" y="873958"/>
                  <a:pt x="1295400" y="857250"/>
                </a:cubicBezTo>
                <a:cubicBezTo>
                  <a:pt x="1310344" y="834834"/>
                  <a:pt x="1335303" y="820796"/>
                  <a:pt x="1352550" y="800100"/>
                </a:cubicBezTo>
                <a:cubicBezTo>
                  <a:pt x="1410480" y="730584"/>
                  <a:pt x="1368712" y="747313"/>
                  <a:pt x="1447800" y="685800"/>
                </a:cubicBezTo>
                <a:cubicBezTo>
                  <a:pt x="1483945" y="657687"/>
                  <a:pt x="1562100" y="609600"/>
                  <a:pt x="1562100" y="609600"/>
                </a:cubicBezTo>
                <a:cubicBezTo>
                  <a:pt x="1694023" y="411715"/>
                  <a:pt x="1483832" y="748237"/>
                  <a:pt x="1619250" y="152400"/>
                </a:cubicBezTo>
                <a:cubicBezTo>
                  <a:pt x="1626249" y="121606"/>
                  <a:pt x="1738628" y="146901"/>
                  <a:pt x="1752600" y="114300"/>
                </a:cubicBezTo>
                <a:cubicBezTo>
                  <a:pt x="1767608" y="79281"/>
                  <a:pt x="1752600" y="38100"/>
                  <a:pt x="1752600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2598762" y="1990144"/>
            <a:ext cx="548544" cy="5111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6922370" y="1978721"/>
            <a:ext cx="548544" cy="5111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AAAD4-FE46-4CF3-AD99-E3BFF8CA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436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8" grpId="0" animBg="1"/>
      <p:bldP spid="40" grpId="0" animBg="1"/>
      <p:bldP spid="42" grpId="0" animBg="1"/>
      <p:bldP spid="43" grpId="0" animBg="1"/>
      <p:bldP spid="44" grpId="0"/>
      <p:bldP spid="45" grpId="0"/>
      <p:bldP spid="61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14" name="群組 113"/>
          <p:cNvGrpSpPr/>
          <p:nvPr/>
        </p:nvGrpSpPr>
        <p:grpSpPr>
          <a:xfrm>
            <a:off x="-34333" y="2117509"/>
            <a:ext cx="907572" cy="461665"/>
            <a:chOff x="4775004" y="6396335"/>
            <a:chExt cx="907572" cy="461665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7" name="圖片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123" y="1397244"/>
            <a:ext cx="1800290" cy="2363859"/>
          </a:xfrm>
          <a:prstGeom prst="rect">
            <a:avLst/>
          </a:prstGeom>
        </p:spPr>
      </p:pic>
      <p:pic>
        <p:nvPicPr>
          <p:cNvPr id="128" name="圖片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413" y="1397243"/>
            <a:ext cx="1800290" cy="2363859"/>
          </a:xfrm>
          <a:prstGeom prst="rect">
            <a:avLst/>
          </a:prstGeom>
        </p:spPr>
      </p:pic>
      <p:pic>
        <p:nvPicPr>
          <p:cNvPr id="129" name="圖片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060" y="1397243"/>
            <a:ext cx="1800290" cy="236385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707923" y="2271117"/>
            <a:ext cx="965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2840916" y="2404832"/>
            <a:ext cx="329515" cy="310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矩形 129"/>
          <p:cNvSpPr/>
          <p:nvPr/>
        </p:nvSpPr>
        <p:spPr>
          <a:xfrm>
            <a:off x="4641206" y="2404832"/>
            <a:ext cx="329515" cy="310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矩形 130"/>
          <p:cNvSpPr/>
          <p:nvPr/>
        </p:nvSpPr>
        <p:spPr>
          <a:xfrm>
            <a:off x="7497090" y="2423994"/>
            <a:ext cx="329515" cy="310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44701" y="2625622"/>
            <a:ext cx="1146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vector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132" name="群組 131"/>
          <p:cNvGrpSpPr/>
          <p:nvPr/>
        </p:nvGrpSpPr>
        <p:grpSpPr>
          <a:xfrm>
            <a:off x="2197222" y="5873236"/>
            <a:ext cx="907572" cy="461665"/>
            <a:chOff x="4765592" y="6396335"/>
            <a:chExt cx="907572" cy="461665"/>
          </a:xfrm>
        </p:grpSpPr>
        <p:sp>
          <p:nvSpPr>
            <p:cNvPr id="137" name="矩形 136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t</a:t>
              </a:r>
              <a:endParaRPr lang="zh-TW" altLang="en-US" sz="2400" baseline="30000" dirty="0"/>
            </a:p>
          </p:txBody>
        </p:sp>
      </p:grpSp>
      <p:sp>
        <p:nvSpPr>
          <p:cNvPr id="140" name="矩形 139"/>
          <p:cNvSpPr/>
          <p:nvPr/>
        </p:nvSpPr>
        <p:spPr>
          <a:xfrm>
            <a:off x="2637175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141" name="矩形 140"/>
          <p:cNvSpPr/>
          <p:nvPr/>
        </p:nvSpPr>
        <p:spPr>
          <a:xfrm>
            <a:off x="174432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sp>
        <p:nvSpPr>
          <p:cNvPr id="143" name="矩形 142"/>
          <p:cNvSpPr/>
          <p:nvPr/>
        </p:nvSpPr>
        <p:spPr>
          <a:xfrm>
            <a:off x="85986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145" name="矩形 144"/>
          <p:cNvSpPr/>
          <p:nvPr/>
        </p:nvSpPr>
        <p:spPr>
          <a:xfrm>
            <a:off x="3521635" y="4739331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sp>
        <p:nvSpPr>
          <p:cNvPr id="146" name="向下箭號 145"/>
          <p:cNvSpPr/>
          <p:nvPr/>
        </p:nvSpPr>
        <p:spPr>
          <a:xfrm rot="2610135" flipV="1">
            <a:off x="3412627" y="5176513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向下箭號 146"/>
          <p:cNvSpPr/>
          <p:nvPr/>
        </p:nvSpPr>
        <p:spPr>
          <a:xfrm rot="19634133" flipV="1">
            <a:off x="2022419" y="5197306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向下箭號 147"/>
          <p:cNvSpPr/>
          <p:nvPr/>
        </p:nvSpPr>
        <p:spPr>
          <a:xfrm rot="1779305" flipV="1">
            <a:off x="2714297" y="5202695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0" name="向下箭號 149"/>
          <p:cNvSpPr/>
          <p:nvPr/>
        </p:nvSpPr>
        <p:spPr>
          <a:xfrm rot="18851723" flipV="1">
            <a:off x="1248914" y="5165149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1" name="文字方塊 150"/>
          <p:cNvSpPr txBox="1"/>
          <p:nvPr/>
        </p:nvSpPr>
        <p:spPr>
          <a:xfrm>
            <a:off x="4212660" y="4719302"/>
            <a:ext cx="1842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4 vectors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cxnSp>
        <p:nvCxnSpPr>
          <p:cNvPr id="10" name="直線單箭頭接點 9"/>
          <p:cNvCxnSpPr>
            <a:endCxn id="127" idx="2"/>
          </p:cNvCxnSpPr>
          <p:nvPr/>
        </p:nvCxnSpPr>
        <p:spPr>
          <a:xfrm flipH="1" flipV="1">
            <a:off x="2966268" y="3761103"/>
            <a:ext cx="8476" cy="100947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endCxn id="128" idx="2"/>
          </p:cNvCxnSpPr>
          <p:nvPr/>
        </p:nvCxnSpPr>
        <p:spPr>
          <a:xfrm flipV="1">
            <a:off x="2957406" y="3761102"/>
            <a:ext cx="1809152" cy="10013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>
            <a:stCxn id="140" idx="0"/>
            <a:endCxn id="129" idx="2"/>
          </p:cNvCxnSpPr>
          <p:nvPr/>
        </p:nvCxnSpPr>
        <p:spPr>
          <a:xfrm flipV="1">
            <a:off x="2997175" y="3761102"/>
            <a:ext cx="4618030" cy="97303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 flipV="1">
            <a:off x="2092792" y="2936822"/>
            <a:ext cx="11537" cy="178979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 flipV="1">
            <a:off x="2070168" y="3002754"/>
            <a:ext cx="1865920" cy="173138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 flipV="1">
            <a:off x="2066123" y="3049201"/>
            <a:ext cx="4744252" cy="17057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5C3EF-0EDD-41CF-B31C-AAEA1703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075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30" grpId="0" animBg="1"/>
      <p:bldP spid="131" grpId="0" animBg="1"/>
      <p:bldP spid="8" grpId="0"/>
      <p:bldP spid="140" grpId="0" animBg="1"/>
      <p:bldP spid="141" grpId="0" animBg="1"/>
      <p:bldP spid="143" grpId="0" animBg="1"/>
      <p:bldP spid="145" grpId="0" animBg="1"/>
      <p:bldP spid="146" grpId="0" animBg="1"/>
      <p:bldP spid="147" grpId="0" animBg="1"/>
      <p:bldP spid="148" grpId="0" animBg="1"/>
      <p:bldP spid="150" grpId="0" animBg="1"/>
      <p:bldP spid="15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2197222" y="5873236"/>
            <a:ext cx="907572" cy="461665"/>
            <a:chOff x="4765592" y="6396335"/>
            <a:chExt cx="907572" cy="461665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t</a:t>
              </a:r>
              <a:endParaRPr lang="zh-TW" altLang="en-US" sz="24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2637175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46" name="矩形 45"/>
          <p:cNvSpPr/>
          <p:nvPr/>
        </p:nvSpPr>
        <p:spPr>
          <a:xfrm>
            <a:off x="174432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grpSp>
        <p:nvGrpSpPr>
          <p:cNvPr id="49" name="群組 48"/>
          <p:cNvGrpSpPr/>
          <p:nvPr/>
        </p:nvGrpSpPr>
        <p:grpSpPr>
          <a:xfrm>
            <a:off x="2439114" y="3723923"/>
            <a:ext cx="438150" cy="438150"/>
            <a:chOff x="6656524" y="2699227"/>
            <a:chExt cx="438150" cy="438150"/>
          </a:xfrm>
        </p:grpSpPr>
        <p:sp>
          <p:nvSpPr>
            <p:cNvPr id="47" name="橢圓 4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矩形 49"/>
          <p:cNvSpPr/>
          <p:nvPr/>
        </p:nvSpPr>
        <p:spPr>
          <a:xfrm>
            <a:off x="85986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3521635" y="4739331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grpSp>
        <p:nvGrpSpPr>
          <p:cNvPr id="52" name="群組 51"/>
          <p:cNvGrpSpPr/>
          <p:nvPr/>
        </p:nvGrpSpPr>
        <p:grpSpPr>
          <a:xfrm>
            <a:off x="1000794" y="2751799"/>
            <a:ext cx="438150" cy="438150"/>
            <a:chOff x="6656524" y="2699227"/>
            <a:chExt cx="438150" cy="438150"/>
          </a:xfrm>
        </p:grpSpPr>
        <p:sp>
          <p:nvSpPr>
            <p:cNvPr id="53" name="橢圓 52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/>
          <p:cNvGrpSpPr/>
          <p:nvPr/>
        </p:nvGrpSpPr>
        <p:grpSpPr>
          <a:xfrm>
            <a:off x="2418100" y="2738582"/>
            <a:ext cx="438150" cy="438150"/>
            <a:chOff x="6656524" y="2699227"/>
            <a:chExt cx="438150" cy="438150"/>
          </a:xfrm>
        </p:grpSpPr>
        <p:sp>
          <p:nvSpPr>
            <p:cNvPr id="56" name="橢圓 55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9565" r="-19565" b="-65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/>
          <p:cNvGrpSpPr/>
          <p:nvPr/>
        </p:nvGrpSpPr>
        <p:grpSpPr>
          <a:xfrm>
            <a:off x="3676862" y="2747033"/>
            <a:ext cx="438150" cy="438150"/>
            <a:chOff x="6656524" y="2699227"/>
            <a:chExt cx="438150" cy="438150"/>
          </a:xfrm>
        </p:grpSpPr>
        <p:sp>
          <p:nvSpPr>
            <p:cNvPr id="59" name="橢圓 58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字方塊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矩形 61"/>
          <p:cNvSpPr/>
          <p:nvPr/>
        </p:nvSpPr>
        <p:spPr>
          <a:xfrm>
            <a:off x="3538504" y="1409486"/>
            <a:ext cx="72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3456932" y="1395097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y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4218" y="3760795"/>
            <a:ext cx="371475" cy="371475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038" y="3757261"/>
            <a:ext cx="371475" cy="371475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1643" y="3757260"/>
            <a:ext cx="371475" cy="371475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5743" y="2764253"/>
            <a:ext cx="371475" cy="371475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1213027" y="4138591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1219189" y="3166147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1464255" y="2957657"/>
            <a:ext cx="95384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2658189" y="4162073"/>
            <a:ext cx="295984" cy="5488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2079954" y="4125538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2655226" y="3111098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2242352" y="3929424"/>
            <a:ext cx="196762" cy="135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3881634" y="4098155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3892959" y="3186826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2896935" y="2949990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3455390" y="2962288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3691643" y="1935577"/>
            <a:ext cx="438150" cy="748396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3412627" y="5176513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2022419" y="5197306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2714297" y="5202695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1248914" y="5165149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4" name="群組 113"/>
          <p:cNvGrpSpPr/>
          <p:nvPr/>
        </p:nvGrpSpPr>
        <p:grpSpPr>
          <a:xfrm>
            <a:off x="-34333" y="2117509"/>
            <a:ext cx="907572" cy="461665"/>
            <a:chOff x="4775004" y="6396335"/>
            <a:chExt cx="907572" cy="461665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手繪多邊形 4"/>
          <p:cNvSpPr/>
          <p:nvPr/>
        </p:nvSpPr>
        <p:spPr>
          <a:xfrm>
            <a:off x="754743" y="2364898"/>
            <a:ext cx="435428" cy="378302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7" name="圖片 1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885" y="1516558"/>
            <a:ext cx="3603520" cy="4731579"/>
          </a:xfrm>
          <a:prstGeom prst="rect">
            <a:avLst/>
          </a:prstGeom>
        </p:spPr>
      </p:pic>
      <p:sp>
        <p:nvSpPr>
          <p:cNvPr id="128" name="矩形 127"/>
          <p:cNvSpPr/>
          <p:nvPr/>
        </p:nvSpPr>
        <p:spPr>
          <a:xfrm>
            <a:off x="6571952" y="6248137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129" name="矩形 128"/>
          <p:cNvSpPr/>
          <p:nvPr/>
        </p:nvSpPr>
        <p:spPr>
          <a:xfrm>
            <a:off x="4617831" y="4518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sp>
        <p:nvSpPr>
          <p:cNvPr id="130" name="矩形 129"/>
          <p:cNvSpPr/>
          <p:nvPr/>
        </p:nvSpPr>
        <p:spPr>
          <a:xfrm>
            <a:off x="8391431" y="3617274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131" name="矩形 130"/>
          <p:cNvSpPr/>
          <p:nvPr/>
        </p:nvSpPr>
        <p:spPr>
          <a:xfrm>
            <a:off x="4569859" y="187777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64FA2-CC2B-4792-A328-2A1F9357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86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/>
      <p:bldP spid="162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2197222" y="5873236"/>
            <a:ext cx="907572" cy="461665"/>
            <a:chOff x="4765592" y="6396335"/>
            <a:chExt cx="907572" cy="461665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t</a:t>
              </a:r>
              <a:endParaRPr lang="zh-TW" altLang="en-US" sz="24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2637175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46" name="矩形 45"/>
          <p:cNvSpPr/>
          <p:nvPr/>
        </p:nvSpPr>
        <p:spPr>
          <a:xfrm>
            <a:off x="174432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grpSp>
        <p:nvGrpSpPr>
          <p:cNvPr id="49" name="群組 48"/>
          <p:cNvGrpSpPr/>
          <p:nvPr/>
        </p:nvGrpSpPr>
        <p:grpSpPr>
          <a:xfrm>
            <a:off x="2439114" y="3723923"/>
            <a:ext cx="438150" cy="438150"/>
            <a:chOff x="6656524" y="2699227"/>
            <a:chExt cx="438150" cy="438150"/>
          </a:xfrm>
        </p:grpSpPr>
        <p:sp>
          <p:nvSpPr>
            <p:cNvPr id="47" name="橢圓 4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矩形 49"/>
          <p:cNvSpPr/>
          <p:nvPr/>
        </p:nvSpPr>
        <p:spPr>
          <a:xfrm>
            <a:off x="85986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3521635" y="4739331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grpSp>
        <p:nvGrpSpPr>
          <p:cNvPr id="52" name="群組 51"/>
          <p:cNvGrpSpPr/>
          <p:nvPr/>
        </p:nvGrpSpPr>
        <p:grpSpPr>
          <a:xfrm>
            <a:off x="1000794" y="2751799"/>
            <a:ext cx="438150" cy="438150"/>
            <a:chOff x="6656524" y="2699227"/>
            <a:chExt cx="438150" cy="438150"/>
          </a:xfrm>
        </p:grpSpPr>
        <p:sp>
          <p:nvSpPr>
            <p:cNvPr id="53" name="橢圓 52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/>
          <p:cNvGrpSpPr/>
          <p:nvPr/>
        </p:nvGrpSpPr>
        <p:grpSpPr>
          <a:xfrm>
            <a:off x="2418100" y="2738582"/>
            <a:ext cx="438150" cy="438150"/>
            <a:chOff x="6656524" y="2699227"/>
            <a:chExt cx="438150" cy="438150"/>
          </a:xfrm>
        </p:grpSpPr>
        <p:sp>
          <p:nvSpPr>
            <p:cNvPr id="56" name="橢圓 55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9565" r="-19565" b="-65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/>
          <p:cNvGrpSpPr/>
          <p:nvPr/>
        </p:nvGrpSpPr>
        <p:grpSpPr>
          <a:xfrm>
            <a:off x="3676862" y="2747033"/>
            <a:ext cx="438150" cy="438150"/>
            <a:chOff x="6656524" y="2699227"/>
            <a:chExt cx="438150" cy="438150"/>
          </a:xfrm>
        </p:grpSpPr>
        <p:sp>
          <p:nvSpPr>
            <p:cNvPr id="59" name="橢圓 58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字方塊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矩形 61"/>
          <p:cNvSpPr/>
          <p:nvPr/>
        </p:nvSpPr>
        <p:spPr>
          <a:xfrm>
            <a:off x="3538504" y="1409486"/>
            <a:ext cx="72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3456932" y="1395097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y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4218" y="3760795"/>
            <a:ext cx="371475" cy="371475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038" y="3757261"/>
            <a:ext cx="371475" cy="371475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1643" y="3757260"/>
            <a:ext cx="371475" cy="371475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5743" y="2764253"/>
            <a:ext cx="371475" cy="371475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1213027" y="4138591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1219189" y="3166147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1464255" y="2957657"/>
            <a:ext cx="95384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2658189" y="4162073"/>
            <a:ext cx="295984" cy="5488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2079954" y="4125538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2655226" y="3111098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2242352" y="3929424"/>
            <a:ext cx="196762" cy="135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3881634" y="4098155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3892959" y="3186826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2896935" y="2949990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3455390" y="2962288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3691643" y="1935577"/>
            <a:ext cx="438150" cy="748396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3412627" y="5176513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2022419" y="5197306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2714297" y="5202695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1248914" y="5165149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1" name="群組 170"/>
          <p:cNvGrpSpPr/>
          <p:nvPr/>
        </p:nvGrpSpPr>
        <p:grpSpPr>
          <a:xfrm>
            <a:off x="6246925" y="5876094"/>
            <a:ext cx="907572" cy="461665"/>
            <a:chOff x="4765592" y="6396335"/>
            <a:chExt cx="907572" cy="461665"/>
          </a:xfrm>
        </p:grpSpPr>
        <p:sp>
          <p:nvSpPr>
            <p:cNvPr id="172" name="矩形 17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3" name="文字方塊 172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t+1</a:t>
              </a:r>
              <a:endParaRPr lang="zh-TW" altLang="en-US" sz="2400" baseline="30000" dirty="0"/>
            </a:p>
          </p:txBody>
        </p:sp>
      </p:grpSp>
      <p:sp>
        <p:nvSpPr>
          <p:cNvPr id="174" name="矩形 173"/>
          <p:cNvSpPr/>
          <p:nvPr/>
        </p:nvSpPr>
        <p:spPr>
          <a:xfrm>
            <a:off x="6686878" y="4736993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175" name="矩形 174"/>
          <p:cNvSpPr/>
          <p:nvPr/>
        </p:nvSpPr>
        <p:spPr>
          <a:xfrm>
            <a:off x="5794032" y="4736993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grpSp>
        <p:nvGrpSpPr>
          <p:cNvPr id="176" name="群組 175"/>
          <p:cNvGrpSpPr/>
          <p:nvPr/>
        </p:nvGrpSpPr>
        <p:grpSpPr>
          <a:xfrm>
            <a:off x="6488817" y="3726781"/>
            <a:ext cx="438150" cy="438150"/>
            <a:chOff x="6656524" y="2699227"/>
            <a:chExt cx="438150" cy="438150"/>
          </a:xfrm>
        </p:grpSpPr>
        <p:sp>
          <p:nvSpPr>
            <p:cNvPr id="177" name="橢圓 17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字方塊 177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文字方塊 1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9" name="矩形 178"/>
          <p:cNvSpPr/>
          <p:nvPr/>
        </p:nvSpPr>
        <p:spPr>
          <a:xfrm>
            <a:off x="4909572" y="4736993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180" name="矩形 179"/>
          <p:cNvSpPr/>
          <p:nvPr/>
        </p:nvSpPr>
        <p:spPr>
          <a:xfrm>
            <a:off x="7571338" y="4742189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grpSp>
        <p:nvGrpSpPr>
          <p:cNvPr id="181" name="群組 180"/>
          <p:cNvGrpSpPr/>
          <p:nvPr/>
        </p:nvGrpSpPr>
        <p:grpSpPr>
          <a:xfrm>
            <a:off x="5050497" y="2754657"/>
            <a:ext cx="438150" cy="438150"/>
            <a:chOff x="6656524" y="2699227"/>
            <a:chExt cx="438150" cy="438150"/>
          </a:xfrm>
        </p:grpSpPr>
        <p:sp>
          <p:nvSpPr>
            <p:cNvPr id="182" name="橢圓 181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字方塊 182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文字方塊 1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l="-20000" r="-20000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4" name="群組 183"/>
          <p:cNvGrpSpPr/>
          <p:nvPr/>
        </p:nvGrpSpPr>
        <p:grpSpPr>
          <a:xfrm>
            <a:off x="6467803" y="2741440"/>
            <a:ext cx="438150" cy="438150"/>
            <a:chOff x="6656524" y="2699227"/>
            <a:chExt cx="438150" cy="438150"/>
          </a:xfrm>
        </p:grpSpPr>
        <p:sp>
          <p:nvSpPr>
            <p:cNvPr id="185" name="橢圓 184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字方塊 185"/>
                <p:cNvSpPr txBox="1"/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文字方塊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9149" r="-17021" b="-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7" name="群組 186"/>
          <p:cNvGrpSpPr/>
          <p:nvPr/>
        </p:nvGrpSpPr>
        <p:grpSpPr>
          <a:xfrm>
            <a:off x="7726565" y="2749891"/>
            <a:ext cx="438150" cy="438150"/>
            <a:chOff x="6656524" y="2699227"/>
            <a:chExt cx="438150" cy="438150"/>
          </a:xfrm>
        </p:grpSpPr>
        <p:sp>
          <p:nvSpPr>
            <p:cNvPr id="188" name="橢圓 187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字方塊 188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文字方塊 1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20000" r="-20000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7" name="群組 226"/>
          <p:cNvGrpSpPr/>
          <p:nvPr/>
        </p:nvGrpSpPr>
        <p:grpSpPr>
          <a:xfrm>
            <a:off x="7533985" y="1397855"/>
            <a:ext cx="907572" cy="461665"/>
            <a:chOff x="7533985" y="1397855"/>
            <a:chExt cx="907572" cy="461665"/>
          </a:xfrm>
        </p:grpSpPr>
        <p:sp>
          <p:nvSpPr>
            <p:cNvPr id="190" name="矩形 189"/>
            <p:cNvSpPr/>
            <p:nvPr/>
          </p:nvSpPr>
          <p:spPr>
            <a:xfrm>
              <a:off x="7588207" y="1412344"/>
              <a:ext cx="720000" cy="432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7533985" y="139785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t+1</a:t>
              </a:r>
              <a:endParaRPr lang="zh-TW" altLang="en-US" sz="2400" baseline="30000" dirty="0"/>
            </a:p>
          </p:txBody>
        </p:sp>
      </p:grpSp>
      <p:pic>
        <p:nvPicPr>
          <p:cNvPr id="192" name="圖片 1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921" y="3763653"/>
            <a:ext cx="371475" cy="371475"/>
          </a:xfrm>
          <a:prstGeom prst="rect">
            <a:avLst/>
          </a:prstGeom>
        </p:spPr>
      </p:pic>
      <p:pic>
        <p:nvPicPr>
          <p:cNvPr id="193" name="圖片 1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741" y="3760119"/>
            <a:ext cx="371475" cy="371475"/>
          </a:xfrm>
          <a:prstGeom prst="rect">
            <a:avLst/>
          </a:prstGeom>
        </p:spPr>
      </p:pic>
      <p:pic>
        <p:nvPicPr>
          <p:cNvPr id="194" name="圖片 19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1346" y="3760118"/>
            <a:ext cx="371475" cy="371475"/>
          </a:xfrm>
          <a:prstGeom prst="rect">
            <a:avLst/>
          </a:prstGeom>
        </p:spPr>
      </p:pic>
      <p:pic>
        <p:nvPicPr>
          <p:cNvPr id="195" name="圖片 1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446" y="2767111"/>
            <a:ext cx="371475" cy="371475"/>
          </a:xfrm>
          <a:prstGeom prst="rect">
            <a:avLst/>
          </a:prstGeom>
        </p:spPr>
      </p:pic>
      <p:cxnSp>
        <p:nvCxnSpPr>
          <p:cNvPr id="196" name="直線單箭頭接點 195"/>
          <p:cNvCxnSpPr/>
          <p:nvPr/>
        </p:nvCxnSpPr>
        <p:spPr>
          <a:xfrm flipH="1" flipV="1">
            <a:off x="5262730" y="4141449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/>
          <p:nvPr/>
        </p:nvCxnSpPr>
        <p:spPr>
          <a:xfrm flipH="1" flipV="1">
            <a:off x="5268892" y="3169005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單箭頭接點 197"/>
          <p:cNvCxnSpPr>
            <a:endCxn id="185" idx="2"/>
          </p:cNvCxnSpPr>
          <p:nvPr/>
        </p:nvCxnSpPr>
        <p:spPr>
          <a:xfrm flipV="1">
            <a:off x="5513958" y="2960515"/>
            <a:ext cx="95384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單箭頭接點 198"/>
          <p:cNvCxnSpPr>
            <a:endCxn id="177" idx="4"/>
          </p:cNvCxnSpPr>
          <p:nvPr/>
        </p:nvCxnSpPr>
        <p:spPr>
          <a:xfrm flipH="1" flipV="1">
            <a:off x="6707892" y="4164931"/>
            <a:ext cx="295984" cy="5488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單箭頭接點 199"/>
          <p:cNvCxnSpPr/>
          <p:nvPr/>
        </p:nvCxnSpPr>
        <p:spPr>
          <a:xfrm flipH="1" flipV="1">
            <a:off x="6129657" y="4128396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單箭頭接點 200"/>
          <p:cNvCxnSpPr/>
          <p:nvPr/>
        </p:nvCxnSpPr>
        <p:spPr>
          <a:xfrm flipH="1" flipV="1">
            <a:off x="6704929" y="3113956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/>
          <p:cNvCxnSpPr>
            <a:endCxn id="177" idx="2"/>
          </p:cNvCxnSpPr>
          <p:nvPr/>
        </p:nvCxnSpPr>
        <p:spPr>
          <a:xfrm>
            <a:off x="6292055" y="3932282"/>
            <a:ext cx="196762" cy="135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單箭頭接點 202"/>
          <p:cNvCxnSpPr/>
          <p:nvPr/>
        </p:nvCxnSpPr>
        <p:spPr>
          <a:xfrm flipH="1" flipV="1">
            <a:off x="7931337" y="4101013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單箭頭接點 203"/>
          <p:cNvCxnSpPr/>
          <p:nvPr/>
        </p:nvCxnSpPr>
        <p:spPr>
          <a:xfrm flipH="1" flipV="1">
            <a:off x="7942662" y="3189684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單箭頭接點 204"/>
          <p:cNvCxnSpPr/>
          <p:nvPr/>
        </p:nvCxnSpPr>
        <p:spPr>
          <a:xfrm>
            <a:off x="6946638" y="2952848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/>
          <p:nvPr/>
        </p:nvCxnSpPr>
        <p:spPr>
          <a:xfrm>
            <a:off x="7505093" y="2965146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向下箭號 206"/>
          <p:cNvSpPr/>
          <p:nvPr/>
        </p:nvSpPr>
        <p:spPr>
          <a:xfrm flipV="1">
            <a:off x="7741346" y="1938435"/>
            <a:ext cx="438150" cy="748396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8" name="向下箭號 207"/>
          <p:cNvSpPr/>
          <p:nvPr/>
        </p:nvSpPr>
        <p:spPr>
          <a:xfrm rot="2610135" flipV="1">
            <a:off x="7462330" y="5179371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9" name="向下箭號 208"/>
          <p:cNvSpPr/>
          <p:nvPr/>
        </p:nvSpPr>
        <p:spPr>
          <a:xfrm rot="19634133" flipV="1">
            <a:off x="6072122" y="5200164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0" name="向下箭號 209"/>
          <p:cNvSpPr/>
          <p:nvPr/>
        </p:nvSpPr>
        <p:spPr>
          <a:xfrm rot="1779305" flipV="1">
            <a:off x="6764000" y="5205553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1" name="向下箭號 210"/>
          <p:cNvSpPr/>
          <p:nvPr/>
        </p:nvSpPr>
        <p:spPr>
          <a:xfrm rot="18851723" flipV="1">
            <a:off x="5298617" y="5168007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3" name="群組 212"/>
          <p:cNvGrpSpPr/>
          <p:nvPr/>
        </p:nvGrpSpPr>
        <p:grpSpPr>
          <a:xfrm>
            <a:off x="5426810" y="5885752"/>
            <a:ext cx="907572" cy="461665"/>
            <a:chOff x="4765592" y="6396335"/>
            <a:chExt cx="907572" cy="461665"/>
          </a:xfrm>
        </p:grpSpPr>
        <p:sp>
          <p:nvSpPr>
            <p:cNvPr id="214" name="矩形 213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5" name="文字方塊 214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schemeClr val="bg1"/>
                  </a:solidFill>
                </a:rPr>
                <a:t>h</a:t>
              </a:r>
              <a:r>
                <a:rPr lang="en-US" altLang="zh-TW" sz="2400" baseline="30000" dirty="0" err="1">
                  <a:solidFill>
                    <a:schemeClr val="bg1"/>
                  </a:solidFill>
                </a:rPr>
                <a:t>t</a:t>
              </a:r>
              <a:endParaRPr lang="zh-TW" altLang="en-US" sz="2400" baseline="30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0" name="群組 219"/>
          <p:cNvGrpSpPr/>
          <p:nvPr/>
        </p:nvGrpSpPr>
        <p:grpSpPr>
          <a:xfrm>
            <a:off x="1401513" y="5863537"/>
            <a:ext cx="907572" cy="461665"/>
            <a:chOff x="4765592" y="6396335"/>
            <a:chExt cx="907572" cy="461665"/>
          </a:xfrm>
        </p:grpSpPr>
        <p:sp>
          <p:nvSpPr>
            <p:cNvPr id="221" name="矩形 2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bg1"/>
                  </a:solidFill>
                </a:rPr>
                <a:t>h</a:t>
              </a:r>
              <a:r>
                <a:rPr lang="en-US" altLang="zh-TW" sz="2400" baseline="30000" dirty="0">
                  <a:solidFill>
                    <a:schemeClr val="bg1"/>
                  </a:solidFill>
                </a:rPr>
                <a:t>t-1</a:t>
              </a:r>
              <a:endParaRPr lang="zh-TW" altLang="en-US" sz="2400" baseline="30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2" name="群組 101"/>
          <p:cNvGrpSpPr/>
          <p:nvPr/>
        </p:nvGrpSpPr>
        <p:grpSpPr>
          <a:xfrm>
            <a:off x="4599806" y="5873235"/>
            <a:ext cx="907572" cy="461665"/>
            <a:chOff x="4775004" y="6396335"/>
            <a:chExt cx="907572" cy="461665"/>
          </a:xfrm>
        </p:grpSpPr>
        <p:sp>
          <p:nvSpPr>
            <p:cNvPr id="103" name="矩形 102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6" name="手繪多邊形 105"/>
          <p:cNvSpPr/>
          <p:nvPr/>
        </p:nvSpPr>
        <p:spPr>
          <a:xfrm>
            <a:off x="8192589" y="2907527"/>
            <a:ext cx="1486237" cy="2920042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-58910" y="2943495"/>
            <a:ext cx="1486237" cy="2920042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8" name="群組 107"/>
          <p:cNvGrpSpPr/>
          <p:nvPr/>
        </p:nvGrpSpPr>
        <p:grpSpPr>
          <a:xfrm>
            <a:off x="486959" y="5850146"/>
            <a:ext cx="907572" cy="461665"/>
            <a:chOff x="4775004" y="6396335"/>
            <a:chExt cx="907572" cy="461665"/>
          </a:xfrm>
        </p:grpSpPr>
        <p:sp>
          <p:nvSpPr>
            <p:cNvPr id="109" name="矩形 108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1" name="手繪多邊形 110"/>
          <p:cNvSpPr/>
          <p:nvPr/>
        </p:nvSpPr>
        <p:spPr>
          <a:xfrm>
            <a:off x="4159579" y="3012158"/>
            <a:ext cx="1486237" cy="2920042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4" name="群組 113"/>
          <p:cNvGrpSpPr/>
          <p:nvPr/>
        </p:nvGrpSpPr>
        <p:grpSpPr>
          <a:xfrm>
            <a:off x="-34333" y="2117509"/>
            <a:ext cx="907572" cy="461665"/>
            <a:chOff x="4775004" y="6396335"/>
            <a:chExt cx="907572" cy="461665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4155655" y="2078942"/>
            <a:ext cx="907572" cy="461665"/>
            <a:chOff x="4775004" y="6396335"/>
            <a:chExt cx="907572" cy="461665"/>
          </a:xfrm>
        </p:grpSpPr>
        <p:sp>
          <p:nvSpPr>
            <p:cNvPr id="118" name="矩形 117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8336918" y="2096100"/>
            <a:ext cx="907572" cy="461665"/>
            <a:chOff x="4775004" y="6396335"/>
            <a:chExt cx="907572" cy="461665"/>
          </a:xfrm>
        </p:grpSpPr>
        <p:sp>
          <p:nvSpPr>
            <p:cNvPr id="121" name="矩形 1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t+1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手繪多邊形 2"/>
          <p:cNvSpPr/>
          <p:nvPr/>
        </p:nvSpPr>
        <p:spPr>
          <a:xfrm>
            <a:off x="2656114" y="2335943"/>
            <a:ext cx="1625600" cy="378228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手繪多邊形 122"/>
          <p:cNvSpPr/>
          <p:nvPr/>
        </p:nvSpPr>
        <p:spPr>
          <a:xfrm>
            <a:off x="6758538" y="2329104"/>
            <a:ext cx="1625600" cy="378228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手繪多邊形 3"/>
          <p:cNvSpPr/>
          <p:nvPr/>
        </p:nvSpPr>
        <p:spPr>
          <a:xfrm>
            <a:off x="362857" y="2481943"/>
            <a:ext cx="522514" cy="3381829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手繪多邊形 123"/>
          <p:cNvSpPr/>
          <p:nvPr/>
        </p:nvSpPr>
        <p:spPr>
          <a:xfrm>
            <a:off x="4520854" y="2518218"/>
            <a:ext cx="522514" cy="3381829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754743" y="2364898"/>
            <a:ext cx="435428" cy="378302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手繪多邊形 124"/>
          <p:cNvSpPr/>
          <p:nvPr/>
        </p:nvSpPr>
        <p:spPr>
          <a:xfrm rot="523080">
            <a:off x="4885987" y="2356876"/>
            <a:ext cx="435428" cy="378302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手繪多邊形 125"/>
          <p:cNvSpPr/>
          <p:nvPr/>
        </p:nvSpPr>
        <p:spPr>
          <a:xfrm>
            <a:off x="8784519" y="2564610"/>
            <a:ext cx="522514" cy="3381829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86EBB-4FF0-4EB2-B92F-20B0EFAB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44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animBg="1"/>
      <p:bldP spid="175" grpId="0" animBg="1"/>
      <p:bldP spid="179" grpId="0" animBg="1"/>
      <p:bldP spid="180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106" grpId="0" animBg="1"/>
      <p:bldP spid="107" grpId="0" animBg="1"/>
      <p:bldP spid="111" grpId="0" animBg="1"/>
      <p:bldP spid="3" grpId="0" animBg="1"/>
      <p:bldP spid="123" grpId="0" animBg="1"/>
      <p:bldP spid="4" grpId="0" animBg="1"/>
      <p:bldP spid="124" grpId="0" animBg="1"/>
      <p:bldP spid="125" grpId="0" animBg="1"/>
      <p:bldP spid="1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scontent-tpe1-1.xx.fbcdn.net/hphotos-xlp1/v/t1.0-9/12802730_1243181679030124_7035589789981321351_n.jpg?oh=ca916a08d25b394c6012f0b2df1f518a&amp;oe=5783CA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34" y="-1"/>
            <a:ext cx="5820505" cy="646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57174" y="260493"/>
            <a:ext cx="2457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Multiple-layer</a:t>
            </a:r>
          </a:p>
          <a:p>
            <a:r>
              <a:rPr lang="en-US" altLang="zh-TW" sz="2800" b="1" i="1" u="sng" dirty="0"/>
              <a:t>LSTM</a:t>
            </a:r>
            <a:endParaRPr lang="zh-TW" altLang="en-US" sz="2800" b="1" i="1" u="sng" dirty="0"/>
          </a:p>
        </p:txBody>
      </p:sp>
      <p:sp>
        <p:nvSpPr>
          <p:cNvPr id="6" name="文字方塊 5"/>
          <p:cNvSpPr txBox="1"/>
          <p:nvPr/>
        </p:nvSpPr>
        <p:spPr>
          <a:xfrm>
            <a:off x="575366" y="4820463"/>
            <a:ext cx="23452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This is quite standard now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1416" y="6405351"/>
            <a:ext cx="8293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https://img.komicolle.org/2015-09-20/src/14426967627131.gif</a:t>
            </a:r>
          </a:p>
        </p:txBody>
      </p:sp>
      <p:sp>
        <p:nvSpPr>
          <p:cNvPr id="7" name="副標題 2"/>
          <p:cNvSpPr txBox="1">
            <a:spLocks/>
          </p:cNvSpPr>
          <p:nvPr/>
        </p:nvSpPr>
        <p:spPr>
          <a:xfrm>
            <a:off x="1229228" y="2507432"/>
            <a:ext cx="6858000" cy="8683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/>
              <a:t>No worries if you cannot understand this.</a:t>
            </a:r>
            <a:r>
              <a:rPr lang="zh-TW" altLang="en-US" dirty="0"/>
              <a:t> </a:t>
            </a:r>
            <a:r>
              <a:rPr lang="en-US" altLang="zh-TW" dirty="0"/>
              <a:t>Scikit-Learn can handle it.</a:t>
            </a:r>
          </a:p>
        </p:txBody>
      </p:sp>
      <p:sp>
        <p:nvSpPr>
          <p:cNvPr id="8" name="副標題 2"/>
          <p:cNvSpPr txBox="1">
            <a:spLocks/>
          </p:cNvSpPr>
          <p:nvPr/>
        </p:nvSpPr>
        <p:spPr>
          <a:xfrm>
            <a:off x="1229228" y="3636711"/>
            <a:ext cx="6858000" cy="8683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/>
              <a:t>It supports </a:t>
            </a:r>
          </a:p>
          <a:p>
            <a:pPr marL="0" indent="0" algn="ctr">
              <a:buNone/>
            </a:pPr>
            <a:r>
              <a:rPr lang="en-US" altLang="zh-TW" dirty="0"/>
              <a:t>“LSTM”, “GRU”, “</a:t>
            </a:r>
            <a:r>
              <a:rPr lang="en-US" altLang="zh-TW" dirty="0" err="1"/>
              <a:t>SimpleRNN</a:t>
            </a:r>
            <a:r>
              <a:rPr lang="en-US" altLang="zh-TW" dirty="0"/>
              <a:t>” layers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032E6F-7B26-47F6-A24B-85854F8D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01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6EC6-DB88-4C80-85F6-BD1CB2D8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Gated Recurrent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A0D1-02AF-451B-AE94-9F0F40F7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7147"/>
            <a:ext cx="7886700" cy="4604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500" dirty="0"/>
              <a:t>A variant of LSTM</a:t>
            </a:r>
          </a:p>
          <a:p>
            <a:pPr lvl="1">
              <a:lnSpc>
                <a:spcPct val="150000"/>
              </a:lnSpc>
            </a:pPr>
            <a:r>
              <a:rPr lang="en-GB" sz="2500" dirty="0"/>
              <a:t>In GRU, in contrast to using a forget gate, how much past information to retain or discard is determined based on (the compliment of) the input gate vector</a:t>
            </a:r>
          </a:p>
          <a:p>
            <a:pPr lvl="1">
              <a:lnSpc>
                <a:spcPct val="150000"/>
              </a:lnSpc>
            </a:pPr>
            <a:r>
              <a:rPr lang="en-GB" sz="2500" dirty="0">
                <a:ea typeface="Calibri" panose="020F0502020204030204"/>
                <a:cs typeface="Calibri" panose="020F0502020204030204"/>
              </a:rPr>
              <a:t>Less weights to train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6ADF-EBDE-408A-A433-1B4B4293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072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2D91-164E-D8FF-10A1-6759C62B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Input-output Patterns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027FF-A8AB-D85F-707B-6B7E00116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153" y="1420510"/>
            <a:ext cx="928108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One-to-one: ordinary classification.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One-to-many: image caption generation.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Many-to-one: sentiment classification.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Many-to-many: sequence labelling or sequence generation.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6E270-82A5-68FB-642C-F510C1F8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125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27E6-6507-7BAF-96E4-561FB8CA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RNN: time series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69D0C-B6A5-9822-E2CD-0B85E347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35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010CC6-AD65-777A-5F85-0656B6331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82" y="3132932"/>
            <a:ext cx="77724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7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75FE-1853-19A5-9301-3A9CA58F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Applications of RNN: Image Captioning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401A6-C3A3-DB85-39C8-9099BCFE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9BFE7527-02EC-887A-FF25-103E2D2B7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1327"/>
            <a:ext cx="92233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100" dirty="0">
                <a:latin typeface="Lucida Grande" panose="020B0600040502020204" pitchFamily="34" charset="0"/>
              </a:rPr>
              <a:t>Li Yao</a:t>
            </a:r>
            <a:r>
              <a:rPr lang="en-US" altLang="zh-TW" sz="1100" dirty="0">
                <a:solidFill>
                  <a:srgbClr val="000000"/>
                </a:solidFill>
                <a:latin typeface="Lucida Grande" panose="020B0600040502020204" pitchFamily="34" charset="0"/>
              </a:rPr>
              <a:t>, </a:t>
            </a:r>
            <a:r>
              <a:rPr lang="en-US" altLang="zh-TW" sz="1100" dirty="0" err="1">
                <a:latin typeface="Lucida Grande" panose="020B0600040502020204" pitchFamily="34" charset="0"/>
              </a:rPr>
              <a:t>Atousa</a:t>
            </a:r>
            <a:r>
              <a:rPr lang="en-US" altLang="zh-TW" sz="1100" dirty="0">
                <a:latin typeface="Lucida Grande" panose="020B0600040502020204" pitchFamily="34" charset="0"/>
              </a:rPr>
              <a:t> </a:t>
            </a:r>
            <a:r>
              <a:rPr lang="en-US" altLang="zh-TW" sz="1100" dirty="0" err="1">
                <a:latin typeface="Lucida Grande" panose="020B0600040502020204" pitchFamily="34" charset="0"/>
              </a:rPr>
              <a:t>Torabi</a:t>
            </a:r>
            <a:r>
              <a:rPr lang="en-US" altLang="zh-TW" sz="1100" dirty="0">
                <a:solidFill>
                  <a:srgbClr val="000000"/>
                </a:solidFill>
                <a:latin typeface="Lucida Grande" panose="020B0600040502020204" pitchFamily="34" charset="0"/>
              </a:rPr>
              <a:t>, </a:t>
            </a:r>
            <a:r>
              <a:rPr lang="en-US" altLang="zh-TW" sz="1100" dirty="0" err="1">
                <a:latin typeface="Lucida Grande" panose="020B0600040502020204" pitchFamily="34" charset="0"/>
              </a:rPr>
              <a:t>Kyunghyun</a:t>
            </a:r>
            <a:r>
              <a:rPr lang="en-US" altLang="zh-TW" sz="1100" dirty="0">
                <a:latin typeface="Lucida Grande" panose="020B0600040502020204" pitchFamily="34" charset="0"/>
              </a:rPr>
              <a:t> Cho</a:t>
            </a:r>
            <a:r>
              <a:rPr lang="en-US" altLang="zh-TW" sz="1100" dirty="0">
                <a:solidFill>
                  <a:srgbClr val="000000"/>
                </a:solidFill>
                <a:latin typeface="Lucida Grande" panose="020B0600040502020204" pitchFamily="34" charset="0"/>
              </a:rPr>
              <a:t>, </a:t>
            </a:r>
            <a:r>
              <a:rPr lang="en-US" altLang="zh-TW" sz="1100" dirty="0">
                <a:latin typeface="Lucida Grande" panose="020B0600040502020204" pitchFamily="34" charset="0"/>
              </a:rPr>
              <a:t>Nicolas Ballas</a:t>
            </a:r>
            <a:r>
              <a:rPr lang="en-US" altLang="zh-TW" sz="1100" dirty="0">
                <a:solidFill>
                  <a:srgbClr val="000000"/>
                </a:solidFill>
                <a:latin typeface="Lucida Grande" panose="020B0600040502020204" pitchFamily="34" charset="0"/>
              </a:rPr>
              <a:t>, </a:t>
            </a:r>
            <a:r>
              <a:rPr lang="en-US" altLang="zh-TW" sz="1100" dirty="0">
                <a:latin typeface="Lucida Grande" panose="020B0600040502020204" pitchFamily="34" charset="0"/>
              </a:rPr>
              <a:t>Christopher Pal</a:t>
            </a:r>
            <a:r>
              <a:rPr lang="en-US" altLang="zh-TW" sz="1100" dirty="0">
                <a:solidFill>
                  <a:srgbClr val="000000"/>
                </a:solidFill>
                <a:latin typeface="Lucida Grande" panose="020B0600040502020204" pitchFamily="34" charset="0"/>
              </a:rPr>
              <a:t>, </a:t>
            </a:r>
            <a:r>
              <a:rPr lang="en-US" altLang="zh-TW" sz="1100" dirty="0">
                <a:latin typeface="Lucida Grande" panose="020B0600040502020204" pitchFamily="34" charset="0"/>
              </a:rPr>
              <a:t>Hugo Larochelle</a:t>
            </a:r>
            <a:r>
              <a:rPr lang="en-US" altLang="zh-TW" sz="1100" dirty="0">
                <a:solidFill>
                  <a:srgbClr val="000000"/>
                </a:solidFill>
                <a:latin typeface="Lucida Grande" panose="020B0600040502020204" pitchFamily="34" charset="0"/>
              </a:rPr>
              <a:t>, </a:t>
            </a:r>
            <a:r>
              <a:rPr lang="en-US" altLang="zh-TW" sz="1100" dirty="0">
                <a:latin typeface="Lucida Grande" panose="020B0600040502020204" pitchFamily="34" charset="0"/>
              </a:rPr>
              <a:t>Aaron Courville, “</a:t>
            </a:r>
            <a:r>
              <a:rPr lang="en-US" altLang="zh-TW" sz="1100" dirty="0"/>
              <a:t>Describing Videos by Exploiting Temporal Structure</a:t>
            </a:r>
            <a:r>
              <a:rPr lang="en-US" altLang="zh-TW" sz="1100" dirty="0">
                <a:latin typeface="Lucida Grande" panose="020B0600040502020204" pitchFamily="34" charset="0"/>
              </a:rPr>
              <a:t>”, ICCV, 2015</a:t>
            </a:r>
            <a:endParaRPr lang="zh-TW" alt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24F1D7-A63E-D0DA-585B-A37A9EA6A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5386"/>
            <a:ext cx="7819312" cy="353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5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2637</TotalTime>
  <Words>1902</Words>
  <Application>Microsoft Macintosh PowerPoint</Application>
  <PresentationFormat>On-screen Show (4:3)</PresentationFormat>
  <Paragraphs>873</Paragraphs>
  <Slides>36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Apple Braille</vt:lpstr>
      <vt:lpstr>Arial</vt:lpstr>
      <vt:lpstr>Calibri</vt:lpstr>
      <vt:lpstr>Calibri Light</vt:lpstr>
      <vt:lpstr>Cambria Math</vt:lpstr>
      <vt:lpstr>Lucida Grande</vt:lpstr>
      <vt:lpstr>Wingdings</vt:lpstr>
      <vt:lpstr>Office 佈景主題</vt:lpstr>
      <vt:lpstr>方程式</vt:lpstr>
      <vt:lpstr>COMP 6246  Machine Learning Technologies</vt:lpstr>
      <vt:lpstr>Do we need Memory? </vt:lpstr>
      <vt:lpstr>PowerPoint Presentation</vt:lpstr>
      <vt:lpstr>Recurrent Neural Network (RNN)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Learning</vt:lpstr>
      <vt:lpstr>RNN learning</vt:lpstr>
      <vt:lpstr>Exploding Gradient</vt:lpstr>
      <vt:lpstr>Vanishing Gradients</vt:lpstr>
      <vt:lpstr>Clipping</vt:lpstr>
      <vt:lpstr> Long Short-Term Memory (LSTM)</vt:lpstr>
      <vt:lpstr> Long Short-Term Memory (LSTM)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LSTM</vt:lpstr>
      <vt:lpstr>LSTM</vt:lpstr>
      <vt:lpstr>LSTM</vt:lpstr>
      <vt:lpstr>PowerPoint Presentation</vt:lpstr>
      <vt:lpstr>Gated Recurrent Unit</vt:lpstr>
      <vt:lpstr>Input-output Patterns</vt:lpstr>
      <vt:lpstr>Application of RNN: time series prediction</vt:lpstr>
      <vt:lpstr>Applications of RNN: Image Captioning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Neural Network (RNN)</dc:title>
  <cp:lastModifiedBy>adeeba rafi</cp:lastModifiedBy>
  <cp:revision>151</cp:revision>
  <dcterms:created xsi:type="dcterms:W3CDTF">2016-12-22T03:23:40Z</dcterms:created>
  <dcterms:modified xsi:type="dcterms:W3CDTF">2026-10-13T11:24:43Z</dcterms:modified>
</cp:coreProperties>
</file>