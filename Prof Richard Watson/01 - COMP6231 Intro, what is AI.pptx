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Override1.xml" ContentType="application/vnd.openxmlformats-officedocument.themeOverr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147" r:id="rId1"/>
    <p:sldMasterId id="2147484248" r:id="rId2"/>
    <p:sldMasterId id="2147484261" r:id="rId3"/>
  </p:sldMasterIdLst>
  <p:notesMasterIdLst>
    <p:notesMasterId r:id="rId34"/>
  </p:notesMasterIdLst>
  <p:sldIdLst>
    <p:sldId id="274" r:id="rId4"/>
    <p:sldId id="258" r:id="rId5"/>
    <p:sldId id="266" r:id="rId6"/>
    <p:sldId id="271" r:id="rId7"/>
    <p:sldId id="265" r:id="rId8"/>
    <p:sldId id="264" r:id="rId9"/>
    <p:sldId id="313" r:id="rId10"/>
    <p:sldId id="316" r:id="rId11"/>
    <p:sldId id="319" r:id="rId12"/>
    <p:sldId id="320" r:id="rId13"/>
    <p:sldId id="272" r:id="rId14"/>
    <p:sldId id="268" r:id="rId15"/>
    <p:sldId id="267" r:id="rId16"/>
    <p:sldId id="269" r:id="rId17"/>
    <p:sldId id="314" r:id="rId18"/>
    <p:sldId id="263" r:id="rId19"/>
    <p:sldId id="270" r:id="rId20"/>
    <p:sldId id="276" r:id="rId21"/>
    <p:sldId id="277" r:id="rId22"/>
    <p:sldId id="287" r:id="rId23"/>
    <p:sldId id="284" r:id="rId24"/>
    <p:sldId id="301" r:id="rId25"/>
    <p:sldId id="302" r:id="rId26"/>
    <p:sldId id="292" r:id="rId27"/>
    <p:sldId id="303" r:id="rId28"/>
    <p:sldId id="304" r:id="rId29"/>
    <p:sldId id="305" r:id="rId30"/>
    <p:sldId id="306" r:id="rId31"/>
    <p:sldId id="307" r:id="rId32"/>
    <p:sldId id="325" r:id="rId33"/>
  </p:sldIdLst>
  <p:sldSz cx="9144000" cy="6858000" type="screen4x3"/>
  <p:notesSz cx="6858000" cy="9144000"/>
  <p:embeddedFontLst>
    <p:embeddedFont>
      <p:font typeface="Amasis MT Pro Black" panose="02040A04050005020304" pitchFamily="18" charset="0"/>
      <p:bold r:id="rId35"/>
      <p:boldItalic r:id="rId36"/>
    </p:embeddedFont>
    <p:embeddedFont>
      <p:font typeface="Angsana New" panose="02020603050405020304" pitchFamily="18" charset="-34"/>
      <p:regular r:id="rId37"/>
      <p:bold r:id="rId38"/>
      <p:italic r:id="rId39"/>
      <p:boldItalic r:id="rId40"/>
    </p:embeddedFont>
    <p:embeddedFont>
      <p:font typeface="Georgia" panose="02040502050405020303" pitchFamily="18" charset="0"/>
      <p:regular r:id="rId41"/>
      <p:bold r:id="rId42"/>
      <p:italic r:id="rId43"/>
      <p:boldItalic r:id="rId44"/>
    </p:embeddedFont>
    <p:embeddedFont>
      <p:font typeface="Lucida Sans" panose="020B0602030504020204" pitchFamily="34" charset="0"/>
      <p:regular r:id="rId45"/>
      <p:bold r:id="rId46"/>
      <p:italic r:id="rId47"/>
      <p:boldItalic r:id="rId48"/>
    </p:embeddedFont>
    <p:embeddedFont>
      <p:font typeface="Times" panose="02020603050405020304" pitchFamily="18" charset="0"/>
      <p:regular r:id="rId49"/>
      <p:bold r:id="rId50"/>
      <p:italic r:id="rId51"/>
      <p:boldItalic r:id="rId52"/>
    </p:embeddedFont>
    <p:embeddedFont>
      <p:font typeface="Trebuchet MS" panose="020B0603020202020204" pitchFamily="34" charset="0"/>
      <p:regular r:id="rId53"/>
      <p:bold r:id="rId54"/>
      <p:italic r:id="rId55"/>
      <p:boldItalic r:id="rId56"/>
    </p:embeddedFont>
  </p:embeddedFontLst>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23252-9FB2-4B48-AE77-DAA5EB7F74A6}" v="205" dt="2026-09-21T08:49:38.8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40" autoAdjust="0"/>
    <p:restoredTop sz="86375" autoAdjust="0"/>
  </p:normalViewPr>
  <p:slideViewPr>
    <p:cSldViewPr>
      <p:cViewPr varScale="1">
        <p:scale>
          <a:sx n="61" d="100"/>
          <a:sy n="61" d="100"/>
        </p:scale>
        <p:origin x="2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5.fntdata"/><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2.xml"/><Relationship Id="rId61" Type="http://schemas.microsoft.com/office/2016/11/relationships/changesInfo" Target="changesInfos/changesInfo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8" Type="http://schemas.openxmlformats.org/officeDocument/2006/relationships/slide" Target="slides/slide5.xml"/><Relationship Id="rId51" Type="http://schemas.openxmlformats.org/officeDocument/2006/relationships/font" Target="fonts/font17.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7.fntdata"/><Relationship Id="rId54" Type="http://schemas.openxmlformats.org/officeDocument/2006/relationships/font" Target="fonts/font20.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Watson" userId="4100ac54-3035-480a-8cc2-00073366512c" providerId="ADAL" clId="{EB9C2345-8E79-464E-8578-ADBA05246CB6}"/>
    <pc:docChg chg="custSel delSld modSld">
      <pc:chgData name="Richard Watson" userId="4100ac54-3035-480a-8cc2-00073366512c" providerId="ADAL" clId="{EB9C2345-8E79-464E-8578-ADBA05246CB6}" dt="2026-09-21T09:02:06.899" v="402" actId="20577"/>
      <pc:docMkLst>
        <pc:docMk/>
      </pc:docMkLst>
      <pc:sldChg chg="del">
        <pc:chgData name="Richard Watson" userId="4100ac54-3035-480a-8cc2-00073366512c" providerId="ADAL" clId="{EB9C2345-8E79-464E-8578-ADBA05246CB6}" dt="2026-09-21T08:35:49.052" v="28" actId="47"/>
        <pc:sldMkLst>
          <pc:docMk/>
          <pc:sldMk cId="1635377456" sldId="256"/>
        </pc:sldMkLst>
      </pc:sldChg>
      <pc:sldChg chg="modSp mod">
        <pc:chgData name="Richard Watson" userId="4100ac54-3035-480a-8cc2-00073366512c" providerId="ADAL" clId="{EB9C2345-8E79-464E-8578-ADBA05246CB6}" dt="2026-09-21T09:02:06.899" v="402" actId="20577"/>
        <pc:sldMkLst>
          <pc:docMk/>
          <pc:sldMk cId="0" sldId="258"/>
        </pc:sldMkLst>
        <pc:spChg chg="mod">
          <ac:chgData name="Richard Watson" userId="4100ac54-3035-480a-8cc2-00073366512c" providerId="ADAL" clId="{EB9C2345-8E79-464E-8578-ADBA05246CB6}" dt="2026-09-21T09:02:06.899" v="402" actId="20577"/>
          <ac:spMkLst>
            <pc:docMk/>
            <pc:sldMk cId="0" sldId="258"/>
            <ac:spMk id="2" creationId="{7CC8B53B-FDC8-5916-A0EA-969795D5A400}"/>
          </ac:spMkLst>
        </pc:spChg>
      </pc:sldChg>
      <pc:sldChg chg="modSp mod">
        <pc:chgData name="Richard Watson" userId="4100ac54-3035-480a-8cc2-00073366512c" providerId="ADAL" clId="{EB9C2345-8E79-464E-8578-ADBA05246CB6}" dt="2026-09-21T08:41:02.922" v="110" actId="20577"/>
        <pc:sldMkLst>
          <pc:docMk/>
          <pc:sldMk cId="0" sldId="264"/>
        </pc:sldMkLst>
        <pc:spChg chg="mod">
          <ac:chgData name="Richard Watson" userId="4100ac54-3035-480a-8cc2-00073366512c" providerId="ADAL" clId="{EB9C2345-8E79-464E-8578-ADBA05246CB6}" dt="2026-09-21T08:41:02.922" v="110" actId="20577"/>
          <ac:spMkLst>
            <pc:docMk/>
            <pc:sldMk cId="0" sldId="264"/>
            <ac:spMk id="20483" creationId="{5E33A1A1-C272-8D66-346B-A3490D5B6569}"/>
          </ac:spMkLst>
        </pc:spChg>
      </pc:sldChg>
      <pc:sldChg chg="modSp mod">
        <pc:chgData name="Richard Watson" userId="4100ac54-3035-480a-8cc2-00073366512c" providerId="ADAL" clId="{EB9C2345-8E79-464E-8578-ADBA05246CB6}" dt="2026-09-21T08:39:26.456" v="95" actId="20577"/>
        <pc:sldMkLst>
          <pc:docMk/>
          <pc:sldMk cId="0" sldId="265"/>
        </pc:sldMkLst>
        <pc:graphicFrameChg chg="modGraphic">
          <ac:chgData name="Richard Watson" userId="4100ac54-3035-480a-8cc2-00073366512c" providerId="ADAL" clId="{EB9C2345-8E79-464E-8578-ADBA05246CB6}" dt="2026-09-21T08:39:26.456" v="95" actId="20577"/>
          <ac:graphicFrameMkLst>
            <pc:docMk/>
            <pc:sldMk cId="0" sldId="265"/>
            <ac:graphicFrameMk id="18437" creationId="{EE3DE38B-BB86-F77E-994B-826B8D6ADCB8}"/>
          </ac:graphicFrameMkLst>
        </pc:graphicFrameChg>
      </pc:sldChg>
      <pc:sldChg chg="delSp modSp mod delAnim">
        <pc:chgData name="Richard Watson" userId="4100ac54-3035-480a-8cc2-00073366512c" providerId="ADAL" clId="{EB9C2345-8E79-464E-8578-ADBA05246CB6}" dt="2026-09-21T08:37:32.564" v="39" actId="1035"/>
        <pc:sldMkLst>
          <pc:docMk/>
          <pc:sldMk cId="0" sldId="266"/>
        </pc:sldMkLst>
        <pc:spChg chg="mod">
          <ac:chgData name="Richard Watson" userId="4100ac54-3035-480a-8cc2-00073366512c" providerId="ADAL" clId="{EB9C2345-8E79-464E-8578-ADBA05246CB6}" dt="2026-09-21T08:36:44.447" v="31" actId="14100"/>
          <ac:spMkLst>
            <pc:docMk/>
            <pc:sldMk cId="0" sldId="266"/>
            <ac:spMk id="8" creationId="{C4507168-2D33-7248-6BAA-2E908372DF78}"/>
          </ac:spMkLst>
        </pc:spChg>
        <pc:spChg chg="del mod">
          <ac:chgData name="Richard Watson" userId="4100ac54-3035-480a-8cc2-00073366512c" providerId="ADAL" clId="{EB9C2345-8E79-464E-8578-ADBA05246CB6}" dt="2026-09-21T08:37:10.519" v="34" actId="478"/>
          <ac:spMkLst>
            <pc:docMk/>
            <pc:sldMk cId="0" sldId="266"/>
            <ac:spMk id="9" creationId="{D2937C36-74D5-C6F4-6541-9463AEF4404C}"/>
          </ac:spMkLst>
        </pc:spChg>
        <pc:spChg chg="mod">
          <ac:chgData name="Richard Watson" userId="4100ac54-3035-480a-8cc2-00073366512c" providerId="ADAL" clId="{EB9C2345-8E79-464E-8578-ADBA05246CB6}" dt="2026-09-21T08:37:24.672" v="36" actId="1035"/>
          <ac:spMkLst>
            <pc:docMk/>
            <pc:sldMk cId="0" sldId="266"/>
            <ac:spMk id="11" creationId="{3BC7055B-3C8A-A0A9-000B-2FACE7C6D49A}"/>
          </ac:spMkLst>
        </pc:spChg>
        <pc:spChg chg="mod">
          <ac:chgData name="Richard Watson" userId="4100ac54-3035-480a-8cc2-00073366512c" providerId="ADAL" clId="{EB9C2345-8E79-464E-8578-ADBA05246CB6}" dt="2026-09-21T08:37:29.468" v="38" actId="1035"/>
          <ac:spMkLst>
            <pc:docMk/>
            <pc:sldMk cId="0" sldId="266"/>
            <ac:spMk id="12" creationId="{D72C4871-17D4-FB88-01C0-B95436B70269}"/>
          </ac:spMkLst>
        </pc:spChg>
        <pc:spChg chg="mod">
          <ac:chgData name="Richard Watson" userId="4100ac54-3035-480a-8cc2-00073366512c" providerId="ADAL" clId="{EB9C2345-8E79-464E-8578-ADBA05246CB6}" dt="2026-09-21T08:37:32.564" v="39" actId="1035"/>
          <ac:spMkLst>
            <pc:docMk/>
            <pc:sldMk cId="0" sldId="266"/>
            <ac:spMk id="13" creationId="{FB3F908D-81E4-5421-8039-98F64E024D18}"/>
          </ac:spMkLst>
        </pc:spChg>
        <pc:spChg chg="del">
          <ac:chgData name="Richard Watson" userId="4100ac54-3035-480a-8cc2-00073366512c" providerId="ADAL" clId="{EB9C2345-8E79-464E-8578-ADBA05246CB6}" dt="2026-09-21T08:36:34.612" v="30" actId="478"/>
          <ac:spMkLst>
            <pc:docMk/>
            <pc:sldMk cId="0" sldId="266"/>
            <ac:spMk id="15" creationId="{3156B5D4-22BE-6664-E280-131F1A869812}"/>
          </ac:spMkLst>
        </pc:spChg>
        <pc:grpChg chg="mod">
          <ac:chgData name="Richard Watson" userId="4100ac54-3035-480a-8cc2-00073366512c" providerId="ADAL" clId="{EB9C2345-8E79-464E-8578-ADBA05246CB6}" dt="2026-09-21T08:36:30.108" v="29" actId="14100"/>
          <ac:grpSpMkLst>
            <pc:docMk/>
            <pc:sldMk cId="0" sldId="266"/>
            <ac:grpSpMk id="14" creationId="{EE06AB36-23F4-B5E8-C859-30D22FAC406C}"/>
          </ac:grpSpMkLst>
        </pc:grpChg>
      </pc:sldChg>
      <pc:sldChg chg="modSp mod modAnim">
        <pc:chgData name="Richard Watson" userId="4100ac54-3035-480a-8cc2-00073366512c" providerId="ADAL" clId="{EB9C2345-8E79-464E-8578-ADBA05246CB6}" dt="2026-09-21T08:44:43.702" v="231" actId="20577"/>
        <pc:sldMkLst>
          <pc:docMk/>
          <pc:sldMk cId="0" sldId="268"/>
        </pc:sldMkLst>
        <pc:spChg chg="mod">
          <ac:chgData name="Richard Watson" userId="4100ac54-3035-480a-8cc2-00073366512c" providerId="ADAL" clId="{EB9C2345-8E79-464E-8578-ADBA05246CB6}" dt="2026-09-21T08:44:43.702" v="231" actId="20577"/>
          <ac:spMkLst>
            <pc:docMk/>
            <pc:sldMk cId="0" sldId="268"/>
            <ac:spMk id="3" creationId="{24AAE1CE-4E9D-DEF2-8FBF-7D0A99666804}"/>
          </ac:spMkLst>
        </pc:spChg>
      </pc:sldChg>
      <pc:sldChg chg="addSp modSp mod">
        <pc:chgData name="Richard Watson" userId="4100ac54-3035-480a-8cc2-00073366512c" providerId="ADAL" clId="{EB9C2345-8E79-464E-8578-ADBA05246CB6}" dt="2026-09-21T08:39:05.907" v="90" actId="1076"/>
        <pc:sldMkLst>
          <pc:docMk/>
          <pc:sldMk cId="3955618479" sldId="271"/>
        </pc:sldMkLst>
        <pc:spChg chg="add mod">
          <ac:chgData name="Richard Watson" userId="4100ac54-3035-480a-8cc2-00073366512c" providerId="ADAL" clId="{EB9C2345-8E79-464E-8578-ADBA05246CB6}" dt="2026-09-21T08:39:05.907" v="90" actId="1076"/>
          <ac:spMkLst>
            <pc:docMk/>
            <pc:sldMk cId="3955618479" sldId="271"/>
            <ac:spMk id="2" creationId="{9675AF84-DF49-9237-E763-619A5F63DFD5}"/>
          </ac:spMkLst>
        </pc:spChg>
        <pc:spChg chg="mod">
          <ac:chgData name="Richard Watson" userId="4100ac54-3035-480a-8cc2-00073366512c" providerId="ADAL" clId="{EB9C2345-8E79-464E-8578-ADBA05246CB6}" dt="2026-09-21T08:38:21.301" v="70" actId="20577"/>
          <ac:spMkLst>
            <pc:docMk/>
            <pc:sldMk cId="3955618479" sldId="271"/>
            <ac:spMk id="27651" creationId="{53AB1EC6-A077-E8A7-8744-0ED4075A389C}"/>
          </ac:spMkLst>
        </pc:spChg>
        <pc:spChg chg="mod">
          <ac:chgData name="Richard Watson" userId="4100ac54-3035-480a-8cc2-00073366512c" providerId="ADAL" clId="{EB9C2345-8E79-464E-8578-ADBA05246CB6}" dt="2026-09-21T08:38:45.943" v="74" actId="1076"/>
          <ac:spMkLst>
            <pc:docMk/>
            <pc:sldMk cId="3955618479" sldId="271"/>
            <ac:spMk id="46085" creationId="{525E1466-683D-976B-4C09-6273685A0190}"/>
          </ac:spMkLst>
        </pc:spChg>
        <pc:spChg chg="mod">
          <ac:chgData name="Richard Watson" userId="4100ac54-3035-480a-8cc2-00073366512c" providerId="ADAL" clId="{EB9C2345-8E79-464E-8578-ADBA05246CB6}" dt="2026-09-21T08:38:48.762" v="75" actId="1076"/>
          <ac:spMkLst>
            <pc:docMk/>
            <pc:sldMk cId="3955618479" sldId="271"/>
            <ac:spMk id="46086" creationId="{B6E7F97F-59D0-80BE-FF1F-A1D674706610}"/>
          </ac:spMkLst>
        </pc:spChg>
      </pc:sldChg>
      <pc:sldChg chg="delSp modSp mod">
        <pc:chgData name="Richard Watson" userId="4100ac54-3035-480a-8cc2-00073366512c" providerId="ADAL" clId="{EB9C2345-8E79-464E-8578-ADBA05246CB6}" dt="2026-09-21T08:35:46.480" v="27" actId="1076"/>
        <pc:sldMkLst>
          <pc:docMk/>
          <pc:sldMk cId="1883936057" sldId="274"/>
        </pc:sldMkLst>
        <pc:spChg chg="mod">
          <ac:chgData name="Richard Watson" userId="4100ac54-3035-480a-8cc2-00073366512c" providerId="ADAL" clId="{EB9C2345-8E79-464E-8578-ADBA05246CB6}" dt="2026-09-21T08:35:46.480" v="27" actId="1076"/>
          <ac:spMkLst>
            <pc:docMk/>
            <pc:sldMk cId="1883936057" sldId="274"/>
            <ac:spMk id="2" creationId="{F797ADCB-1A32-B8EF-ED52-072F5A50BC8A}"/>
          </ac:spMkLst>
        </pc:spChg>
        <pc:spChg chg="del">
          <ac:chgData name="Richard Watson" userId="4100ac54-3035-480a-8cc2-00073366512c" providerId="ADAL" clId="{EB9C2345-8E79-464E-8578-ADBA05246CB6}" dt="2026-09-21T08:35:40.594" v="26" actId="478"/>
          <ac:spMkLst>
            <pc:docMk/>
            <pc:sldMk cId="1883936057" sldId="274"/>
            <ac:spMk id="452" creationId="{D5760C06-F944-3AA8-B9BF-928F3137242C}"/>
          </ac:spMkLst>
        </pc:spChg>
        <pc:spChg chg="del">
          <ac:chgData name="Richard Watson" userId="4100ac54-3035-480a-8cc2-00073366512c" providerId="ADAL" clId="{EB9C2345-8E79-464E-8578-ADBA05246CB6}" dt="2026-09-21T08:35:40.594" v="26" actId="478"/>
          <ac:spMkLst>
            <pc:docMk/>
            <pc:sldMk cId="1883936057" sldId="274"/>
            <ac:spMk id="454" creationId="{B757529F-8F39-97DE-AB16-4783E4E7FA98}"/>
          </ac:spMkLst>
        </pc:spChg>
        <pc:grpChg chg="del">
          <ac:chgData name="Richard Watson" userId="4100ac54-3035-480a-8cc2-00073366512c" providerId="ADAL" clId="{EB9C2345-8E79-464E-8578-ADBA05246CB6}" dt="2026-09-21T08:35:35.523" v="25" actId="478"/>
          <ac:grpSpMkLst>
            <pc:docMk/>
            <pc:sldMk cId="1883936057" sldId="274"/>
            <ac:grpSpMk id="12" creationId="{8160FE0A-7C48-60F0-A5F3-E15B0B771C23}"/>
          </ac:grpSpMkLst>
        </pc:grpChg>
      </pc:sldChg>
      <pc:sldChg chg="modSp mod modAnim">
        <pc:chgData name="Richard Watson" userId="4100ac54-3035-480a-8cc2-00073366512c" providerId="ADAL" clId="{EB9C2345-8E79-464E-8578-ADBA05246CB6}" dt="2026-09-21T08:49:38.891" v="358" actId="20577"/>
        <pc:sldMkLst>
          <pc:docMk/>
          <pc:sldMk cId="0" sldId="303"/>
        </pc:sldMkLst>
        <pc:spChg chg="mod">
          <ac:chgData name="Richard Watson" userId="4100ac54-3035-480a-8cc2-00073366512c" providerId="ADAL" clId="{EB9C2345-8E79-464E-8578-ADBA05246CB6}" dt="2026-09-21T08:49:38.891" v="358" actId="20577"/>
          <ac:spMkLst>
            <pc:docMk/>
            <pc:sldMk cId="0" sldId="303"/>
            <ac:spMk id="3" creationId="{44D51137-5E5F-2A17-7AB4-EFDDC56923F5}"/>
          </ac:spMkLst>
        </pc:spChg>
      </pc:sldChg>
      <pc:sldChg chg="del">
        <pc:chgData name="Richard Watson" userId="4100ac54-3035-480a-8cc2-00073366512c" providerId="ADAL" clId="{EB9C2345-8E79-464E-8578-ADBA05246CB6}" dt="2026-09-21T08:41:06.869" v="111" actId="47"/>
        <pc:sldMkLst>
          <pc:docMk/>
          <pc:sldMk cId="587679581" sldId="312"/>
        </pc:sldMkLst>
      </pc:sldChg>
      <pc:sldChg chg="delSp modSp mod">
        <pc:chgData name="Richard Watson" userId="4100ac54-3035-480a-8cc2-00073366512c" providerId="ADAL" clId="{EB9C2345-8E79-464E-8578-ADBA05246CB6}" dt="2026-09-21T08:41:36.468" v="119" actId="478"/>
        <pc:sldMkLst>
          <pc:docMk/>
          <pc:sldMk cId="3605172796" sldId="313"/>
        </pc:sldMkLst>
        <pc:spChg chg="del">
          <ac:chgData name="Richard Watson" userId="4100ac54-3035-480a-8cc2-00073366512c" providerId="ADAL" clId="{EB9C2345-8E79-464E-8578-ADBA05246CB6}" dt="2026-09-21T08:41:15.254" v="112" actId="478"/>
          <ac:spMkLst>
            <pc:docMk/>
            <pc:sldMk cId="3605172796" sldId="313"/>
            <ac:spMk id="10" creationId="{CC088691-D055-4675-BACB-A56C8A23FF60}"/>
          </ac:spMkLst>
        </pc:spChg>
        <pc:spChg chg="del mod">
          <ac:chgData name="Richard Watson" userId="4100ac54-3035-480a-8cc2-00073366512c" providerId="ADAL" clId="{EB9C2345-8E79-464E-8578-ADBA05246CB6}" dt="2026-09-21T08:41:36.468" v="119" actId="478"/>
          <ac:spMkLst>
            <pc:docMk/>
            <pc:sldMk cId="3605172796" sldId="313"/>
            <ac:spMk id="11" creationId="{CB471761-F91C-4EE9-8A81-725B75DB4044}"/>
          </ac:spMkLst>
        </pc:spChg>
        <pc:spChg chg="del mod">
          <ac:chgData name="Richard Watson" userId="4100ac54-3035-480a-8cc2-00073366512c" providerId="ADAL" clId="{EB9C2345-8E79-464E-8578-ADBA05246CB6}" dt="2026-09-21T08:41:32.945" v="117" actId="478"/>
          <ac:spMkLst>
            <pc:docMk/>
            <pc:sldMk cId="3605172796" sldId="313"/>
            <ac:spMk id="14" creationId="{4B55B83B-10F8-42E0-BABB-3F755D386F9D}"/>
          </ac:spMkLst>
        </pc:spChg>
        <pc:spChg chg="del">
          <ac:chgData name="Richard Watson" userId="4100ac54-3035-480a-8cc2-00073366512c" providerId="ADAL" clId="{EB9C2345-8E79-464E-8578-ADBA05246CB6}" dt="2026-09-21T08:41:34.965" v="118" actId="478"/>
          <ac:spMkLst>
            <pc:docMk/>
            <pc:sldMk cId="3605172796" sldId="313"/>
            <ac:spMk id="15" creationId="{0CB8546F-C3BB-4138-97B3-A166DDC28DAF}"/>
          </ac:spMkLst>
        </pc:spChg>
        <pc:spChg chg="del mod">
          <ac:chgData name="Richard Watson" userId="4100ac54-3035-480a-8cc2-00073366512c" providerId="ADAL" clId="{EB9C2345-8E79-464E-8578-ADBA05246CB6}" dt="2026-09-21T08:41:25.344" v="115" actId="478"/>
          <ac:spMkLst>
            <pc:docMk/>
            <pc:sldMk cId="3605172796" sldId="313"/>
            <ac:spMk id="17" creationId="{8317310A-4A54-4E28-8035-D781DD4280FF}"/>
          </ac:spMkLst>
        </pc:spChg>
      </pc:sldChg>
      <pc:sldChg chg="delSp modSp mod">
        <pc:chgData name="Richard Watson" userId="4100ac54-3035-480a-8cc2-00073366512c" providerId="ADAL" clId="{EB9C2345-8E79-464E-8578-ADBA05246CB6}" dt="2026-09-21T08:46:12.175" v="243" actId="113"/>
        <pc:sldMkLst>
          <pc:docMk/>
          <pc:sldMk cId="4124782095" sldId="314"/>
        </pc:sldMkLst>
        <pc:spChg chg="del">
          <ac:chgData name="Richard Watson" userId="4100ac54-3035-480a-8cc2-00073366512c" providerId="ADAL" clId="{EB9C2345-8E79-464E-8578-ADBA05246CB6}" dt="2026-09-21T08:45:50.950" v="234" actId="478"/>
          <ac:spMkLst>
            <pc:docMk/>
            <pc:sldMk cId="4124782095" sldId="314"/>
            <ac:spMk id="4" creationId="{E98ADD6A-9BE1-4DA6-B88D-7FF49BD79FC4}"/>
          </ac:spMkLst>
        </pc:spChg>
        <pc:spChg chg="del mod">
          <ac:chgData name="Richard Watson" userId="4100ac54-3035-480a-8cc2-00073366512c" providerId="ADAL" clId="{EB9C2345-8E79-464E-8578-ADBA05246CB6}" dt="2026-09-21T08:45:58.388" v="240" actId="478"/>
          <ac:spMkLst>
            <pc:docMk/>
            <pc:sldMk cId="4124782095" sldId="314"/>
            <ac:spMk id="5" creationId="{91F4B44E-FB7D-44EF-A75D-B2652758BBF4}"/>
          </ac:spMkLst>
        </pc:spChg>
        <pc:spChg chg="del">
          <ac:chgData name="Richard Watson" userId="4100ac54-3035-480a-8cc2-00073366512c" providerId="ADAL" clId="{EB9C2345-8E79-464E-8578-ADBA05246CB6}" dt="2026-09-21T08:45:53.525" v="236" actId="478"/>
          <ac:spMkLst>
            <pc:docMk/>
            <pc:sldMk cId="4124782095" sldId="314"/>
            <ac:spMk id="6" creationId="{2E2271A8-6676-4CFF-9AC4-01A2BCC3115D}"/>
          </ac:spMkLst>
        </pc:spChg>
        <pc:spChg chg="del">
          <ac:chgData name="Richard Watson" userId="4100ac54-3035-480a-8cc2-00073366512c" providerId="ADAL" clId="{EB9C2345-8E79-464E-8578-ADBA05246CB6}" dt="2026-09-21T08:45:52.621" v="235" actId="478"/>
          <ac:spMkLst>
            <pc:docMk/>
            <pc:sldMk cId="4124782095" sldId="314"/>
            <ac:spMk id="7" creationId="{4F678F58-303D-4093-913C-1592CE3A421F}"/>
          </ac:spMkLst>
        </pc:spChg>
        <pc:spChg chg="del">
          <ac:chgData name="Richard Watson" userId="4100ac54-3035-480a-8cc2-00073366512c" providerId="ADAL" clId="{EB9C2345-8E79-464E-8578-ADBA05246CB6}" dt="2026-09-21T08:45:54.902" v="237" actId="478"/>
          <ac:spMkLst>
            <pc:docMk/>
            <pc:sldMk cId="4124782095" sldId="314"/>
            <ac:spMk id="9" creationId="{35C8FCBC-BDE1-4B4D-A089-D74CA5D61986}"/>
          </ac:spMkLst>
        </pc:spChg>
        <pc:spChg chg="del">
          <ac:chgData name="Richard Watson" userId="4100ac54-3035-480a-8cc2-00073366512c" providerId="ADAL" clId="{EB9C2345-8E79-464E-8578-ADBA05246CB6}" dt="2026-09-21T08:45:56.026" v="238" actId="478"/>
          <ac:spMkLst>
            <pc:docMk/>
            <pc:sldMk cId="4124782095" sldId="314"/>
            <ac:spMk id="10" creationId="{72E39FF6-0E12-4DC6-A527-4D874F185C86}"/>
          </ac:spMkLst>
        </pc:spChg>
        <pc:spChg chg="mod">
          <ac:chgData name="Richard Watson" userId="4100ac54-3035-480a-8cc2-00073366512c" providerId="ADAL" clId="{EB9C2345-8E79-464E-8578-ADBA05246CB6}" dt="2026-09-21T08:46:12.175" v="243" actId="113"/>
          <ac:spMkLst>
            <pc:docMk/>
            <pc:sldMk cId="4124782095" sldId="314"/>
            <ac:spMk id="13" creationId="{665FA03C-798C-41A7-8E8D-038FF10BB8ED}"/>
          </ac:spMkLst>
        </pc:spChg>
        <pc:spChg chg="del">
          <ac:chgData name="Richard Watson" userId="4100ac54-3035-480a-8cc2-00073366512c" providerId="ADAL" clId="{EB9C2345-8E79-464E-8578-ADBA05246CB6}" dt="2026-09-21T08:45:46.745" v="232" actId="478"/>
          <ac:spMkLst>
            <pc:docMk/>
            <pc:sldMk cId="4124782095" sldId="314"/>
            <ac:spMk id="14" creationId="{61E685F4-2E7C-4292-9652-900FBF64A847}"/>
          </ac:spMkLst>
        </pc:spChg>
        <pc:spChg chg="del">
          <ac:chgData name="Richard Watson" userId="4100ac54-3035-480a-8cc2-00073366512c" providerId="ADAL" clId="{EB9C2345-8E79-464E-8578-ADBA05246CB6}" dt="2026-09-21T08:45:48.770" v="233" actId="478"/>
          <ac:spMkLst>
            <pc:docMk/>
            <pc:sldMk cId="4124782095" sldId="314"/>
            <ac:spMk id="15" creationId="{FDF1CC4C-DDB8-435A-872A-F490EE82E58C}"/>
          </ac:spMkLst>
        </pc:spChg>
      </pc:sldChg>
      <pc:sldChg chg="del">
        <pc:chgData name="Richard Watson" userId="4100ac54-3035-480a-8cc2-00073366512c" providerId="ADAL" clId="{EB9C2345-8E79-464E-8578-ADBA05246CB6}" dt="2026-09-21T08:46:23.275" v="244" actId="47"/>
        <pc:sldMkLst>
          <pc:docMk/>
          <pc:sldMk cId="1859869433" sldId="315"/>
        </pc:sldMkLst>
      </pc:sldChg>
      <pc:sldChg chg="delSp modSp mod">
        <pc:chgData name="Richard Watson" userId="4100ac54-3035-480a-8cc2-00073366512c" providerId="ADAL" clId="{EB9C2345-8E79-464E-8578-ADBA05246CB6}" dt="2026-09-21T08:42:26.336" v="131" actId="14100"/>
        <pc:sldMkLst>
          <pc:docMk/>
          <pc:sldMk cId="2026791912" sldId="316"/>
        </pc:sldMkLst>
        <pc:spChg chg="del mod">
          <ac:chgData name="Richard Watson" userId="4100ac54-3035-480a-8cc2-00073366512c" providerId="ADAL" clId="{EB9C2345-8E79-464E-8578-ADBA05246CB6}" dt="2026-09-21T08:41:54.941" v="121" actId="478"/>
          <ac:spMkLst>
            <pc:docMk/>
            <pc:sldMk cId="2026791912" sldId="316"/>
            <ac:spMk id="4" creationId="{D8F9F147-DEA9-4F69-AA50-32CEA866CB5D}"/>
          </ac:spMkLst>
        </pc:spChg>
        <pc:spChg chg="del">
          <ac:chgData name="Richard Watson" userId="4100ac54-3035-480a-8cc2-00073366512c" providerId="ADAL" clId="{EB9C2345-8E79-464E-8578-ADBA05246CB6}" dt="2026-09-21T08:42:05.261" v="125" actId="478"/>
          <ac:spMkLst>
            <pc:docMk/>
            <pc:sldMk cId="2026791912" sldId="316"/>
            <ac:spMk id="5" creationId="{BB06DA2B-0340-46D4-A8E9-D9022B32686F}"/>
          </ac:spMkLst>
        </pc:spChg>
        <pc:spChg chg="del">
          <ac:chgData name="Richard Watson" userId="4100ac54-3035-480a-8cc2-00073366512c" providerId="ADAL" clId="{EB9C2345-8E79-464E-8578-ADBA05246CB6}" dt="2026-09-21T08:41:57.196" v="122" actId="478"/>
          <ac:spMkLst>
            <pc:docMk/>
            <pc:sldMk cId="2026791912" sldId="316"/>
            <ac:spMk id="6" creationId="{591D6A98-D831-4D44-B9BC-5071A8F63DB6}"/>
          </ac:spMkLst>
        </pc:spChg>
        <pc:spChg chg="del">
          <ac:chgData name="Richard Watson" userId="4100ac54-3035-480a-8cc2-00073366512c" providerId="ADAL" clId="{EB9C2345-8E79-464E-8578-ADBA05246CB6}" dt="2026-09-21T08:42:00.012" v="123" actId="478"/>
          <ac:spMkLst>
            <pc:docMk/>
            <pc:sldMk cId="2026791912" sldId="316"/>
            <ac:spMk id="9" creationId="{29D8BC34-7647-4509-8BF8-CF6C08551FA2}"/>
          </ac:spMkLst>
        </pc:spChg>
        <pc:spChg chg="del">
          <ac:chgData name="Richard Watson" userId="4100ac54-3035-480a-8cc2-00073366512c" providerId="ADAL" clId="{EB9C2345-8E79-464E-8578-ADBA05246CB6}" dt="2026-09-21T08:42:02.291" v="124" actId="478"/>
          <ac:spMkLst>
            <pc:docMk/>
            <pc:sldMk cId="2026791912" sldId="316"/>
            <ac:spMk id="10" creationId="{0A21EC04-3107-4D66-94DA-1E613DE898BB}"/>
          </ac:spMkLst>
        </pc:spChg>
        <pc:spChg chg="mod">
          <ac:chgData name="Richard Watson" userId="4100ac54-3035-480a-8cc2-00073366512c" providerId="ADAL" clId="{EB9C2345-8E79-464E-8578-ADBA05246CB6}" dt="2026-09-21T08:42:20.455" v="130" actId="14100"/>
          <ac:spMkLst>
            <pc:docMk/>
            <pc:sldMk cId="2026791912" sldId="316"/>
            <ac:spMk id="13" creationId="{3C3D2B29-F23A-42FB-978D-4E1DB68D4277}"/>
          </ac:spMkLst>
        </pc:spChg>
        <pc:spChg chg="del">
          <ac:chgData name="Richard Watson" userId="4100ac54-3035-480a-8cc2-00073366512c" providerId="ADAL" clId="{EB9C2345-8E79-464E-8578-ADBA05246CB6}" dt="2026-09-21T08:42:07.836" v="126" actId="478"/>
          <ac:spMkLst>
            <pc:docMk/>
            <pc:sldMk cId="2026791912" sldId="316"/>
            <ac:spMk id="14" creationId="{B3D32A66-C849-4D94-8E27-466D0146FECC}"/>
          </ac:spMkLst>
        </pc:spChg>
        <pc:spChg chg="del">
          <ac:chgData name="Richard Watson" userId="4100ac54-3035-480a-8cc2-00073366512c" providerId="ADAL" clId="{EB9C2345-8E79-464E-8578-ADBA05246CB6}" dt="2026-09-21T08:42:15.153" v="129" actId="478"/>
          <ac:spMkLst>
            <pc:docMk/>
            <pc:sldMk cId="2026791912" sldId="316"/>
            <ac:spMk id="15" creationId="{0C2F38A9-E54B-464C-9EC5-3E611B6E618B}"/>
          </ac:spMkLst>
        </pc:spChg>
        <pc:spChg chg="mod">
          <ac:chgData name="Richard Watson" userId="4100ac54-3035-480a-8cc2-00073366512c" providerId="ADAL" clId="{EB9C2345-8E79-464E-8578-ADBA05246CB6}" dt="2026-09-21T08:42:26.336" v="131" actId="14100"/>
          <ac:spMkLst>
            <pc:docMk/>
            <pc:sldMk cId="2026791912" sldId="316"/>
            <ac:spMk id="16" creationId="{FAFFBA63-563B-41CE-B8EB-7A12A37AD383}"/>
          </ac:spMkLst>
        </pc:spChg>
        <pc:spChg chg="del">
          <ac:chgData name="Richard Watson" userId="4100ac54-3035-480a-8cc2-00073366512c" providerId="ADAL" clId="{EB9C2345-8E79-464E-8578-ADBA05246CB6}" dt="2026-09-21T08:42:09.371" v="127" actId="478"/>
          <ac:spMkLst>
            <pc:docMk/>
            <pc:sldMk cId="2026791912" sldId="316"/>
            <ac:spMk id="17" creationId="{B503DDCA-6D4B-4B24-BA77-09A1C7ABC776}"/>
          </ac:spMkLst>
        </pc:spChg>
        <pc:spChg chg="del">
          <ac:chgData name="Richard Watson" userId="4100ac54-3035-480a-8cc2-00073366512c" providerId="ADAL" clId="{EB9C2345-8E79-464E-8578-ADBA05246CB6}" dt="2026-09-21T08:42:11.947" v="128" actId="478"/>
          <ac:spMkLst>
            <pc:docMk/>
            <pc:sldMk cId="2026791912" sldId="316"/>
            <ac:spMk id="18" creationId="{783161CE-89BF-4001-84E1-29A86F0CCE6C}"/>
          </ac:spMkLst>
        </pc:spChg>
      </pc:sldChg>
      <pc:sldChg chg="del">
        <pc:chgData name="Richard Watson" userId="4100ac54-3035-480a-8cc2-00073366512c" providerId="ADAL" clId="{EB9C2345-8E79-464E-8578-ADBA05246CB6}" dt="2026-09-21T08:42:32.388" v="132" actId="47"/>
        <pc:sldMkLst>
          <pc:docMk/>
          <pc:sldMk cId="1433205282" sldId="317"/>
        </pc:sldMkLst>
      </pc:sldChg>
      <pc:sldChg chg="delSp modSp mod">
        <pc:chgData name="Richard Watson" userId="4100ac54-3035-480a-8cc2-00073366512c" providerId="ADAL" clId="{EB9C2345-8E79-464E-8578-ADBA05246CB6}" dt="2026-09-21T08:42:47.007" v="139" actId="478"/>
        <pc:sldMkLst>
          <pc:docMk/>
          <pc:sldMk cId="3713572063" sldId="319"/>
        </pc:sldMkLst>
        <pc:spChg chg="del">
          <ac:chgData name="Richard Watson" userId="4100ac54-3035-480a-8cc2-00073366512c" providerId="ADAL" clId="{EB9C2345-8E79-464E-8578-ADBA05246CB6}" dt="2026-09-21T08:42:35.615" v="133" actId="478"/>
          <ac:spMkLst>
            <pc:docMk/>
            <pc:sldMk cId="3713572063" sldId="319"/>
            <ac:spMk id="10" creationId="{0F3C3ACC-A037-4B52-AFA0-75185DB2482A}"/>
          </ac:spMkLst>
        </pc:spChg>
        <pc:spChg chg="del">
          <ac:chgData name="Richard Watson" userId="4100ac54-3035-480a-8cc2-00073366512c" providerId="ADAL" clId="{EB9C2345-8E79-464E-8578-ADBA05246CB6}" dt="2026-09-21T08:42:47.007" v="139" actId="478"/>
          <ac:spMkLst>
            <pc:docMk/>
            <pc:sldMk cId="3713572063" sldId="319"/>
            <ac:spMk id="11" creationId="{66F89718-BBED-4BA8-885C-E214DC90AFD5}"/>
          </ac:spMkLst>
        </pc:spChg>
        <pc:spChg chg="del">
          <ac:chgData name="Richard Watson" userId="4100ac54-3035-480a-8cc2-00073366512c" providerId="ADAL" clId="{EB9C2345-8E79-464E-8578-ADBA05246CB6}" dt="2026-09-21T08:42:40.802" v="137" actId="478"/>
          <ac:spMkLst>
            <pc:docMk/>
            <pc:sldMk cId="3713572063" sldId="319"/>
            <ac:spMk id="12" creationId="{A15B78E6-94F5-497C-9BA1-767B68A12C9F}"/>
          </ac:spMkLst>
        </pc:spChg>
        <pc:spChg chg="del">
          <ac:chgData name="Richard Watson" userId="4100ac54-3035-480a-8cc2-00073366512c" providerId="ADAL" clId="{EB9C2345-8E79-464E-8578-ADBA05246CB6}" dt="2026-09-21T08:42:36.780" v="134" actId="478"/>
          <ac:spMkLst>
            <pc:docMk/>
            <pc:sldMk cId="3713572063" sldId="319"/>
            <ac:spMk id="13" creationId="{56C88119-2435-4905-93AA-B1D45615489F}"/>
          </ac:spMkLst>
        </pc:spChg>
        <pc:spChg chg="del mod">
          <ac:chgData name="Richard Watson" userId="4100ac54-3035-480a-8cc2-00073366512c" providerId="ADAL" clId="{EB9C2345-8E79-464E-8578-ADBA05246CB6}" dt="2026-09-21T08:42:39.127" v="136" actId="478"/>
          <ac:spMkLst>
            <pc:docMk/>
            <pc:sldMk cId="3713572063" sldId="319"/>
            <ac:spMk id="15" creationId="{ABC5549B-1A14-4676-AE38-F1D21CF23C31}"/>
          </ac:spMkLst>
        </pc:spChg>
        <pc:spChg chg="del">
          <ac:chgData name="Richard Watson" userId="4100ac54-3035-480a-8cc2-00073366512c" providerId="ADAL" clId="{EB9C2345-8E79-464E-8578-ADBA05246CB6}" dt="2026-09-21T08:42:44.027" v="138" actId="478"/>
          <ac:spMkLst>
            <pc:docMk/>
            <pc:sldMk cId="3713572063" sldId="319"/>
            <ac:spMk id="16" creationId="{6C119986-8D96-4448-900C-6EBA5C1F9F41}"/>
          </ac:spMkLst>
        </pc:spChg>
      </pc:sldChg>
      <pc:sldChg chg="delSp mod">
        <pc:chgData name="Richard Watson" userId="4100ac54-3035-480a-8cc2-00073366512c" providerId="ADAL" clId="{EB9C2345-8E79-464E-8578-ADBA05246CB6}" dt="2026-09-21T08:43:04.347" v="146" actId="478"/>
        <pc:sldMkLst>
          <pc:docMk/>
          <pc:sldMk cId="782350715" sldId="320"/>
        </pc:sldMkLst>
        <pc:spChg chg="del">
          <ac:chgData name="Richard Watson" userId="4100ac54-3035-480a-8cc2-00073366512c" providerId="ADAL" clId="{EB9C2345-8E79-464E-8578-ADBA05246CB6}" dt="2026-09-21T08:42:52.905" v="140" actId="478"/>
          <ac:spMkLst>
            <pc:docMk/>
            <pc:sldMk cId="782350715" sldId="320"/>
            <ac:spMk id="10" creationId="{04CECFA1-2F92-4890-86C9-E68A9EEB23EA}"/>
          </ac:spMkLst>
        </pc:spChg>
        <pc:spChg chg="del">
          <ac:chgData name="Richard Watson" userId="4100ac54-3035-480a-8cc2-00073366512c" providerId="ADAL" clId="{EB9C2345-8E79-464E-8578-ADBA05246CB6}" dt="2026-09-21T08:43:01.845" v="145" actId="478"/>
          <ac:spMkLst>
            <pc:docMk/>
            <pc:sldMk cId="782350715" sldId="320"/>
            <ac:spMk id="11" creationId="{94012B43-56CE-4AF9-BBC6-900FC730FCC0}"/>
          </ac:spMkLst>
        </pc:spChg>
        <pc:spChg chg="del">
          <ac:chgData name="Richard Watson" userId="4100ac54-3035-480a-8cc2-00073366512c" providerId="ADAL" clId="{EB9C2345-8E79-464E-8578-ADBA05246CB6}" dt="2026-09-21T08:42:53.988" v="141" actId="478"/>
          <ac:spMkLst>
            <pc:docMk/>
            <pc:sldMk cId="782350715" sldId="320"/>
            <ac:spMk id="12" creationId="{7B3B328E-46B9-4472-AD93-AA6882F6749E}"/>
          </ac:spMkLst>
        </pc:spChg>
        <pc:spChg chg="del">
          <ac:chgData name="Richard Watson" userId="4100ac54-3035-480a-8cc2-00073366512c" providerId="ADAL" clId="{EB9C2345-8E79-464E-8578-ADBA05246CB6}" dt="2026-09-21T08:42:55.695" v="142" actId="478"/>
          <ac:spMkLst>
            <pc:docMk/>
            <pc:sldMk cId="782350715" sldId="320"/>
            <ac:spMk id="13" creationId="{9C7AC15F-ACC3-4F10-8AB3-8FEFDF88F692}"/>
          </ac:spMkLst>
        </pc:spChg>
        <pc:spChg chg="del">
          <ac:chgData name="Richard Watson" userId="4100ac54-3035-480a-8cc2-00073366512c" providerId="ADAL" clId="{EB9C2345-8E79-464E-8578-ADBA05246CB6}" dt="2026-09-21T08:42:57.687" v="143" actId="478"/>
          <ac:spMkLst>
            <pc:docMk/>
            <pc:sldMk cId="782350715" sldId="320"/>
            <ac:spMk id="14" creationId="{6BDFF410-D5A9-4727-80AB-AB5EF957C0D1}"/>
          </ac:spMkLst>
        </pc:spChg>
        <pc:spChg chg="del">
          <ac:chgData name="Richard Watson" userId="4100ac54-3035-480a-8cc2-00073366512c" providerId="ADAL" clId="{EB9C2345-8E79-464E-8578-ADBA05246CB6}" dt="2026-09-21T08:42:59.790" v="144" actId="478"/>
          <ac:spMkLst>
            <pc:docMk/>
            <pc:sldMk cId="782350715" sldId="320"/>
            <ac:spMk id="15" creationId="{289C6FEE-A31A-4ECC-9E25-1F1CD63A36B4}"/>
          </ac:spMkLst>
        </pc:spChg>
        <pc:spChg chg="del">
          <ac:chgData name="Richard Watson" userId="4100ac54-3035-480a-8cc2-00073366512c" providerId="ADAL" clId="{EB9C2345-8E79-464E-8578-ADBA05246CB6}" dt="2026-09-21T08:43:04.347" v="146" actId="478"/>
          <ac:spMkLst>
            <pc:docMk/>
            <pc:sldMk cId="782350715" sldId="320"/>
            <ac:spMk id="17" creationId="{64C065BD-EC76-4B68-B3C7-0D3D5AE5F603}"/>
          </ac:spMkLst>
        </pc:spChg>
      </pc:sldChg>
      <pc:sldChg chg="del">
        <pc:chgData name="Richard Watson" userId="4100ac54-3035-480a-8cc2-00073366512c" providerId="ADAL" clId="{EB9C2345-8E79-464E-8578-ADBA05246CB6}" dt="2026-09-21T08:39:11.420" v="92" actId="47"/>
        <pc:sldMkLst>
          <pc:docMk/>
          <pc:sldMk cId="3146440082" sldId="321"/>
        </pc:sldMkLst>
      </pc:sldChg>
      <pc:sldChg chg="del">
        <pc:chgData name="Richard Watson" userId="4100ac54-3035-480a-8cc2-00073366512c" providerId="ADAL" clId="{EB9C2345-8E79-464E-8578-ADBA05246CB6}" dt="2026-09-21T08:39:52.200" v="97" actId="47"/>
        <pc:sldMkLst>
          <pc:docMk/>
          <pc:sldMk cId="2930205631" sldId="322"/>
        </pc:sldMkLst>
      </pc:sldChg>
      <pc:sldChg chg="del">
        <pc:chgData name="Richard Watson" userId="4100ac54-3035-480a-8cc2-00073366512c" providerId="ADAL" clId="{EB9C2345-8E79-464E-8578-ADBA05246CB6}" dt="2026-09-21T08:39:55.785" v="98" actId="47"/>
        <pc:sldMkLst>
          <pc:docMk/>
          <pc:sldMk cId="1477297703" sldId="323"/>
        </pc:sldMkLst>
      </pc:sldChg>
      <pc:sldChg chg="del">
        <pc:chgData name="Richard Watson" userId="4100ac54-3035-480a-8cc2-00073366512c" providerId="ADAL" clId="{EB9C2345-8E79-464E-8578-ADBA05246CB6}" dt="2026-09-21T08:39:49.965" v="96" actId="47"/>
        <pc:sldMkLst>
          <pc:docMk/>
          <pc:sldMk cId="2073769881" sldId="324"/>
        </pc:sldMkLst>
      </pc:sldChg>
      <pc:sldChg chg="modSp mod">
        <pc:chgData name="Richard Watson" userId="4100ac54-3035-480a-8cc2-00073366512c" providerId="ADAL" clId="{EB9C2345-8E79-464E-8578-ADBA05246CB6}" dt="2026-09-21T08:51:45.387" v="394" actId="114"/>
        <pc:sldMkLst>
          <pc:docMk/>
          <pc:sldMk cId="4201285807" sldId="325"/>
        </pc:sldMkLst>
        <pc:spChg chg="mod">
          <ac:chgData name="Richard Watson" userId="4100ac54-3035-480a-8cc2-00073366512c" providerId="ADAL" clId="{EB9C2345-8E79-464E-8578-ADBA05246CB6}" dt="2026-09-21T08:51:45.387" v="394" actId="114"/>
          <ac:spMkLst>
            <pc:docMk/>
            <pc:sldMk cId="4201285807" sldId="325"/>
            <ac:spMk id="3" creationId="{088D736D-027D-EC36-1C93-1DC1A4ECD486}"/>
          </ac:spMkLst>
        </pc:spChg>
      </pc:sldChg>
      <pc:sldChg chg="modSp del mod">
        <pc:chgData name="Richard Watson" userId="4100ac54-3035-480a-8cc2-00073366512c" providerId="ADAL" clId="{EB9C2345-8E79-464E-8578-ADBA05246CB6}" dt="2026-09-21T08:39:07.939" v="91" actId="47"/>
        <pc:sldMkLst>
          <pc:docMk/>
          <pc:sldMk cId="859421841" sldId="326"/>
        </pc:sldMkLst>
        <pc:spChg chg="mod">
          <ac:chgData name="Richard Watson" userId="4100ac54-3035-480a-8cc2-00073366512c" providerId="ADAL" clId="{EB9C2345-8E79-464E-8578-ADBA05246CB6}" dt="2026-09-21T08:38:04.896" v="58" actId="20577"/>
          <ac:spMkLst>
            <pc:docMk/>
            <pc:sldMk cId="859421841" sldId="326"/>
            <ac:spMk id="3" creationId="{55282E16-A9FC-611F-4CD2-0BAC98816D28}"/>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4" Type="http://schemas.openxmlformats.org/officeDocument/2006/relationships/image" Target="../media/image26.svg"/></Relationships>
</file>

<file path=ppt/diagrams/_rels/data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4" Type="http://schemas.openxmlformats.org/officeDocument/2006/relationships/image" Target="../media/image26.svg"/></Relationships>
</file>

<file path=ppt/diagrams/_rels/drawing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642C83-8FB9-4C95-9AC1-527B82BB8FD2}"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98F332C9-4509-4A63-A804-ED5512361AD3}">
      <dgm:prSet/>
      <dgm:spPr/>
      <dgm:t>
        <a:bodyPr/>
        <a:lstStyle/>
        <a:p>
          <a:pPr>
            <a:lnSpc>
              <a:spcPct val="100000"/>
            </a:lnSpc>
          </a:pPr>
          <a:r>
            <a:rPr lang="en-GB"/>
            <a:t>Foundational concepts in AI, with a balance between:</a:t>
          </a:r>
          <a:endParaRPr lang="en-US"/>
        </a:p>
      </dgm:t>
    </dgm:pt>
    <dgm:pt modelId="{D3D51636-BE13-43D0-98AF-FE922CFEBC59}" type="parTrans" cxnId="{140DD715-C3EF-4B2F-9695-673BB460A4A5}">
      <dgm:prSet/>
      <dgm:spPr/>
      <dgm:t>
        <a:bodyPr/>
        <a:lstStyle/>
        <a:p>
          <a:endParaRPr lang="en-US"/>
        </a:p>
      </dgm:t>
    </dgm:pt>
    <dgm:pt modelId="{57424C55-9B8B-4CA1-8587-9F091E646156}" type="sibTrans" cxnId="{140DD715-C3EF-4B2F-9695-673BB460A4A5}">
      <dgm:prSet/>
      <dgm:spPr/>
      <dgm:t>
        <a:bodyPr/>
        <a:lstStyle/>
        <a:p>
          <a:endParaRPr lang="en-US"/>
        </a:p>
      </dgm:t>
    </dgm:pt>
    <dgm:pt modelId="{DEB65671-5811-4936-906F-CE0E71BF0A1B}">
      <dgm:prSet/>
      <dgm:spPr/>
      <dgm:t>
        <a:bodyPr/>
        <a:lstStyle/>
        <a:p>
          <a:pPr>
            <a:lnSpc>
              <a:spcPct val="100000"/>
            </a:lnSpc>
          </a:pPr>
          <a:r>
            <a:rPr lang="en-GB"/>
            <a:t>symbolic (logic-based) AI and </a:t>
          </a:r>
          <a:endParaRPr lang="en-US"/>
        </a:p>
      </dgm:t>
    </dgm:pt>
    <dgm:pt modelId="{0D1C6E97-327C-4053-B68C-59AAFC010A33}" type="parTrans" cxnId="{6EB2A762-F52F-4675-AE85-020BD4B8BA84}">
      <dgm:prSet/>
      <dgm:spPr/>
      <dgm:t>
        <a:bodyPr/>
        <a:lstStyle/>
        <a:p>
          <a:endParaRPr lang="en-US"/>
        </a:p>
      </dgm:t>
    </dgm:pt>
    <dgm:pt modelId="{8E05CB9A-3618-4C60-8ED5-F19759057525}" type="sibTrans" cxnId="{6EB2A762-F52F-4675-AE85-020BD4B8BA84}">
      <dgm:prSet/>
      <dgm:spPr/>
      <dgm:t>
        <a:bodyPr/>
        <a:lstStyle/>
        <a:p>
          <a:endParaRPr lang="en-US"/>
        </a:p>
      </dgm:t>
    </dgm:pt>
    <dgm:pt modelId="{37F93935-0FA0-40A1-BC88-08CD2906DFCD}">
      <dgm:prSet/>
      <dgm:spPr/>
      <dgm:t>
        <a:bodyPr/>
        <a:lstStyle/>
        <a:p>
          <a:pPr>
            <a:lnSpc>
              <a:spcPct val="100000"/>
            </a:lnSpc>
          </a:pPr>
          <a:r>
            <a:rPr lang="en-GB" dirty="0"/>
            <a:t>non-symbolic (data-driven) AI </a:t>
          </a:r>
          <a:endParaRPr lang="en-US" dirty="0"/>
        </a:p>
      </dgm:t>
    </dgm:pt>
    <dgm:pt modelId="{1A0E8365-A7C7-4E75-92B8-A768295F25D1}" type="parTrans" cxnId="{D3009109-16F1-4463-B399-54DD898C203A}">
      <dgm:prSet/>
      <dgm:spPr/>
      <dgm:t>
        <a:bodyPr/>
        <a:lstStyle/>
        <a:p>
          <a:endParaRPr lang="en-US"/>
        </a:p>
      </dgm:t>
    </dgm:pt>
    <dgm:pt modelId="{B6598FA7-7B9C-455D-A3A7-A84528057160}" type="sibTrans" cxnId="{D3009109-16F1-4463-B399-54DD898C203A}">
      <dgm:prSet/>
      <dgm:spPr/>
      <dgm:t>
        <a:bodyPr/>
        <a:lstStyle/>
        <a:p>
          <a:endParaRPr lang="en-US"/>
        </a:p>
      </dgm:t>
    </dgm:pt>
    <dgm:pt modelId="{3607B869-8956-48B5-A3E9-2D6413874564}">
      <dgm:prSet/>
      <dgm:spPr/>
      <dgm:t>
        <a:bodyPr/>
        <a:lstStyle/>
        <a:p>
          <a:pPr>
            <a:lnSpc>
              <a:spcPct val="100000"/>
            </a:lnSpc>
          </a:pPr>
          <a:r>
            <a:rPr lang="en-GB" dirty="0"/>
            <a:t>classical AI techniques such as search algorithms, </a:t>
          </a:r>
          <a:endParaRPr lang="en-US" dirty="0"/>
        </a:p>
      </dgm:t>
    </dgm:pt>
    <dgm:pt modelId="{311F6368-1904-4618-98CA-4916CF98ADD9}" type="parTrans" cxnId="{34433237-4861-4D6F-96A6-AD066E861E6C}">
      <dgm:prSet/>
      <dgm:spPr/>
      <dgm:t>
        <a:bodyPr/>
        <a:lstStyle/>
        <a:p>
          <a:endParaRPr lang="en-US"/>
        </a:p>
      </dgm:t>
    </dgm:pt>
    <dgm:pt modelId="{F284CF4B-D85A-46DB-B683-7C3907AEBFC2}" type="sibTrans" cxnId="{34433237-4861-4D6F-96A6-AD066E861E6C}">
      <dgm:prSet/>
      <dgm:spPr/>
      <dgm:t>
        <a:bodyPr/>
        <a:lstStyle/>
        <a:p>
          <a:endParaRPr lang="en-US"/>
        </a:p>
      </dgm:t>
    </dgm:pt>
    <dgm:pt modelId="{BBF175CE-62D9-4944-8F01-4613F63F98AE}">
      <dgm:prSet/>
      <dgm:spPr/>
      <dgm:t>
        <a:bodyPr/>
        <a:lstStyle/>
        <a:p>
          <a:pPr>
            <a:lnSpc>
              <a:spcPct val="100000"/>
            </a:lnSpc>
          </a:pPr>
          <a:r>
            <a:rPr lang="en-GB"/>
            <a:t>contemporary machine learning techniques including neural networks and probabilistic models</a:t>
          </a:r>
          <a:endParaRPr lang="en-US"/>
        </a:p>
      </dgm:t>
    </dgm:pt>
    <dgm:pt modelId="{FD463BB7-2EAD-4359-8BB5-028D6F2A5D4C}" type="parTrans" cxnId="{E71FD5AA-D85B-4F66-B3F4-69F85757A05F}">
      <dgm:prSet/>
      <dgm:spPr/>
      <dgm:t>
        <a:bodyPr/>
        <a:lstStyle/>
        <a:p>
          <a:endParaRPr lang="en-US"/>
        </a:p>
      </dgm:t>
    </dgm:pt>
    <dgm:pt modelId="{A35E65FB-ECE9-4A8B-A040-B94C2AB9272D}" type="sibTrans" cxnId="{E71FD5AA-D85B-4F66-B3F4-69F85757A05F}">
      <dgm:prSet/>
      <dgm:spPr/>
      <dgm:t>
        <a:bodyPr/>
        <a:lstStyle/>
        <a:p>
          <a:endParaRPr lang="en-US"/>
        </a:p>
      </dgm:t>
    </dgm:pt>
    <dgm:pt modelId="{C86097D2-BF19-4111-919C-C17C7E23737E}">
      <dgm:prSet/>
      <dgm:spPr/>
      <dgm:t>
        <a:bodyPr/>
        <a:lstStyle/>
        <a:p>
          <a:pPr>
            <a:lnSpc>
              <a:spcPct val="100000"/>
            </a:lnSpc>
          </a:pPr>
          <a:r>
            <a:rPr lang="en-GB"/>
            <a:t>focus on problem-solving, reasoning, and learning. </a:t>
          </a:r>
          <a:endParaRPr lang="en-US"/>
        </a:p>
      </dgm:t>
    </dgm:pt>
    <dgm:pt modelId="{D6918974-0BE1-4127-98B6-180C9751158A}" type="parTrans" cxnId="{F74057CF-A954-48FB-83AC-DD7151C32562}">
      <dgm:prSet/>
      <dgm:spPr/>
      <dgm:t>
        <a:bodyPr/>
        <a:lstStyle/>
        <a:p>
          <a:endParaRPr lang="en-US"/>
        </a:p>
      </dgm:t>
    </dgm:pt>
    <dgm:pt modelId="{353723D5-5805-43A5-B01A-3E42134B44C4}" type="sibTrans" cxnId="{F74057CF-A954-48FB-83AC-DD7151C32562}">
      <dgm:prSet/>
      <dgm:spPr/>
      <dgm:t>
        <a:bodyPr/>
        <a:lstStyle/>
        <a:p>
          <a:endParaRPr lang="en-US"/>
        </a:p>
      </dgm:t>
    </dgm:pt>
    <dgm:pt modelId="{01B9AB34-957E-45D3-81A8-F37E71245ACC}" type="pres">
      <dgm:prSet presAssocID="{6E642C83-8FB9-4C95-9AC1-527B82BB8FD2}" presName="root" presStyleCnt="0">
        <dgm:presLayoutVars>
          <dgm:dir/>
          <dgm:resizeHandles val="exact"/>
        </dgm:presLayoutVars>
      </dgm:prSet>
      <dgm:spPr/>
    </dgm:pt>
    <dgm:pt modelId="{5A9B696A-0CA0-42DC-9699-43C700DB71C0}" type="pres">
      <dgm:prSet presAssocID="{98F332C9-4509-4A63-A804-ED5512361AD3}" presName="compNode" presStyleCnt="0"/>
      <dgm:spPr/>
    </dgm:pt>
    <dgm:pt modelId="{1571B1FF-4AAA-4679-A352-C6FCE2FC7F7D}" type="pres">
      <dgm:prSet presAssocID="{98F332C9-4509-4A63-A804-ED5512361AD3}" presName="bgRect" presStyleLbl="bgShp" presStyleIdx="0" presStyleCnt="4"/>
      <dgm:spPr/>
    </dgm:pt>
    <dgm:pt modelId="{A0E1135F-DAB3-4504-B91A-6DD353402291}" type="pres">
      <dgm:prSet presAssocID="{98F332C9-4509-4A63-A804-ED5512361AD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erson with Idea"/>
        </a:ext>
      </dgm:extLst>
    </dgm:pt>
    <dgm:pt modelId="{E1F8E434-BB38-4814-BC6A-D1B1CE1818B5}" type="pres">
      <dgm:prSet presAssocID="{98F332C9-4509-4A63-A804-ED5512361AD3}" presName="spaceRect" presStyleCnt="0"/>
      <dgm:spPr/>
    </dgm:pt>
    <dgm:pt modelId="{98E685CE-DB81-45DA-A3F3-6139CBFB61DA}" type="pres">
      <dgm:prSet presAssocID="{98F332C9-4509-4A63-A804-ED5512361AD3}" presName="parTx" presStyleLbl="revTx" presStyleIdx="0" presStyleCnt="5">
        <dgm:presLayoutVars>
          <dgm:chMax val="0"/>
          <dgm:chPref val="0"/>
        </dgm:presLayoutVars>
      </dgm:prSet>
      <dgm:spPr/>
    </dgm:pt>
    <dgm:pt modelId="{A75A1459-93AE-4CA0-B449-51C04BF53072}" type="pres">
      <dgm:prSet presAssocID="{98F332C9-4509-4A63-A804-ED5512361AD3}" presName="desTx" presStyleLbl="revTx" presStyleIdx="1" presStyleCnt="5">
        <dgm:presLayoutVars/>
      </dgm:prSet>
      <dgm:spPr/>
    </dgm:pt>
    <dgm:pt modelId="{43055E7C-067C-44A4-9E80-867330C5CA4E}" type="pres">
      <dgm:prSet presAssocID="{57424C55-9B8B-4CA1-8587-9F091E646156}" presName="sibTrans" presStyleCnt="0"/>
      <dgm:spPr/>
    </dgm:pt>
    <dgm:pt modelId="{69C98E24-1E0D-4E5F-99BE-D94E884EA076}" type="pres">
      <dgm:prSet presAssocID="{3607B869-8956-48B5-A3E9-2D6413874564}" presName="compNode" presStyleCnt="0"/>
      <dgm:spPr/>
    </dgm:pt>
    <dgm:pt modelId="{CBA8461C-290C-49B4-9C18-7E7911CD4F6A}" type="pres">
      <dgm:prSet presAssocID="{3607B869-8956-48B5-A3E9-2D6413874564}" presName="bgRect" presStyleLbl="bgShp" presStyleIdx="1" presStyleCnt="4"/>
      <dgm:spPr/>
    </dgm:pt>
    <dgm:pt modelId="{7167F8BC-F359-44D6-8F0F-72A7E91DA56A}" type="pres">
      <dgm:prSet presAssocID="{3607B869-8956-48B5-A3E9-2D641387456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EB785A8D-B00D-425F-A759-A52B1F9B6ED1}" type="pres">
      <dgm:prSet presAssocID="{3607B869-8956-48B5-A3E9-2D6413874564}" presName="spaceRect" presStyleCnt="0"/>
      <dgm:spPr/>
    </dgm:pt>
    <dgm:pt modelId="{DBE519E6-EF71-41CA-88BB-CD23FE860018}" type="pres">
      <dgm:prSet presAssocID="{3607B869-8956-48B5-A3E9-2D6413874564}" presName="parTx" presStyleLbl="revTx" presStyleIdx="2" presStyleCnt="5">
        <dgm:presLayoutVars>
          <dgm:chMax val="0"/>
          <dgm:chPref val="0"/>
        </dgm:presLayoutVars>
      </dgm:prSet>
      <dgm:spPr/>
    </dgm:pt>
    <dgm:pt modelId="{05748C01-5A2B-4995-9763-74533D0F0A04}" type="pres">
      <dgm:prSet presAssocID="{F284CF4B-D85A-46DB-B683-7C3907AEBFC2}" presName="sibTrans" presStyleCnt="0"/>
      <dgm:spPr/>
    </dgm:pt>
    <dgm:pt modelId="{DD0844D1-764B-4138-B10A-762347A47C97}" type="pres">
      <dgm:prSet presAssocID="{BBF175CE-62D9-4944-8F01-4613F63F98AE}" presName="compNode" presStyleCnt="0"/>
      <dgm:spPr/>
    </dgm:pt>
    <dgm:pt modelId="{31773F15-E558-4DF0-A7C8-CF7E4C7A54BE}" type="pres">
      <dgm:prSet presAssocID="{BBF175CE-62D9-4944-8F01-4613F63F98AE}" presName="bgRect" presStyleLbl="bgShp" presStyleIdx="2" presStyleCnt="4"/>
      <dgm:spPr/>
    </dgm:pt>
    <dgm:pt modelId="{0306E8F5-D19D-4F0C-B36E-7017F7F30352}" type="pres">
      <dgm:prSet presAssocID="{BBF175CE-62D9-4944-8F01-4613F63F98A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d with Gears"/>
        </a:ext>
      </dgm:extLst>
    </dgm:pt>
    <dgm:pt modelId="{CA6AFABD-DE8B-443F-A3DF-21A76306800F}" type="pres">
      <dgm:prSet presAssocID="{BBF175CE-62D9-4944-8F01-4613F63F98AE}" presName="spaceRect" presStyleCnt="0"/>
      <dgm:spPr/>
    </dgm:pt>
    <dgm:pt modelId="{8A6A4516-23EB-46A5-AED9-BB3B964B8DD4}" type="pres">
      <dgm:prSet presAssocID="{BBF175CE-62D9-4944-8F01-4613F63F98AE}" presName="parTx" presStyleLbl="revTx" presStyleIdx="3" presStyleCnt="5">
        <dgm:presLayoutVars>
          <dgm:chMax val="0"/>
          <dgm:chPref val="0"/>
        </dgm:presLayoutVars>
      </dgm:prSet>
      <dgm:spPr/>
    </dgm:pt>
    <dgm:pt modelId="{98AC42BE-33E5-4313-A429-E3308003187D}" type="pres">
      <dgm:prSet presAssocID="{A35E65FB-ECE9-4A8B-A040-B94C2AB9272D}" presName="sibTrans" presStyleCnt="0"/>
      <dgm:spPr/>
    </dgm:pt>
    <dgm:pt modelId="{47663BF7-F73F-4E71-8D5A-53BD11CBE526}" type="pres">
      <dgm:prSet presAssocID="{C86097D2-BF19-4111-919C-C17C7E23737E}" presName="compNode" presStyleCnt="0"/>
      <dgm:spPr/>
    </dgm:pt>
    <dgm:pt modelId="{0CFF12E9-11DD-4B3E-9661-DF34F67AC359}" type="pres">
      <dgm:prSet presAssocID="{C86097D2-BF19-4111-919C-C17C7E23737E}" presName="bgRect" presStyleLbl="bgShp" presStyleIdx="3" presStyleCnt="4"/>
      <dgm:spPr/>
    </dgm:pt>
    <dgm:pt modelId="{230B9AE3-764E-4EFF-8B76-94D70085FB1B}" type="pres">
      <dgm:prSet presAssocID="{C86097D2-BF19-4111-919C-C17C7E23737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 Bulb and Gear"/>
        </a:ext>
      </dgm:extLst>
    </dgm:pt>
    <dgm:pt modelId="{CDEC1F4B-A6D5-4810-A0C3-D247A746CA32}" type="pres">
      <dgm:prSet presAssocID="{C86097D2-BF19-4111-919C-C17C7E23737E}" presName="spaceRect" presStyleCnt="0"/>
      <dgm:spPr/>
    </dgm:pt>
    <dgm:pt modelId="{3EA5CF31-5BA5-42DF-8A52-FCB64B6CA397}" type="pres">
      <dgm:prSet presAssocID="{C86097D2-BF19-4111-919C-C17C7E23737E}" presName="parTx" presStyleLbl="revTx" presStyleIdx="4" presStyleCnt="5">
        <dgm:presLayoutVars>
          <dgm:chMax val="0"/>
          <dgm:chPref val="0"/>
        </dgm:presLayoutVars>
      </dgm:prSet>
      <dgm:spPr/>
    </dgm:pt>
  </dgm:ptLst>
  <dgm:cxnLst>
    <dgm:cxn modelId="{D3009109-16F1-4463-B399-54DD898C203A}" srcId="{98F332C9-4509-4A63-A804-ED5512361AD3}" destId="{37F93935-0FA0-40A1-BC88-08CD2906DFCD}" srcOrd="1" destOrd="0" parTransId="{1A0E8365-A7C7-4E75-92B8-A768295F25D1}" sibTransId="{B6598FA7-7B9C-455D-A3A7-A84528057160}"/>
    <dgm:cxn modelId="{9B9AF50A-FED1-45DF-8A7B-B62787C70B42}" type="presOf" srcId="{C86097D2-BF19-4111-919C-C17C7E23737E}" destId="{3EA5CF31-5BA5-42DF-8A52-FCB64B6CA397}" srcOrd="0" destOrd="0" presId="urn:microsoft.com/office/officeart/2018/2/layout/IconVerticalSolidList"/>
    <dgm:cxn modelId="{140DD715-C3EF-4B2F-9695-673BB460A4A5}" srcId="{6E642C83-8FB9-4C95-9AC1-527B82BB8FD2}" destId="{98F332C9-4509-4A63-A804-ED5512361AD3}" srcOrd="0" destOrd="0" parTransId="{D3D51636-BE13-43D0-98AF-FE922CFEBC59}" sibTransId="{57424C55-9B8B-4CA1-8587-9F091E646156}"/>
    <dgm:cxn modelId="{B532991B-6C65-4D13-B01E-5DDC23E70DE8}" type="presOf" srcId="{37F93935-0FA0-40A1-BC88-08CD2906DFCD}" destId="{A75A1459-93AE-4CA0-B449-51C04BF53072}" srcOrd="0" destOrd="1" presId="urn:microsoft.com/office/officeart/2018/2/layout/IconVerticalSolidList"/>
    <dgm:cxn modelId="{34433237-4861-4D6F-96A6-AD066E861E6C}" srcId="{6E642C83-8FB9-4C95-9AC1-527B82BB8FD2}" destId="{3607B869-8956-48B5-A3E9-2D6413874564}" srcOrd="1" destOrd="0" parTransId="{311F6368-1904-4618-98CA-4916CF98ADD9}" sibTransId="{F284CF4B-D85A-46DB-B683-7C3907AEBFC2}"/>
    <dgm:cxn modelId="{36569762-606E-4009-BB61-236A7E1E7BD9}" type="presOf" srcId="{DEB65671-5811-4936-906F-CE0E71BF0A1B}" destId="{A75A1459-93AE-4CA0-B449-51C04BF53072}" srcOrd="0" destOrd="0" presId="urn:microsoft.com/office/officeart/2018/2/layout/IconVerticalSolidList"/>
    <dgm:cxn modelId="{6EB2A762-F52F-4675-AE85-020BD4B8BA84}" srcId="{98F332C9-4509-4A63-A804-ED5512361AD3}" destId="{DEB65671-5811-4936-906F-CE0E71BF0A1B}" srcOrd="0" destOrd="0" parTransId="{0D1C6E97-327C-4053-B68C-59AAFC010A33}" sibTransId="{8E05CB9A-3618-4C60-8ED5-F19759057525}"/>
    <dgm:cxn modelId="{60B27767-1CA2-4746-9F18-96AD47F93B4F}" type="presOf" srcId="{6E642C83-8FB9-4C95-9AC1-527B82BB8FD2}" destId="{01B9AB34-957E-45D3-81A8-F37E71245ACC}" srcOrd="0" destOrd="0" presId="urn:microsoft.com/office/officeart/2018/2/layout/IconVerticalSolidList"/>
    <dgm:cxn modelId="{48B74A72-5D83-43BB-AFAC-16758F969552}" type="presOf" srcId="{98F332C9-4509-4A63-A804-ED5512361AD3}" destId="{98E685CE-DB81-45DA-A3F3-6139CBFB61DA}" srcOrd="0" destOrd="0" presId="urn:microsoft.com/office/officeart/2018/2/layout/IconVerticalSolidList"/>
    <dgm:cxn modelId="{DC75E688-D3AB-4049-BCA1-1A7762F67F36}" type="presOf" srcId="{3607B869-8956-48B5-A3E9-2D6413874564}" destId="{DBE519E6-EF71-41CA-88BB-CD23FE860018}" srcOrd="0" destOrd="0" presId="urn:microsoft.com/office/officeart/2018/2/layout/IconVerticalSolidList"/>
    <dgm:cxn modelId="{E71FD5AA-D85B-4F66-B3F4-69F85757A05F}" srcId="{6E642C83-8FB9-4C95-9AC1-527B82BB8FD2}" destId="{BBF175CE-62D9-4944-8F01-4613F63F98AE}" srcOrd="2" destOrd="0" parTransId="{FD463BB7-2EAD-4359-8BB5-028D6F2A5D4C}" sibTransId="{A35E65FB-ECE9-4A8B-A040-B94C2AB9272D}"/>
    <dgm:cxn modelId="{388555BB-13D4-4BB3-AA11-3BD6D74BC986}" type="presOf" srcId="{BBF175CE-62D9-4944-8F01-4613F63F98AE}" destId="{8A6A4516-23EB-46A5-AED9-BB3B964B8DD4}" srcOrd="0" destOrd="0" presId="urn:microsoft.com/office/officeart/2018/2/layout/IconVerticalSolidList"/>
    <dgm:cxn modelId="{F74057CF-A954-48FB-83AC-DD7151C32562}" srcId="{6E642C83-8FB9-4C95-9AC1-527B82BB8FD2}" destId="{C86097D2-BF19-4111-919C-C17C7E23737E}" srcOrd="3" destOrd="0" parTransId="{D6918974-0BE1-4127-98B6-180C9751158A}" sibTransId="{353723D5-5805-43A5-B01A-3E42134B44C4}"/>
    <dgm:cxn modelId="{09FA7E20-245D-4E07-B145-96BF7BFA083F}" type="presParOf" srcId="{01B9AB34-957E-45D3-81A8-F37E71245ACC}" destId="{5A9B696A-0CA0-42DC-9699-43C700DB71C0}" srcOrd="0" destOrd="0" presId="urn:microsoft.com/office/officeart/2018/2/layout/IconVerticalSolidList"/>
    <dgm:cxn modelId="{E0C446AB-49F3-4537-96FF-D994E45893A4}" type="presParOf" srcId="{5A9B696A-0CA0-42DC-9699-43C700DB71C0}" destId="{1571B1FF-4AAA-4679-A352-C6FCE2FC7F7D}" srcOrd="0" destOrd="0" presId="urn:microsoft.com/office/officeart/2018/2/layout/IconVerticalSolidList"/>
    <dgm:cxn modelId="{239159DB-149E-444C-B7C3-A5346511661D}" type="presParOf" srcId="{5A9B696A-0CA0-42DC-9699-43C700DB71C0}" destId="{A0E1135F-DAB3-4504-B91A-6DD353402291}" srcOrd="1" destOrd="0" presId="urn:microsoft.com/office/officeart/2018/2/layout/IconVerticalSolidList"/>
    <dgm:cxn modelId="{EDDAA9ED-94D1-4791-98A2-B7185E8746F7}" type="presParOf" srcId="{5A9B696A-0CA0-42DC-9699-43C700DB71C0}" destId="{E1F8E434-BB38-4814-BC6A-D1B1CE1818B5}" srcOrd="2" destOrd="0" presId="urn:microsoft.com/office/officeart/2018/2/layout/IconVerticalSolidList"/>
    <dgm:cxn modelId="{395EFDCF-296B-4DDA-88B0-451C2B171440}" type="presParOf" srcId="{5A9B696A-0CA0-42DC-9699-43C700DB71C0}" destId="{98E685CE-DB81-45DA-A3F3-6139CBFB61DA}" srcOrd="3" destOrd="0" presId="urn:microsoft.com/office/officeart/2018/2/layout/IconVerticalSolidList"/>
    <dgm:cxn modelId="{640C751C-09F1-4FE9-8967-2A3ECBEA0F0A}" type="presParOf" srcId="{5A9B696A-0CA0-42DC-9699-43C700DB71C0}" destId="{A75A1459-93AE-4CA0-B449-51C04BF53072}" srcOrd="4" destOrd="0" presId="urn:microsoft.com/office/officeart/2018/2/layout/IconVerticalSolidList"/>
    <dgm:cxn modelId="{4AE888F0-DA1E-4003-8E1C-C3220371303F}" type="presParOf" srcId="{01B9AB34-957E-45D3-81A8-F37E71245ACC}" destId="{43055E7C-067C-44A4-9E80-867330C5CA4E}" srcOrd="1" destOrd="0" presId="urn:microsoft.com/office/officeart/2018/2/layout/IconVerticalSolidList"/>
    <dgm:cxn modelId="{287C254F-7AAE-4D6A-8FD2-130CC6F35B14}" type="presParOf" srcId="{01B9AB34-957E-45D3-81A8-F37E71245ACC}" destId="{69C98E24-1E0D-4E5F-99BE-D94E884EA076}" srcOrd="2" destOrd="0" presId="urn:microsoft.com/office/officeart/2018/2/layout/IconVerticalSolidList"/>
    <dgm:cxn modelId="{A402F7D3-2EA2-412B-94B4-CA713CF0B94D}" type="presParOf" srcId="{69C98E24-1E0D-4E5F-99BE-D94E884EA076}" destId="{CBA8461C-290C-49B4-9C18-7E7911CD4F6A}" srcOrd="0" destOrd="0" presId="urn:microsoft.com/office/officeart/2018/2/layout/IconVerticalSolidList"/>
    <dgm:cxn modelId="{0ADAFDAC-4571-463B-B11F-CA4A38719033}" type="presParOf" srcId="{69C98E24-1E0D-4E5F-99BE-D94E884EA076}" destId="{7167F8BC-F359-44D6-8F0F-72A7E91DA56A}" srcOrd="1" destOrd="0" presId="urn:microsoft.com/office/officeart/2018/2/layout/IconVerticalSolidList"/>
    <dgm:cxn modelId="{5E611FBF-5115-436E-B801-DB49F3AF0B83}" type="presParOf" srcId="{69C98E24-1E0D-4E5F-99BE-D94E884EA076}" destId="{EB785A8D-B00D-425F-A759-A52B1F9B6ED1}" srcOrd="2" destOrd="0" presId="urn:microsoft.com/office/officeart/2018/2/layout/IconVerticalSolidList"/>
    <dgm:cxn modelId="{E6F05572-B5CA-4DAC-9902-63916CE4A25E}" type="presParOf" srcId="{69C98E24-1E0D-4E5F-99BE-D94E884EA076}" destId="{DBE519E6-EF71-41CA-88BB-CD23FE860018}" srcOrd="3" destOrd="0" presId="urn:microsoft.com/office/officeart/2018/2/layout/IconVerticalSolidList"/>
    <dgm:cxn modelId="{9FB30879-90C7-4BC6-9368-B722597C4EA8}" type="presParOf" srcId="{01B9AB34-957E-45D3-81A8-F37E71245ACC}" destId="{05748C01-5A2B-4995-9763-74533D0F0A04}" srcOrd="3" destOrd="0" presId="urn:microsoft.com/office/officeart/2018/2/layout/IconVerticalSolidList"/>
    <dgm:cxn modelId="{A8CBD58E-639F-4C66-A1F4-636007364693}" type="presParOf" srcId="{01B9AB34-957E-45D3-81A8-F37E71245ACC}" destId="{DD0844D1-764B-4138-B10A-762347A47C97}" srcOrd="4" destOrd="0" presId="urn:microsoft.com/office/officeart/2018/2/layout/IconVerticalSolidList"/>
    <dgm:cxn modelId="{4750471B-4909-4C07-9E80-B775473F2EA8}" type="presParOf" srcId="{DD0844D1-764B-4138-B10A-762347A47C97}" destId="{31773F15-E558-4DF0-A7C8-CF7E4C7A54BE}" srcOrd="0" destOrd="0" presId="urn:microsoft.com/office/officeart/2018/2/layout/IconVerticalSolidList"/>
    <dgm:cxn modelId="{E349C20A-8109-4DEA-B568-32B1CEAC7697}" type="presParOf" srcId="{DD0844D1-764B-4138-B10A-762347A47C97}" destId="{0306E8F5-D19D-4F0C-B36E-7017F7F30352}" srcOrd="1" destOrd="0" presId="urn:microsoft.com/office/officeart/2018/2/layout/IconVerticalSolidList"/>
    <dgm:cxn modelId="{0429EA9F-43C5-4869-AA0C-34BCD845393F}" type="presParOf" srcId="{DD0844D1-764B-4138-B10A-762347A47C97}" destId="{CA6AFABD-DE8B-443F-A3DF-21A76306800F}" srcOrd="2" destOrd="0" presId="urn:microsoft.com/office/officeart/2018/2/layout/IconVerticalSolidList"/>
    <dgm:cxn modelId="{9485E8FB-BAB1-4FA2-9B55-572D79605D2E}" type="presParOf" srcId="{DD0844D1-764B-4138-B10A-762347A47C97}" destId="{8A6A4516-23EB-46A5-AED9-BB3B964B8DD4}" srcOrd="3" destOrd="0" presId="urn:microsoft.com/office/officeart/2018/2/layout/IconVerticalSolidList"/>
    <dgm:cxn modelId="{109B695D-0301-4382-9E54-6E09C1458A36}" type="presParOf" srcId="{01B9AB34-957E-45D3-81A8-F37E71245ACC}" destId="{98AC42BE-33E5-4313-A429-E3308003187D}" srcOrd="5" destOrd="0" presId="urn:microsoft.com/office/officeart/2018/2/layout/IconVerticalSolidList"/>
    <dgm:cxn modelId="{2F64BBD9-8B96-47A9-A11B-0251AC705B97}" type="presParOf" srcId="{01B9AB34-957E-45D3-81A8-F37E71245ACC}" destId="{47663BF7-F73F-4E71-8D5A-53BD11CBE526}" srcOrd="6" destOrd="0" presId="urn:microsoft.com/office/officeart/2018/2/layout/IconVerticalSolidList"/>
    <dgm:cxn modelId="{ABB03E45-F32E-4C78-8712-F5324650E0B8}" type="presParOf" srcId="{47663BF7-F73F-4E71-8D5A-53BD11CBE526}" destId="{0CFF12E9-11DD-4B3E-9661-DF34F67AC359}" srcOrd="0" destOrd="0" presId="urn:microsoft.com/office/officeart/2018/2/layout/IconVerticalSolidList"/>
    <dgm:cxn modelId="{5770BC72-9E03-4067-89FB-88B41037587A}" type="presParOf" srcId="{47663BF7-F73F-4E71-8D5A-53BD11CBE526}" destId="{230B9AE3-764E-4EFF-8B76-94D70085FB1B}" srcOrd="1" destOrd="0" presId="urn:microsoft.com/office/officeart/2018/2/layout/IconVerticalSolidList"/>
    <dgm:cxn modelId="{C522EB10-AC24-492A-8C07-D3CC04CCCA54}" type="presParOf" srcId="{47663BF7-F73F-4E71-8D5A-53BD11CBE526}" destId="{CDEC1F4B-A6D5-4810-A0C3-D247A746CA32}" srcOrd="2" destOrd="0" presId="urn:microsoft.com/office/officeart/2018/2/layout/IconVerticalSolidList"/>
    <dgm:cxn modelId="{8833D8BC-9E6D-4B02-AE01-35DC48194029}" type="presParOf" srcId="{47663BF7-F73F-4E71-8D5A-53BD11CBE526}" destId="{3EA5CF31-5BA5-42DF-8A52-FCB64B6CA3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008590-A5F5-45C8-9E4C-3BCE9594DA4D}" type="doc">
      <dgm:prSet loTypeId="urn:microsoft.com/office/officeart/2005/8/layout/vList2" loCatId="list" qsTypeId="urn:microsoft.com/office/officeart/2005/8/quickstyle/simple1#2" qsCatId="simple" csTypeId="urn:microsoft.com/office/officeart/2005/8/colors/colorful2#1" csCatId="colorful" phldr="1"/>
      <dgm:spPr/>
      <dgm:t>
        <a:bodyPr/>
        <a:lstStyle/>
        <a:p>
          <a:endParaRPr lang="en-US"/>
        </a:p>
      </dgm:t>
    </dgm:pt>
    <dgm:pt modelId="{81921682-6CA3-433F-8D78-A03D2C0AE0D0}">
      <dgm:prSet/>
      <dgm:spPr/>
      <dgm:t>
        <a:bodyPr/>
        <a:lstStyle/>
        <a:p>
          <a:r>
            <a:rPr lang="en-GB" dirty="0"/>
            <a:t>A “You and AI” context which grounds the topics in</a:t>
          </a:r>
          <a:endParaRPr lang="en-US" dirty="0"/>
        </a:p>
      </dgm:t>
    </dgm:pt>
    <dgm:pt modelId="{5CEF2EE9-59BF-4352-A767-2F26A6B62F26}" type="parTrans" cxnId="{3C17E8F5-E6AA-49D3-83D8-C9D525C61312}">
      <dgm:prSet/>
      <dgm:spPr/>
      <dgm:t>
        <a:bodyPr/>
        <a:lstStyle/>
        <a:p>
          <a:endParaRPr lang="en-US"/>
        </a:p>
      </dgm:t>
    </dgm:pt>
    <dgm:pt modelId="{85F35870-E24F-4225-88F3-EF1F8B8F6F88}" type="sibTrans" cxnId="{3C17E8F5-E6AA-49D3-83D8-C9D525C61312}">
      <dgm:prSet/>
      <dgm:spPr/>
      <dgm:t>
        <a:bodyPr/>
        <a:lstStyle/>
        <a:p>
          <a:endParaRPr lang="en-US"/>
        </a:p>
      </dgm:t>
    </dgm:pt>
    <dgm:pt modelId="{A60CACC4-1AF8-418C-BB4F-F43BB4F7E674}">
      <dgm:prSet/>
      <dgm:spPr/>
      <dgm:t>
        <a:bodyPr/>
        <a:lstStyle/>
        <a:p>
          <a:r>
            <a:rPr lang="en-GB" b="1" i="1"/>
            <a:t>What it all means for you and your role in/with AI</a:t>
          </a:r>
          <a:endParaRPr lang="en-US"/>
        </a:p>
      </dgm:t>
    </dgm:pt>
    <dgm:pt modelId="{E11F647A-FA7C-411D-A8F1-61F8CA945B61}" type="parTrans" cxnId="{1CB3ED3F-D4A4-49A9-82C7-5CB3E25E1030}">
      <dgm:prSet/>
      <dgm:spPr/>
      <dgm:t>
        <a:bodyPr/>
        <a:lstStyle/>
        <a:p>
          <a:endParaRPr lang="en-US"/>
        </a:p>
      </dgm:t>
    </dgm:pt>
    <dgm:pt modelId="{E0AAFE17-607C-49EC-A11F-6F36393B57F9}" type="sibTrans" cxnId="{1CB3ED3F-D4A4-49A9-82C7-5CB3E25E1030}">
      <dgm:prSet/>
      <dgm:spPr/>
      <dgm:t>
        <a:bodyPr/>
        <a:lstStyle/>
        <a:p>
          <a:endParaRPr lang="en-US"/>
        </a:p>
      </dgm:t>
    </dgm:pt>
    <dgm:pt modelId="{0895CC77-ED46-4130-A655-D795D09A43DE}">
      <dgm:prSet/>
      <dgm:spPr/>
      <dgm:t>
        <a:bodyPr/>
        <a:lstStyle/>
        <a:p>
          <a:r>
            <a:rPr lang="en-GB"/>
            <a:t>philosophical, cog sci, historical contexts</a:t>
          </a:r>
          <a:endParaRPr lang="en-US"/>
        </a:p>
      </dgm:t>
    </dgm:pt>
    <dgm:pt modelId="{DE17E249-CCB1-4C5E-8EEA-4196B5E66E80}" type="parTrans" cxnId="{BB75B9F8-2DF7-40A1-B8D9-13CAD317158D}">
      <dgm:prSet/>
      <dgm:spPr/>
      <dgm:t>
        <a:bodyPr/>
        <a:lstStyle/>
        <a:p>
          <a:endParaRPr lang="en-US"/>
        </a:p>
      </dgm:t>
    </dgm:pt>
    <dgm:pt modelId="{48B821EF-362F-4AE6-95F2-3E4E5AB76190}" type="sibTrans" cxnId="{BB75B9F8-2DF7-40A1-B8D9-13CAD317158D}">
      <dgm:prSet/>
      <dgm:spPr/>
      <dgm:t>
        <a:bodyPr/>
        <a:lstStyle/>
        <a:p>
          <a:endParaRPr lang="en-US"/>
        </a:p>
      </dgm:t>
    </dgm:pt>
    <dgm:pt modelId="{A90535D2-FC01-42E7-BC6C-D71ADCD08276}">
      <dgm:prSet/>
      <dgm:spPr/>
      <dgm:t>
        <a:bodyPr/>
        <a:lstStyle/>
        <a:p>
          <a:r>
            <a:rPr lang="en-GB"/>
            <a:t>practical implications of AI across different domains</a:t>
          </a:r>
          <a:endParaRPr lang="en-US"/>
        </a:p>
      </dgm:t>
    </dgm:pt>
    <dgm:pt modelId="{1ACC9BCF-B8C4-486F-8BD4-57F5A9A51B35}" type="parTrans" cxnId="{F7B4BFFF-34BB-4889-A7E1-7964A919CDED}">
      <dgm:prSet/>
      <dgm:spPr/>
      <dgm:t>
        <a:bodyPr/>
        <a:lstStyle/>
        <a:p>
          <a:endParaRPr lang="en-US"/>
        </a:p>
      </dgm:t>
    </dgm:pt>
    <dgm:pt modelId="{EB59F2EF-C5D6-4E0E-871D-13745483CBCC}" type="sibTrans" cxnId="{F7B4BFFF-34BB-4889-A7E1-7964A919CDED}">
      <dgm:prSet/>
      <dgm:spPr/>
      <dgm:t>
        <a:bodyPr/>
        <a:lstStyle/>
        <a:p>
          <a:endParaRPr lang="en-US"/>
        </a:p>
      </dgm:t>
    </dgm:pt>
    <dgm:pt modelId="{DDEB4760-9CC3-4AD4-8153-1CDE5B2A102F}">
      <dgm:prSet/>
      <dgm:spPr/>
      <dgm:t>
        <a:bodyPr/>
        <a:lstStyle/>
        <a:p>
          <a:r>
            <a:rPr lang="en-GB"/>
            <a:t>the role, impact and ethical considerations of responsible AI</a:t>
          </a:r>
          <a:endParaRPr lang="en-US"/>
        </a:p>
      </dgm:t>
    </dgm:pt>
    <dgm:pt modelId="{52ECC1CD-B220-49FF-B508-86896CAEC626}" type="parTrans" cxnId="{5AD88B83-5B07-458C-B787-A0E97D043659}">
      <dgm:prSet/>
      <dgm:spPr/>
      <dgm:t>
        <a:bodyPr/>
        <a:lstStyle/>
        <a:p>
          <a:endParaRPr lang="en-US"/>
        </a:p>
      </dgm:t>
    </dgm:pt>
    <dgm:pt modelId="{071CC509-B02E-4C9D-A189-07B87A493829}" type="sibTrans" cxnId="{5AD88B83-5B07-458C-B787-A0E97D043659}">
      <dgm:prSet/>
      <dgm:spPr/>
      <dgm:t>
        <a:bodyPr/>
        <a:lstStyle/>
        <a:p>
          <a:endParaRPr lang="en-US"/>
        </a:p>
      </dgm:t>
    </dgm:pt>
    <dgm:pt modelId="{620C9000-C9DB-4285-9478-6E124EAD1AE1}">
      <dgm:prSet/>
      <dgm:spPr/>
      <dgm:t>
        <a:bodyPr/>
        <a:lstStyle/>
        <a:p>
          <a:r>
            <a:rPr lang="en-GB"/>
            <a:t>You are invited to reflect on </a:t>
          </a:r>
          <a:endParaRPr lang="en-US"/>
        </a:p>
      </dgm:t>
    </dgm:pt>
    <dgm:pt modelId="{E222EECB-3550-4275-84DB-8A7C366545F4}" type="parTrans" cxnId="{A00ED9E4-446A-4284-B10F-B3943D6E4C61}">
      <dgm:prSet/>
      <dgm:spPr/>
      <dgm:t>
        <a:bodyPr/>
        <a:lstStyle/>
        <a:p>
          <a:endParaRPr lang="en-US"/>
        </a:p>
      </dgm:t>
    </dgm:pt>
    <dgm:pt modelId="{89C780BE-92FA-470B-9DA8-FC9371DC5032}" type="sibTrans" cxnId="{A00ED9E4-446A-4284-B10F-B3943D6E4C61}">
      <dgm:prSet/>
      <dgm:spPr/>
      <dgm:t>
        <a:bodyPr/>
        <a:lstStyle/>
        <a:p>
          <a:endParaRPr lang="en-US"/>
        </a:p>
      </dgm:t>
    </dgm:pt>
    <dgm:pt modelId="{C3681BC5-32F4-4163-B457-450BE074438E}">
      <dgm:prSet/>
      <dgm:spPr/>
      <dgm:t>
        <a:bodyPr/>
        <a:lstStyle/>
        <a:p>
          <a:r>
            <a:rPr lang="en-GB" dirty="0"/>
            <a:t>how AI compares to your own intelligence</a:t>
          </a:r>
          <a:endParaRPr lang="en-US" dirty="0"/>
        </a:p>
      </dgm:t>
    </dgm:pt>
    <dgm:pt modelId="{899D5531-5CAD-4EA7-AEA5-CFB38C9616E9}" type="parTrans" cxnId="{5376AD39-A045-4712-AFDA-B700E9DC23D8}">
      <dgm:prSet/>
      <dgm:spPr/>
      <dgm:t>
        <a:bodyPr/>
        <a:lstStyle/>
        <a:p>
          <a:endParaRPr lang="en-US"/>
        </a:p>
      </dgm:t>
    </dgm:pt>
    <dgm:pt modelId="{36298692-C1DD-4BE6-ACAE-658F8CB4003E}" type="sibTrans" cxnId="{5376AD39-A045-4712-AFDA-B700E9DC23D8}">
      <dgm:prSet/>
      <dgm:spPr/>
      <dgm:t>
        <a:bodyPr/>
        <a:lstStyle/>
        <a:p>
          <a:endParaRPr lang="en-US"/>
        </a:p>
      </dgm:t>
    </dgm:pt>
    <dgm:pt modelId="{81D4218A-DF82-4A20-B2C7-89CC2A1AC378}">
      <dgm:prSet/>
      <dgm:spPr/>
      <dgm:t>
        <a:bodyPr/>
        <a:lstStyle/>
        <a:p>
          <a:r>
            <a:rPr lang="en-GB"/>
            <a:t>what we want from AI of the future, and our relationship to it.</a:t>
          </a:r>
          <a:endParaRPr lang="en-US"/>
        </a:p>
      </dgm:t>
    </dgm:pt>
    <dgm:pt modelId="{ECB08B91-8D65-4814-805D-4EE729C7C159}" type="parTrans" cxnId="{121FCFAB-AEBD-4E5A-BF62-ADF884E6BB36}">
      <dgm:prSet/>
      <dgm:spPr/>
      <dgm:t>
        <a:bodyPr/>
        <a:lstStyle/>
        <a:p>
          <a:endParaRPr lang="en-US"/>
        </a:p>
      </dgm:t>
    </dgm:pt>
    <dgm:pt modelId="{E0FF399C-0819-4B6B-A523-8F85D5BAFFC7}" type="sibTrans" cxnId="{121FCFAB-AEBD-4E5A-BF62-ADF884E6BB36}">
      <dgm:prSet/>
      <dgm:spPr/>
      <dgm:t>
        <a:bodyPr/>
        <a:lstStyle/>
        <a:p>
          <a:endParaRPr lang="en-US"/>
        </a:p>
      </dgm:t>
    </dgm:pt>
    <dgm:pt modelId="{F05C4E5F-E8EC-47A4-8A8E-5126925C632A}" type="pres">
      <dgm:prSet presAssocID="{3E008590-A5F5-45C8-9E4C-3BCE9594DA4D}" presName="linear" presStyleCnt="0">
        <dgm:presLayoutVars>
          <dgm:animLvl val="lvl"/>
          <dgm:resizeHandles val="exact"/>
        </dgm:presLayoutVars>
      </dgm:prSet>
      <dgm:spPr/>
    </dgm:pt>
    <dgm:pt modelId="{E09B1AE0-B3D7-4434-957B-333226F6704A}" type="pres">
      <dgm:prSet presAssocID="{81921682-6CA3-433F-8D78-A03D2C0AE0D0}" presName="parentText" presStyleLbl="node1" presStyleIdx="0" presStyleCnt="2">
        <dgm:presLayoutVars>
          <dgm:chMax val="0"/>
          <dgm:bulletEnabled val="1"/>
        </dgm:presLayoutVars>
      </dgm:prSet>
      <dgm:spPr/>
    </dgm:pt>
    <dgm:pt modelId="{B3CF37AB-7FE1-4DD7-862A-5CEE7A16F852}" type="pres">
      <dgm:prSet presAssocID="{81921682-6CA3-433F-8D78-A03D2C0AE0D0}" presName="childText" presStyleLbl="revTx" presStyleIdx="0" presStyleCnt="2">
        <dgm:presLayoutVars>
          <dgm:bulletEnabled val="1"/>
        </dgm:presLayoutVars>
      </dgm:prSet>
      <dgm:spPr/>
    </dgm:pt>
    <dgm:pt modelId="{B0B00192-237D-49AA-BF1A-938DAB9AA74E}" type="pres">
      <dgm:prSet presAssocID="{620C9000-C9DB-4285-9478-6E124EAD1AE1}" presName="parentText" presStyleLbl="node1" presStyleIdx="1" presStyleCnt="2">
        <dgm:presLayoutVars>
          <dgm:chMax val="0"/>
          <dgm:bulletEnabled val="1"/>
        </dgm:presLayoutVars>
      </dgm:prSet>
      <dgm:spPr/>
    </dgm:pt>
    <dgm:pt modelId="{F692049D-9B78-4BE1-B931-2816A067BE27}" type="pres">
      <dgm:prSet presAssocID="{620C9000-C9DB-4285-9478-6E124EAD1AE1}" presName="childText" presStyleLbl="revTx" presStyleIdx="1" presStyleCnt="2">
        <dgm:presLayoutVars>
          <dgm:bulletEnabled val="1"/>
        </dgm:presLayoutVars>
      </dgm:prSet>
      <dgm:spPr/>
    </dgm:pt>
  </dgm:ptLst>
  <dgm:cxnLst>
    <dgm:cxn modelId="{091F0E0A-E963-4F51-BC61-56A95850BFD0}" type="presOf" srcId="{0895CC77-ED46-4130-A655-D795D09A43DE}" destId="{B3CF37AB-7FE1-4DD7-862A-5CEE7A16F852}" srcOrd="0" destOrd="1" presId="urn:microsoft.com/office/officeart/2005/8/layout/vList2"/>
    <dgm:cxn modelId="{0DD6322F-396C-4417-A52A-A45F299D015A}" type="presOf" srcId="{DDEB4760-9CC3-4AD4-8153-1CDE5B2A102F}" destId="{B3CF37AB-7FE1-4DD7-862A-5CEE7A16F852}" srcOrd="0" destOrd="3" presId="urn:microsoft.com/office/officeart/2005/8/layout/vList2"/>
    <dgm:cxn modelId="{5376AD39-A045-4712-AFDA-B700E9DC23D8}" srcId="{620C9000-C9DB-4285-9478-6E124EAD1AE1}" destId="{C3681BC5-32F4-4163-B457-450BE074438E}" srcOrd="0" destOrd="0" parTransId="{899D5531-5CAD-4EA7-AEA5-CFB38C9616E9}" sibTransId="{36298692-C1DD-4BE6-ACAE-658F8CB4003E}"/>
    <dgm:cxn modelId="{237C3D3A-BB91-4AE6-AA62-705D5A3BCC69}" type="presOf" srcId="{3E008590-A5F5-45C8-9E4C-3BCE9594DA4D}" destId="{F05C4E5F-E8EC-47A4-8A8E-5126925C632A}" srcOrd="0" destOrd="0" presId="urn:microsoft.com/office/officeart/2005/8/layout/vList2"/>
    <dgm:cxn modelId="{1CB3ED3F-D4A4-49A9-82C7-5CB3E25E1030}" srcId="{81921682-6CA3-433F-8D78-A03D2C0AE0D0}" destId="{A60CACC4-1AF8-418C-BB4F-F43BB4F7E674}" srcOrd="0" destOrd="0" parTransId="{E11F647A-FA7C-411D-A8F1-61F8CA945B61}" sibTransId="{E0AAFE17-607C-49EC-A11F-6F36393B57F9}"/>
    <dgm:cxn modelId="{FA777146-3C10-4E81-8760-69DDCDA2BD88}" type="presOf" srcId="{81921682-6CA3-433F-8D78-A03D2C0AE0D0}" destId="{E09B1AE0-B3D7-4434-957B-333226F6704A}" srcOrd="0" destOrd="0" presId="urn:microsoft.com/office/officeart/2005/8/layout/vList2"/>
    <dgm:cxn modelId="{5AD88B83-5B07-458C-B787-A0E97D043659}" srcId="{81921682-6CA3-433F-8D78-A03D2C0AE0D0}" destId="{DDEB4760-9CC3-4AD4-8153-1CDE5B2A102F}" srcOrd="3" destOrd="0" parTransId="{52ECC1CD-B220-49FF-B508-86896CAEC626}" sibTransId="{071CC509-B02E-4C9D-A189-07B87A493829}"/>
    <dgm:cxn modelId="{07311496-FAB5-4570-AD04-8DA560D05D5B}" type="presOf" srcId="{A60CACC4-1AF8-418C-BB4F-F43BB4F7E674}" destId="{B3CF37AB-7FE1-4DD7-862A-5CEE7A16F852}" srcOrd="0" destOrd="0" presId="urn:microsoft.com/office/officeart/2005/8/layout/vList2"/>
    <dgm:cxn modelId="{E0337CA4-659D-48C0-A51A-3D77B7E13B74}" type="presOf" srcId="{A90535D2-FC01-42E7-BC6C-D71ADCD08276}" destId="{B3CF37AB-7FE1-4DD7-862A-5CEE7A16F852}" srcOrd="0" destOrd="2" presId="urn:microsoft.com/office/officeart/2005/8/layout/vList2"/>
    <dgm:cxn modelId="{121FCFAB-AEBD-4E5A-BF62-ADF884E6BB36}" srcId="{620C9000-C9DB-4285-9478-6E124EAD1AE1}" destId="{81D4218A-DF82-4A20-B2C7-89CC2A1AC378}" srcOrd="1" destOrd="0" parTransId="{ECB08B91-8D65-4814-805D-4EE729C7C159}" sibTransId="{E0FF399C-0819-4B6B-A523-8F85D5BAFFC7}"/>
    <dgm:cxn modelId="{A00ED9E4-446A-4284-B10F-B3943D6E4C61}" srcId="{3E008590-A5F5-45C8-9E4C-3BCE9594DA4D}" destId="{620C9000-C9DB-4285-9478-6E124EAD1AE1}" srcOrd="1" destOrd="0" parTransId="{E222EECB-3550-4275-84DB-8A7C366545F4}" sibTransId="{89C780BE-92FA-470B-9DA8-FC9371DC5032}"/>
    <dgm:cxn modelId="{589007EC-7FF2-4ED7-BCEA-5B00A2AA03D3}" type="presOf" srcId="{C3681BC5-32F4-4163-B457-450BE074438E}" destId="{F692049D-9B78-4BE1-B931-2816A067BE27}" srcOrd="0" destOrd="0" presId="urn:microsoft.com/office/officeart/2005/8/layout/vList2"/>
    <dgm:cxn modelId="{5F12CDF1-732C-4D2B-B7BB-4D5BA6A8B5FD}" type="presOf" srcId="{620C9000-C9DB-4285-9478-6E124EAD1AE1}" destId="{B0B00192-237D-49AA-BF1A-938DAB9AA74E}" srcOrd="0" destOrd="0" presId="urn:microsoft.com/office/officeart/2005/8/layout/vList2"/>
    <dgm:cxn modelId="{3C17E8F5-E6AA-49D3-83D8-C9D525C61312}" srcId="{3E008590-A5F5-45C8-9E4C-3BCE9594DA4D}" destId="{81921682-6CA3-433F-8D78-A03D2C0AE0D0}" srcOrd="0" destOrd="0" parTransId="{5CEF2EE9-59BF-4352-A767-2F26A6B62F26}" sibTransId="{85F35870-E24F-4225-88F3-EF1F8B8F6F88}"/>
    <dgm:cxn modelId="{A0EBB3F7-80F5-4A19-BE4D-F7590716880C}" type="presOf" srcId="{81D4218A-DF82-4A20-B2C7-89CC2A1AC378}" destId="{F692049D-9B78-4BE1-B931-2816A067BE27}" srcOrd="0" destOrd="1" presId="urn:microsoft.com/office/officeart/2005/8/layout/vList2"/>
    <dgm:cxn modelId="{BB75B9F8-2DF7-40A1-B8D9-13CAD317158D}" srcId="{81921682-6CA3-433F-8D78-A03D2C0AE0D0}" destId="{0895CC77-ED46-4130-A655-D795D09A43DE}" srcOrd="1" destOrd="0" parTransId="{DE17E249-CCB1-4C5E-8EEA-4196B5E66E80}" sibTransId="{48B821EF-362F-4AE6-95F2-3E4E5AB76190}"/>
    <dgm:cxn modelId="{F7B4BFFF-34BB-4889-A7E1-7964A919CDED}" srcId="{81921682-6CA3-433F-8D78-A03D2C0AE0D0}" destId="{A90535D2-FC01-42E7-BC6C-D71ADCD08276}" srcOrd="2" destOrd="0" parTransId="{1ACC9BCF-B8C4-486F-8BD4-57F5A9A51B35}" sibTransId="{EB59F2EF-C5D6-4E0E-871D-13745483CBCC}"/>
    <dgm:cxn modelId="{BEB5AD78-1ACB-4A8E-9A66-F2F137068780}" type="presParOf" srcId="{F05C4E5F-E8EC-47A4-8A8E-5126925C632A}" destId="{E09B1AE0-B3D7-4434-957B-333226F6704A}" srcOrd="0" destOrd="0" presId="urn:microsoft.com/office/officeart/2005/8/layout/vList2"/>
    <dgm:cxn modelId="{984C3D8D-186B-4FD4-8DFA-CF7FFB213BA5}" type="presParOf" srcId="{F05C4E5F-E8EC-47A4-8A8E-5126925C632A}" destId="{B3CF37AB-7FE1-4DD7-862A-5CEE7A16F852}" srcOrd="1" destOrd="0" presId="urn:microsoft.com/office/officeart/2005/8/layout/vList2"/>
    <dgm:cxn modelId="{511D9110-F7B1-41EC-9B17-29836218D710}" type="presParOf" srcId="{F05C4E5F-E8EC-47A4-8A8E-5126925C632A}" destId="{B0B00192-237D-49AA-BF1A-938DAB9AA74E}" srcOrd="2" destOrd="0" presId="urn:microsoft.com/office/officeart/2005/8/layout/vList2"/>
    <dgm:cxn modelId="{5D754A65-0CAB-48B8-8A0E-8A9A19BAABA8}" type="presParOf" srcId="{F05C4E5F-E8EC-47A4-8A8E-5126925C632A}" destId="{F692049D-9B78-4BE1-B931-2816A067BE2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80C4AD-1D57-477B-9845-E93562BE5E74}" type="doc">
      <dgm:prSet loTypeId="urn:microsoft.com/office/officeart/2005/8/layout/vList2" loCatId="list" qsTypeId="urn:microsoft.com/office/officeart/2005/8/quickstyle/simple4#1" qsCatId="simple" csTypeId="urn:microsoft.com/office/officeart/2005/8/colors/colorful5#1" csCatId="colorful"/>
      <dgm:spPr/>
      <dgm:t>
        <a:bodyPr/>
        <a:lstStyle/>
        <a:p>
          <a:endParaRPr lang="en-US"/>
        </a:p>
      </dgm:t>
    </dgm:pt>
    <dgm:pt modelId="{4D4D863D-63BF-46C1-B46D-257B2C8928E6}">
      <dgm:prSet/>
      <dgm:spPr/>
      <dgm:t>
        <a:bodyPr/>
        <a:lstStyle/>
        <a:p>
          <a:r>
            <a:rPr lang="en-GB"/>
            <a:t>Technology and our vision of ourselves: from clockwork to LLMs</a:t>
          </a:r>
          <a:endParaRPr lang="en-US"/>
        </a:p>
      </dgm:t>
    </dgm:pt>
    <dgm:pt modelId="{619C208C-1D9F-4EEB-BBD6-2B9D09016544}" type="parTrans" cxnId="{C8189D62-64EE-47BB-94AB-691DD52ACB64}">
      <dgm:prSet/>
      <dgm:spPr/>
      <dgm:t>
        <a:bodyPr/>
        <a:lstStyle/>
        <a:p>
          <a:endParaRPr lang="en-US"/>
        </a:p>
      </dgm:t>
    </dgm:pt>
    <dgm:pt modelId="{6BC221DA-6DD2-494C-B808-EC28692AFEB6}" type="sibTrans" cxnId="{C8189D62-64EE-47BB-94AB-691DD52ACB64}">
      <dgm:prSet/>
      <dgm:spPr/>
      <dgm:t>
        <a:bodyPr/>
        <a:lstStyle/>
        <a:p>
          <a:endParaRPr lang="en-US"/>
        </a:p>
      </dgm:t>
    </dgm:pt>
    <dgm:pt modelId="{2DADAD17-1F68-4BCF-8626-3C7E7E33AA57}">
      <dgm:prSet/>
      <dgm:spPr/>
      <dgm:t>
        <a:bodyPr/>
        <a:lstStyle/>
        <a:p>
          <a:r>
            <a:rPr lang="en-GB"/>
            <a:t>Are artificial intelligence and natural intelligence different in kind?</a:t>
          </a:r>
          <a:endParaRPr lang="en-US"/>
        </a:p>
      </dgm:t>
    </dgm:pt>
    <dgm:pt modelId="{72C2CD21-6153-48E5-96BC-9EF26E687601}" type="parTrans" cxnId="{2772BC61-C7CD-44E4-9F18-8C1B07A9F0D2}">
      <dgm:prSet/>
      <dgm:spPr/>
      <dgm:t>
        <a:bodyPr/>
        <a:lstStyle/>
        <a:p>
          <a:endParaRPr lang="en-US"/>
        </a:p>
      </dgm:t>
    </dgm:pt>
    <dgm:pt modelId="{BB6FF536-C6BC-42D1-97FE-873C97A50A22}" type="sibTrans" cxnId="{2772BC61-C7CD-44E4-9F18-8C1B07A9F0D2}">
      <dgm:prSet/>
      <dgm:spPr/>
      <dgm:t>
        <a:bodyPr/>
        <a:lstStyle/>
        <a:p>
          <a:endParaRPr lang="en-US"/>
        </a:p>
      </dgm:t>
    </dgm:pt>
    <dgm:pt modelId="{D3D566C3-C689-4672-A325-7F1DE389D92A}">
      <dgm:prSet/>
      <dgm:spPr/>
      <dgm:t>
        <a:bodyPr/>
        <a:lstStyle/>
        <a:p>
          <a:r>
            <a:rPr lang="en-GB"/>
            <a:t>Where are we headed, and where do we want to go?</a:t>
          </a:r>
          <a:endParaRPr lang="en-US"/>
        </a:p>
      </dgm:t>
    </dgm:pt>
    <dgm:pt modelId="{CF0E641E-C983-4D90-AAF1-DBFDF021BC92}" type="parTrans" cxnId="{58A81B15-B459-4F32-937A-CF82D9073386}">
      <dgm:prSet/>
      <dgm:spPr/>
      <dgm:t>
        <a:bodyPr/>
        <a:lstStyle/>
        <a:p>
          <a:endParaRPr lang="en-US"/>
        </a:p>
      </dgm:t>
    </dgm:pt>
    <dgm:pt modelId="{10307EDA-7E7B-4090-8EDD-7B6EB9E1810B}" type="sibTrans" cxnId="{58A81B15-B459-4F32-937A-CF82D9073386}">
      <dgm:prSet/>
      <dgm:spPr/>
      <dgm:t>
        <a:bodyPr/>
        <a:lstStyle/>
        <a:p>
          <a:endParaRPr lang="en-US"/>
        </a:p>
      </dgm:t>
    </dgm:pt>
    <dgm:pt modelId="{A3AF7CEE-160E-40AF-80E9-F0EB36F4AC35}">
      <dgm:prSet/>
      <dgm:spPr/>
      <dgm:t>
        <a:bodyPr/>
        <a:lstStyle/>
        <a:p>
          <a:r>
            <a:rPr lang="en-GB"/>
            <a:t>AI in comparison to other disruptive technologies.</a:t>
          </a:r>
          <a:endParaRPr lang="en-US"/>
        </a:p>
      </dgm:t>
    </dgm:pt>
    <dgm:pt modelId="{93F94E83-B374-4309-A9FE-DB98FCC59B95}" type="parTrans" cxnId="{971B52AC-1F92-4614-A868-459C1889F248}">
      <dgm:prSet/>
      <dgm:spPr/>
      <dgm:t>
        <a:bodyPr/>
        <a:lstStyle/>
        <a:p>
          <a:endParaRPr lang="en-US"/>
        </a:p>
      </dgm:t>
    </dgm:pt>
    <dgm:pt modelId="{53FBD026-B660-4D0C-A386-8F44E152166D}" type="sibTrans" cxnId="{971B52AC-1F92-4614-A868-459C1889F248}">
      <dgm:prSet/>
      <dgm:spPr/>
      <dgm:t>
        <a:bodyPr/>
        <a:lstStyle/>
        <a:p>
          <a:endParaRPr lang="en-US"/>
        </a:p>
      </dgm:t>
    </dgm:pt>
    <dgm:pt modelId="{A9F58ABC-7D54-42F2-980D-1C82303D46BC}">
      <dgm:prSet/>
      <dgm:spPr/>
      <dgm:t>
        <a:bodyPr/>
        <a:lstStyle/>
        <a:p>
          <a:r>
            <a:rPr lang="en-GB"/>
            <a:t>Who is in charge of AI? </a:t>
          </a:r>
          <a:endParaRPr lang="en-US"/>
        </a:p>
      </dgm:t>
    </dgm:pt>
    <dgm:pt modelId="{EF063D6D-7A13-49A8-AF28-BB2B4B974E30}" type="parTrans" cxnId="{A6378B4B-A910-4127-A532-CDCC1541A22D}">
      <dgm:prSet/>
      <dgm:spPr/>
      <dgm:t>
        <a:bodyPr/>
        <a:lstStyle/>
        <a:p>
          <a:endParaRPr lang="en-US"/>
        </a:p>
      </dgm:t>
    </dgm:pt>
    <dgm:pt modelId="{B21339AD-34F9-4028-BB03-BDDB67296616}" type="sibTrans" cxnId="{A6378B4B-A910-4127-A532-CDCC1541A22D}">
      <dgm:prSet/>
      <dgm:spPr/>
      <dgm:t>
        <a:bodyPr/>
        <a:lstStyle/>
        <a:p>
          <a:endParaRPr lang="en-US"/>
        </a:p>
      </dgm:t>
    </dgm:pt>
    <dgm:pt modelId="{CBF3068C-9317-4677-A682-A9A1BEAE384A}">
      <dgm:prSet/>
      <dgm:spPr/>
      <dgm:t>
        <a:bodyPr/>
        <a:lstStyle/>
        <a:p>
          <a:r>
            <a:rPr lang="en-GB"/>
            <a:t>What is your role/responsibility?</a:t>
          </a:r>
          <a:endParaRPr lang="en-US"/>
        </a:p>
      </dgm:t>
    </dgm:pt>
    <dgm:pt modelId="{AC46CBAF-C48B-4692-AC22-AF3F71175401}" type="parTrans" cxnId="{BBCF5D04-9A67-4D7D-B6AD-B2232C72A871}">
      <dgm:prSet/>
      <dgm:spPr/>
      <dgm:t>
        <a:bodyPr/>
        <a:lstStyle/>
        <a:p>
          <a:endParaRPr lang="en-US"/>
        </a:p>
      </dgm:t>
    </dgm:pt>
    <dgm:pt modelId="{0F49CFE5-53BD-4C84-9CAC-BD45464EC8D0}" type="sibTrans" cxnId="{BBCF5D04-9A67-4D7D-B6AD-B2232C72A871}">
      <dgm:prSet/>
      <dgm:spPr/>
      <dgm:t>
        <a:bodyPr/>
        <a:lstStyle/>
        <a:p>
          <a:endParaRPr lang="en-US"/>
        </a:p>
      </dgm:t>
    </dgm:pt>
    <dgm:pt modelId="{B12B1EE2-8B78-44C6-99E2-917B9983557A}" type="pres">
      <dgm:prSet presAssocID="{F180C4AD-1D57-477B-9845-E93562BE5E74}" presName="linear" presStyleCnt="0">
        <dgm:presLayoutVars>
          <dgm:animLvl val="lvl"/>
          <dgm:resizeHandles val="exact"/>
        </dgm:presLayoutVars>
      </dgm:prSet>
      <dgm:spPr/>
    </dgm:pt>
    <dgm:pt modelId="{827EF89F-1B17-4233-81B0-137C7E9337B6}" type="pres">
      <dgm:prSet presAssocID="{4D4D863D-63BF-46C1-B46D-257B2C8928E6}" presName="parentText" presStyleLbl="node1" presStyleIdx="0" presStyleCnt="6">
        <dgm:presLayoutVars>
          <dgm:chMax val="0"/>
          <dgm:bulletEnabled val="1"/>
        </dgm:presLayoutVars>
      </dgm:prSet>
      <dgm:spPr/>
    </dgm:pt>
    <dgm:pt modelId="{FC3B0283-73F2-4CDB-8341-0215D7E96A61}" type="pres">
      <dgm:prSet presAssocID="{6BC221DA-6DD2-494C-B808-EC28692AFEB6}" presName="spacer" presStyleCnt="0"/>
      <dgm:spPr/>
    </dgm:pt>
    <dgm:pt modelId="{01218197-6273-4887-BBD4-8CA834759673}" type="pres">
      <dgm:prSet presAssocID="{2DADAD17-1F68-4BCF-8626-3C7E7E33AA57}" presName="parentText" presStyleLbl="node1" presStyleIdx="1" presStyleCnt="6">
        <dgm:presLayoutVars>
          <dgm:chMax val="0"/>
          <dgm:bulletEnabled val="1"/>
        </dgm:presLayoutVars>
      </dgm:prSet>
      <dgm:spPr/>
    </dgm:pt>
    <dgm:pt modelId="{28D60006-8106-438B-9955-570864F28FDE}" type="pres">
      <dgm:prSet presAssocID="{BB6FF536-C6BC-42D1-97FE-873C97A50A22}" presName="spacer" presStyleCnt="0"/>
      <dgm:spPr/>
    </dgm:pt>
    <dgm:pt modelId="{FB32FB9D-0B1F-46B4-9CF3-FC00851D3EDB}" type="pres">
      <dgm:prSet presAssocID="{D3D566C3-C689-4672-A325-7F1DE389D92A}" presName="parentText" presStyleLbl="node1" presStyleIdx="2" presStyleCnt="6">
        <dgm:presLayoutVars>
          <dgm:chMax val="0"/>
          <dgm:bulletEnabled val="1"/>
        </dgm:presLayoutVars>
      </dgm:prSet>
      <dgm:spPr/>
    </dgm:pt>
    <dgm:pt modelId="{83318780-C3E4-474C-B4F1-37F722B4B442}" type="pres">
      <dgm:prSet presAssocID="{10307EDA-7E7B-4090-8EDD-7B6EB9E1810B}" presName="spacer" presStyleCnt="0"/>
      <dgm:spPr/>
    </dgm:pt>
    <dgm:pt modelId="{4508DFB4-BDDE-4069-94AA-D24E2E4B40E5}" type="pres">
      <dgm:prSet presAssocID="{A3AF7CEE-160E-40AF-80E9-F0EB36F4AC35}" presName="parentText" presStyleLbl="node1" presStyleIdx="3" presStyleCnt="6">
        <dgm:presLayoutVars>
          <dgm:chMax val="0"/>
          <dgm:bulletEnabled val="1"/>
        </dgm:presLayoutVars>
      </dgm:prSet>
      <dgm:spPr/>
    </dgm:pt>
    <dgm:pt modelId="{6E02F6E6-1274-45F1-B260-BF7965A59789}" type="pres">
      <dgm:prSet presAssocID="{53FBD026-B660-4D0C-A386-8F44E152166D}" presName="spacer" presStyleCnt="0"/>
      <dgm:spPr/>
    </dgm:pt>
    <dgm:pt modelId="{9C1A716B-DC7F-41D8-ACE2-97CBBC6BC873}" type="pres">
      <dgm:prSet presAssocID="{A9F58ABC-7D54-42F2-980D-1C82303D46BC}" presName="parentText" presStyleLbl="node1" presStyleIdx="4" presStyleCnt="6">
        <dgm:presLayoutVars>
          <dgm:chMax val="0"/>
          <dgm:bulletEnabled val="1"/>
        </dgm:presLayoutVars>
      </dgm:prSet>
      <dgm:spPr/>
    </dgm:pt>
    <dgm:pt modelId="{8A2BC7C5-BC9F-40DD-91C7-71823A10A60A}" type="pres">
      <dgm:prSet presAssocID="{B21339AD-34F9-4028-BB03-BDDB67296616}" presName="spacer" presStyleCnt="0"/>
      <dgm:spPr/>
    </dgm:pt>
    <dgm:pt modelId="{171BA042-FA2D-4614-AB35-90BDD6B78593}" type="pres">
      <dgm:prSet presAssocID="{CBF3068C-9317-4677-A682-A9A1BEAE384A}" presName="parentText" presStyleLbl="node1" presStyleIdx="5" presStyleCnt="6">
        <dgm:presLayoutVars>
          <dgm:chMax val="0"/>
          <dgm:bulletEnabled val="1"/>
        </dgm:presLayoutVars>
      </dgm:prSet>
      <dgm:spPr/>
    </dgm:pt>
  </dgm:ptLst>
  <dgm:cxnLst>
    <dgm:cxn modelId="{BBCF5D04-9A67-4D7D-B6AD-B2232C72A871}" srcId="{F180C4AD-1D57-477B-9845-E93562BE5E74}" destId="{CBF3068C-9317-4677-A682-A9A1BEAE384A}" srcOrd="5" destOrd="0" parTransId="{AC46CBAF-C48B-4692-AC22-AF3F71175401}" sibTransId="{0F49CFE5-53BD-4C84-9CAC-BD45464EC8D0}"/>
    <dgm:cxn modelId="{58A81B15-B459-4F32-937A-CF82D9073386}" srcId="{F180C4AD-1D57-477B-9845-E93562BE5E74}" destId="{D3D566C3-C689-4672-A325-7F1DE389D92A}" srcOrd="2" destOrd="0" parTransId="{CF0E641E-C983-4D90-AAF1-DBFDF021BC92}" sibTransId="{10307EDA-7E7B-4090-8EDD-7B6EB9E1810B}"/>
    <dgm:cxn modelId="{2772BC61-C7CD-44E4-9F18-8C1B07A9F0D2}" srcId="{F180C4AD-1D57-477B-9845-E93562BE5E74}" destId="{2DADAD17-1F68-4BCF-8626-3C7E7E33AA57}" srcOrd="1" destOrd="0" parTransId="{72C2CD21-6153-48E5-96BC-9EF26E687601}" sibTransId="{BB6FF536-C6BC-42D1-97FE-873C97A50A22}"/>
    <dgm:cxn modelId="{C8189D62-64EE-47BB-94AB-691DD52ACB64}" srcId="{F180C4AD-1D57-477B-9845-E93562BE5E74}" destId="{4D4D863D-63BF-46C1-B46D-257B2C8928E6}" srcOrd="0" destOrd="0" parTransId="{619C208C-1D9F-4EEB-BBD6-2B9D09016544}" sibTransId="{6BC221DA-6DD2-494C-B808-EC28692AFEB6}"/>
    <dgm:cxn modelId="{BF31DA65-F181-4F8D-A37C-63D7E7077FA5}" type="presOf" srcId="{2DADAD17-1F68-4BCF-8626-3C7E7E33AA57}" destId="{01218197-6273-4887-BBD4-8CA834759673}" srcOrd="0" destOrd="0" presId="urn:microsoft.com/office/officeart/2005/8/layout/vList2"/>
    <dgm:cxn modelId="{282BCC4A-A1D6-4DDC-997F-5BBA473A8257}" type="presOf" srcId="{CBF3068C-9317-4677-A682-A9A1BEAE384A}" destId="{171BA042-FA2D-4614-AB35-90BDD6B78593}" srcOrd="0" destOrd="0" presId="urn:microsoft.com/office/officeart/2005/8/layout/vList2"/>
    <dgm:cxn modelId="{A6378B4B-A910-4127-A532-CDCC1541A22D}" srcId="{F180C4AD-1D57-477B-9845-E93562BE5E74}" destId="{A9F58ABC-7D54-42F2-980D-1C82303D46BC}" srcOrd="4" destOrd="0" parTransId="{EF063D6D-7A13-49A8-AF28-BB2B4B974E30}" sibTransId="{B21339AD-34F9-4028-BB03-BDDB67296616}"/>
    <dgm:cxn modelId="{B4004F97-0BF2-4007-B388-719993462CA8}" type="presOf" srcId="{D3D566C3-C689-4672-A325-7F1DE389D92A}" destId="{FB32FB9D-0B1F-46B4-9CF3-FC00851D3EDB}" srcOrd="0" destOrd="0" presId="urn:microsoft.com/office/officeart/2005/8/layout/vList2"/>
    <dgm:cxn modelId="{971B52AC-1F92-4614-A868-459C1889F248}" srcId="{F180C4AD-1D57-477B-9845-E93562BE5E74}" destId="{A3AF7CEE-160E-40AF-80E9-F0EB36F4AC35}" srcOrd="3" destOrd="0" parTransId="{93F94E83-B374-4309-A9FE-DB98FCC59B95}" sibTransId="{53FBD026-B660-4D0C-A386-8F44E152166D}"/>
    <dgm:cxn modelId="{C49A6CB8-4B8B-48A7-945E-17EAFC6B2CA0}" type="presOf" srcId="{A3AF7CEE-160E-40AF-80E9-F0EB36F4AC35}" destId="{4508DFB4-BDDE-4069-94AA-D24E2E4B40E5}" srcOrd="0" destOrd="0" presId="urn:microsoft.com/office/officeart/2005/8/layout/vList2"/>
    <dgm:cxn modelId="{38BB6DBB-235D-48A7-9789-D4CD6C18FA2C}" type="presOf" srcId="{A9F58ABC-7D54-42F2-980D-1C82303D46BC}" destId="{9C1A716B-DC7F-41D8-ACE2-97CBBC6BC873}" srcOrd="0" destOrd="0" presId="urn:microsoft.com/office/officeart/2005/8/layout/vList2"/>
    <dgm:cxn modelId="{3AA387CB-FC34-4D21-BEC2-6522F5EFCB94}" type="presOf" srcId="{4D4D863D-63BF-46C1-B46D-257B2C8928E6}" destId="{827EF89F-1B17-4233-81B0-137C7E9337B6}" srcOrd="0" destOrd="0" presId="urn:microsoft.com/office/officeart/2005/8/layout/vList2"/>
    <dgm:cxn modelId="{4E280FCE-A6B2-4398-8BF5-17236BF3ADD2}" type="presOf" srcId="{F180C4AD-1D57-477B-9845-E93562BE5E74}" destId="{B12B1EE2-8B78-44C6-99E2-917B9983557A}" srcOrd="0" destOrd="0" presId="urn:microsoft.com/office/officeart/2005/8/layout/vList2"/>
    <dgm:cxn modelId="{A3CEAE5A-E50F-4503-935B-7770F05DA759}" type="presParOf" srcId="{B12B1EE2-8B78-44C6-99E2-917B9983557A}" destId="{827EF89F-1B17-4233-81B0-137C7E9337B6}" srcOrd="0" destOrd="0" presId="urn:microsoft.com/office/officeart/2005/8/layout/vList2"/>
    <dgm:cxn modelId="{9F724898-450D-4446-AFA8-19EB55DA8C24}" type="presParOf" srcId="{B12B1EE2-8B78-44C6-99E2-917B9983557A}" destId="{FC3B0283-73F2-4CDB-8341-0215D7E96A61}" srcOrd="1" destOrd="0" presId="urn:microsoft.com/office/officeart/2005/8/layout/vList2"/>
    <dgm:cxn modelId="{3A81B98A-3CB8-49DA-9565-61DC15053ADA}" type="presParOf" srcId="{B12B1EE2-8B78-44C6-99E2-917B9983557A}" destId="{01218197-6273-4887-BBD4-8CA834759673}" srcOrd="2" destOrd="0" presId="urn:microsoft.com/office/officeart/2005/8/layout/vList2"/>
    <dgm:cxn modelId="{840E1740-6DFC-47F7-A97E-5F542F41F24F}" type="presParOf" srcId="{B12B1EE2-8B78-44C6-99E2-917B9983557A}" destId="{28D60006-8106-438B-9955-570864F28FDE}" srcOrd="3" destOrd="0" presId="urn:microsoft.com/office/officeart/2005/8/layout/vList2"/>
    <dgm:cxn modelId="{5AC72281-3D63-4ADA-B822-CCA6ACF56B81}" type="presParOf" srcId="{B12B1EE2-8B78-44C6-99E2-917B9983557A}" destId="{FB32FB9D-0B1F-46B4-9CF3-FC00851D3EDB}" srcOrd="4" destOrd="0" presId="urn:microsoft.com/office/officeart/2005/8/layout/vList2"/>
    <dgm:cxn modelId="{1A03D9E7-535F-45E7-B19C-D97C34D69EC0}" type="presParOf" srcId="{B12B1EE2-8B78-44C6-99E2-917B9983557A}" destId="{83318780-C3E4-474C-B4F1-37F722B4B442}" srcOrd="5" destOrd="0" presId="urn:microsoft.com/office/officeart/2005/8/layout/vList2"/>
    <dgm:cxn modelId="{E8E21065-954C-40C0-B1F1-5DB75BE383EF}" type="presParOf" srcId="{B12B1EE2-8B78-44C6-99E2-917B9983557A}" destId="{4508DFB4-BDDE-4069-94AA-D24E2E4B40E5}" srcOrd="6" destOrd="0" presId="urn:microsoft.com/office/officeart/2005/8/layout/vList2"/>
    <dgm:cxn modelId="{B4A0BF39-BE70-4EB6-9355-1CC7A07DBC3A}" type="presParOf" srcId="{B12B1EE2-8B78-44C6-99E2-917B9983557A}" destId="{6E02F6E6-1274-45F1-B260-BF7965A59789}" srcOrd="7" destOrd="0" presId="urn:microsoft.com/office/officeart/2005/8/layout/vList2"/>
    <dgm:cxn modelId="{29247AFA-143F-4E3D-B228-8BDC4B91F907}" type="presParOf" srcId="{B12B1EE2-8B78-44C6-99E2-917B9983557A}" destId="{9C1A716B-DC7F-41D8-ACE2-97CBBC6BC873}" srcOrd="8" destOrd="0" presId="urn:microsoft.com/office/officeart/2005/8/layout/vList2"/>
    <dgm:cxn modelId="{85EE9E82-6F3D-4752-94AD-8BE1ED391489}" type="presParOf" srcId="{B12B1EE2-8B78-44C6-99E2-917B9983557A}" destId="{8A2BC7C5-BC9F-40DD-91C7-71823A10A60A}" srcOrd="9" destOrd="0" presId="urn:microsoft.com/office/officeart/2005/8/layout/vList2"/>
    <dgm:cxn modelId="{2CED38CD-0C4C-4829-9296-909EECBEE803}" type="presParOf" srcId="{B12B1EE2-8B78-44C6-99E2-917B9983557A}" destId="{171BA042-FA2D-4614-AB35-90BDD6B78593}"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96D5D7-0E0D-4E66-BE52-44832FCAA626}" type="doc">
      <dgm:prSet loTypeId="urn:microsoft.com/office/officeart/2018/5/layout/CenteredIconLabelDescriptionList" loCatId="icon" qsTypeId="urn:microsoft.com/office/officeart/2005/8/quickstyle/simple1#3" qsCatId="simple" csTypeId="urn:microsoft.com/office/officeart/2018/5/colors/Iconchunking_neutralbg_colorful1" csCatId="colorful" phldr="1"/>
      <dgm:spPr/>
      <dgm:t>
        <a:bodyPr/>
        <a:lstStyle/>
        <a:p>
          <a:endParaRPr lang="en-US"/>
        </a:p>
      </dgm:t>
    </dgm:pt>
    <dgm:pt modelId="{8CBCE2F9-DE57-47A4-A046-A449969A375C}">
      <dgm:prSet/>
      <dgm:spPr/>
      <dgm:t>
        <a:bodyPr/>
        <a:lstStyle/>
        <a:p>
          <a:pPr>
            <a:lnSpc>
              <a:spcPct val="100000"/>
            </a:lnSpc>
            <a:defRPr b="1"/>
          </a:pPr>
          <a:r>
            <a:rPr lang="en-GB" b="1" dirty="0"/>
            <a:t>How did we get here?</a:t>
          </a:r>
          <a:endParaRPr lang="en-US" dirty="0"/>
        </a:p>
      </dgm:t>
    </dgm:pt>
    <dgm:pt modelId="{B3A134BC-321C-4E2E-BBED-82882162503D}" type="parTrans" cxnId="{62B206B1-E22E-49A5-992D-C377970C0DAC}">
      <dgm:prSet/>
      <dgm:spPr/>
      <dgm:t>
        <a:bodyPr/>
        <a:lstStyle/>
        <a:p>
          <a:endParaRPr lang="en-US"/>
        </a:p>
      </dgm:t>
    </dgm:pt>
    <dgm:pt modelId="{D39B0097-DA76-41B8-A43A-385603A32F95}" type="sibTrans" cxnId="{62B206B1-E22E-49A5-992D-C377970C0DAC}">
      <dgm:prSet/>
      <dgm:spPr/>
      <dgm:t>
        <a:bodyPr/>
        <a:lstStyle/>
        <a:p>
          <a:endParaRPr lang="en-US"/>
        </a:p>
      </dgm:t>
    </dgm:pt>
    <dgm:pt modelId="{6A40EDAB-0257-421D-B124-3E7D205AD64A}">
      <dgm:prSet/>
      <dgm:spPr/>
      <dgm:t>
        <a:bodyPr/>
        <a:lstStyle/>
        <a:p>
          <a:pPr>
            <a:lnSpc>
              <a:spcPct val="100000"/>
            </a:lnSpc>
          </a:pPr>
          <a:r>
            <a:rPr lang="en-GB"/>
            <a:t>Historical context, scope, key concepts and relation to other disciplines.</a:t>
          </a:r>
          <a:endParaRPr lang="en-US"/>
        </a:p>
      </dgm:t>
    </dgm:pt>
    <dgm:pt modelId="{A5CD6D14-F0CF-45A7-A25B-E61A891394F8}" type="parTrans" cxnId="{3E2DF577-50BC-4D86-AC72-1A7DD5FB702E}">
      <dgm:prSet/>
      <dgm:spPr/>
      <dgm:t>
        <a:bodyPr/>
        <a:lstStyle/>
        <a:p>
          <a:endParaRPr lang="en-US"/>
        </a:p>
      </dgm:t>
    </dgm:pt>
    <dgm:pt modelId="{92260197-B403-40AC-ACC7-83D65DF5E7CA}" type="sibTrans" cxnId="{3E2DF577-50BC-4D86-AC72-1A7DD5FB702E}">
      <dgm:prSet/>
      <dgm:spPr/>
      <dgm:t>
        <a:bodyPr/>
        <a:lstStyle/>
        <a:p>
          <a:endParaRPr lang="en-US"/>
        </a:p>
      </dgm:t>
    </dgm:pt>
    <dgm:pt modelId="{E188F866-5AE2-45AB-BE3F-5798D9DAA508}">
      <dgm:prSet/>
      <dgm:spPr/>
      <dgm:t>
        <a:bodyPr/>
        <a:lstStyle/>
        <a:p>
          <a:pPr>
            <a:lnSpc>
              <a:spcPct val="100000"/>
            </a:lnSpc>
            <a:defRPr b="1"/>
          </a:pPr>
          <a:r>
            <a:rPr lang="en-GB" b="1"/>
            <a:t>AI paradigms </a:t>
          </a:r>
          <a:endParaRPr lang="en-US"/>
        </a:p>
      </dgm:t>
    </dgm:pt>
    <dgm:pt modelId="{9E8424C9-18DB-43EC-8D25-BA6A9907F697}" type="parTrans" cxnId="{ED86588D-D69E-4ED9-8B10-1659CAFFE3E6}">
      <dgm:prSet/>
      <dgm:spPr/>
      <dgm:t>
        <a:bodyPr/>
        <a:lstStyle/>
        <a:p>
          <a:endParaRPr lang="en-US"/>
        </a:p>
      </dgm:t>
    </dgm:pt>
    <dgm:pt modelId="{63A78417-2106-40CA-BCF9-843FCC9594F6}" type="sibTrans" cxnId="{ED86588D-D69E-4ED9-8B10-1659CAFFE3E6}">
      <dgm:prSet/>
      <dgm:spPr/>
      <dgm:t>
        <a:bodyPr/>
        <a:lstStyle/>
        <a:p>
          <a:endParaRPr lang="en-US"/>
        </a:p>
      </dgm:t>
    </dgm:pt>
    <dgm:pt modelId="{3F990950-E8A7-4F99-9AB2-D645D57CA122}">
      <dgm:prSet/>
      <dgm:spPr/>
      <dgm:t>
        <a:bodyPr/>
        <a:lstStyle/>
        <a:p>
          <a:pPr>
            <a:lnSpc>
              <a:spcPct val="100000"/>
            </a:lnSpc>
          </a:pPr>
          <a:r>
            <a:rPr lang="en-GB" dirty="0"/>
            <a:t>Symbolic vs. Non-symbolic approaches. Knowledge vs search. Inference vs learning.  </a:t>
          </a:r>
          <a:endParaRPr lang="en-US" dirty="0"/>
        </a:p>
      </dgm:t>
    </dgm:pt>
    <dgm:pt modelId="{30028F95-6561-4761-9552-259C5147B878}" type="parTrans" cxnId="{6ACA8ABB-D6A0-4D0B-8E1B-8385A563229D}">
      <dgm:prSet/>
      <dgm:spPr/>
      <dgm:t>
        <a:bodyPr/>
        <a:lstStyle/>
        <a:p>
          <a:endParaRPr lang="en-US"/>
        </a:p>
      </dgm:t>
    </dgm:pt>
    <dgm:pt modelId="{218D6834-744D-44A3-BAB6-E84DFA979F3C}" type="sibTrans" cxnId="{6ACA8ABB-D6A0-4D0B-8E1B-8385A563229D}">
      <dgm:prSet/>
      <dgm:spPr/>
      <dgm:t>
        <a:bodyPr/>
        <a:lstStyle/>
        <a:p>
          <a:endParaRPr lang="en-US"/>
        </a:p>
      </dgm:t>
    </dgm:pt>
    <dgm:pt modelId="{D9891D4A-867B-47FB-AAEA-C5C72CA0CD5E}">
      <dgm:prSet/>
      <dgm:spPr/>
      <dgm:t>
        <a:bodyPr/>
        <a:lstStyle/>
        <a:p>
          <a:pPr>
            <a:lnSpc>
              <a:spcPct val="100000"/>
            </a:lnSpc>
            <a:defRPr b="1"/>
          </a:pPr>
          <a:r>
            <a:rPr lang="en-GB" b="1" dirty="0"/>
            <a:t>Intelligence:</a:t>
          </a:r>
          <a:r>
            <a:rPr lang="en-GB" dirty="0"/>
            <a:t> Natural vs artificial.</a:t>
          </a:r>
          <a:endParaRPr lang="en-US" dirty="0"/>
        </a:p>
      </dgm:t>
    </dgm:pt>
    <dgm:pt modelId="{F3370FE4-E79C-4B3B-803E-84F6D278D2FF}" type="parTrans" cxnId="{57FC58C5-70B4-4BCC-A422-AE4F07CFC424}">
      <dgm:prSet/>
      <dgm:spPr/>
      <dgm:t>
        <a:bodyPr/>
        <a:lstStyle/>
        <a:p>
          <a:endParaRPr lang="en-US"/>
        </a:p>
      </dgm:t>
    </dgm:pt>
    <dgm:pt modelId="{5571A7F1-04F3-45A3-8D8F-C61DD058BC4D}" type="sibTrans" cxnId="{57FC58C5-70B4-4BCC-A422-AE4F07CFC424}">
      <dgm:prSet/>
      <dgm:spPr/>
      <dgm:t>
        <a:bodyPr/>
        <a:lstStyle/>
        <a:p>
          <a:endParaRPr lang="en-US"/>
        </a:p>
      </dgm:t>
    </dgm:pt>
    <dgm:pt modelId="{A312D41E-633E-4E92-8BA2-7E820A3C1572}">
      <dgm:prSet/>
      <dgm:spPr/>
      <dgm:t>
        <a:bodyPr/>
        <a:lstStyle/>
        <a:p>
          <a:pPr>
            <a:lnSpc>
              <a:spcPct val="100000"/>
            </a:lnSpc>
            <a:defRPr b="1"/>
          </a:pPr>
          <a:r>
            <a:rPr lang="en-GB" b="1" dirty="0"/>
            <a:t>AI as science vs Engineering/ Technology</a:t>
          </a:r>
          <a:endParaRPr lang="en-US" dirty="0"/>
        </a:p>
      </dgm:t>
    </dgm:pt>
    <dgm:pt modelId="{3D84C4D9-D53E-4225-9120-16B302BBE14A}" type="parTrans" cxnId="{16F987E8-DB21-45E9-9854-9FDB8E54B2E4}">
      <dgm:prSet/>
      <dgm:spPr/>
      <dgm:t>
        <a:bodyPr/>
        <a:lstStyle/>
        <a:p>
          <a:endParaRPr lang="en-US"/>
        </a:p>
      </dgm:t>
    </dgm:pt>
    <dgm:pt modelId="{8575C11A-6A82-4E92-8648-D490E5423A2B}" type="sibTrans" cxnId="{16F987E8-DB21-45E9-9854-9FDB8E54B2E4}">
      <dgm:prSet/>
      <dgm:spPr/>
      <dgm:t>
        <a:bodyPr/>
        <a:lstStyle/>
        <a:p>
          <a:endParaRPr lang="en-US"/>
        </a:p>
      </dgm:t>
    </dgm:pt>
    <dgm:pt modelId="{E4A36603-2E6D-44CC-B9B2-A6F99DA78444}">
      <dgm:prSet/>
      <dgm:spPr/>
      <dgm:t>
        <a:bodyPr/>
        <a:lstStyle/>
        <a:p>
          <a:pPr>
            <a:lnSpc>
              <a:spcPct val="100000"/>
            </a:lnSpc>
            <a:defRPr b="1"/>
          </a:pPr>
          <a:r>
            <a:rPr lang="en-GB" b="1" dirty="0"/>
            <a:t>What is intelligence? </a:t>
          </a:r>
          <a:endParaRPr lang="en-US" dirty="0"/>
        </a:p>
      </dgm:t>
    </dgm:pt>
    <dgm:pt modelId="{8C87E9D2-359D-41E5-B6AB-F1143104F277}" type="parTrans" cxnId="{CA67C445-7BC4-4DC3-9B5B-1E1FE7B011A8}">
      <dgm:prSet/>
      <dgm:spPr/>
      <dgm:t>
        <a:bodyPr/>
        <a:lstStyle/>
        <a:p>
          <a:endParaRPr lang="en-US"/>
        </a:p>
      </dgm:t>
    </dgm:pt>
    <dgm:pt modelId="{46D3871E-B1E3-4BA8-9B4B-4E420C48DCD5}" type="sibTrans" cxnId="{CA67C445-7BC4-4DC3-9B5B-1E1FE7B011A8}">
      <dgm:prSet/>
      <dgm:spPr/>
      <dgm:t>
        <a:bodyPr/>
        <a:lstStyle/>
        <a:p>
          <a:endParaRPr lang="en-US"/>
        </a:p>
      </dgm:t>
    </dgm:pt>
    <dgm:pt modelId="{BCAFC78D-9675-4D2A-99C0-73E2AF488903}">
      <dgm:prSet/>
      <dgm:spPr/>
      <dgm:t>
        <a:bodyPr/>
        <a:lstStyle/>
        <a:p>
          <a:pPr>
            <a:lnSpc>
              <a:spcPct val="100000"/>
            </a:lnSpc>
          </a:pPr>
          <a:r>
            <a:rPr lang="en-GB" dirty="0"/>
            <a:t>Philosophical foundations</a:t>
          </a:r>
          <a:br>
            <a:rPr lang="en-GB" dirty="0"/>
          </a:br>
          <a:r>
            <a:rPr lang="en-GB" dirty="0"/>
            <a:t>Behavioural test (Turing Test) vs ‘what’s inside?’</a:t>
          </a:r>
          <a:endParaRPr lang="en-US" dirty="0"/>
        </a:p>
      </dgm:t>
    </dgm:pt>
    <dgm:pt modelId="{7B96D2B0-A9CC-4B05-830C-E0B3C70964F2}" type="parTrans" cxnId="{54012C89-AE85-4743-9997-B4E33A61D3BE}">
      <dgm:prSet/>
      <dgm:spPr/>
      <dgm:t>
        <a:bodyPr/>
        <a:lstStyle/>
        <a:p>
          <a:endParaRPr lang="en-US"/>
        </a:p>
      </dgm:t>
    </dgm:pt>
    <dgm:pt modelId="{E37FB202-7E05-40B6-B20F-CC408CA4CD64}" type="sibTrans" cxnId="{54012C89-AE85-4743-9997-B4E33A61D3BE}">
      <dgm:prSet/>
      <dgm:spPr/>
      <dgm:t>
        <a:bodyPr/>
        <a:lstStyle/>
        <a:p>
          <a:endParaRPr lang="en-US"/>
        </a:p>
      </dgm:t>
    </dgm:pt>
    <dgm:pt modelId="{D27CE7D3-0B8F-4504-A520-7D6864C7F4A5}" type="pres">
      <dgm:prSet presAssocID="{6696D5D7-0E0D-4E66-BE52-44832FCAA626}" presName="root" presStyleCnt="0">
        <dgm:presLayoutVars>
          <dgm:dir/>
          <dgm:resizeHandles val="exact"/>
        </dgm:presLayoutVars>
      </dgm:prSet>
      <dgm:spPr/>
    </dgm:pt>
    <dgm:pt modelId="{BE8E49B3-C85B-43B2-8582-EF7D574B7DEE}" type="pres">
      <dgm:prSet presAssocID="{8CBCE2F9-DE57-47A4-A046-A449969A375C}" presName="compNode" presStyleCnt="0"/>
      <dgm:spPr/>
    </dgm:pt>
    <dgm:pt modelId="{039874F8-4F8B-4288-949A-12A0A006D362}" type="pres">
      <dgm:prSet presAssocID="{8CBCE2F9-DE57-47A4-A046-A449969A375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eeting"/>
        </a:ext>
      </dgm:extLst>
    </dgm:pt>
    <dgm:pt modelId="{37F2F524-9988-45F8-A363-8C8C2F07A8E2}" type="pres">
      <dgm:prSet presAssocID="{8CBCE2F9-DE57-47A4-A046-A449969A375C}" presName="iconSpace" presStyleCnt="0"/>
      <dgm:spPr/>
    </dgm:pt>
    <dgm:pt modelId="{A8411B28-DE24-400E-89F5-C51AFDDE5938}" type="pres">
      <dgm:prSet presAssocID="{8CBCE2F9-DE57-47A4-A046-A449969A375C}" presName="parTx" presStyleLbl="revTx" presStyleIdx="0" presStyleCnt="10">
        <dgm:presLayoutVars>
          <dgm:chMax val="0"/>
          <dgm:chPref val="0"/>
        </dgm:presLayoutVars>
      </dgm:prSet>
      <dgm:spPr/>
    </dgm:pt>
    <dgm:pt modelId="{9CBCFD81-25E1-40A1-8714-005AAAC5E041}" type="pres">
      <dgm:prSet presAssocID="{8CBCE2F9-DE57-47A4-A046-A449969A375C}" presName="txSpace" presStyleCnt="0"/>
      <dgm:spPr/>
    </dgm:pt>
    <dgm:pt modelId="{77ECEBB5-5C89-44DE-BD78-2F4BA18874B9}" type="pres">
      <dgm:prSet presAssocID="{8CBCE2F9-DE57-47A4-A046-A449969A375C}" presName="desTx" presStyleLbl="revTx" presStyleIdx="1" presStyleCnt="10">
        <dgm:presLayoutVars/>
      </dgm:prSet>
      <dgm:spPr/>
    </dgm:pt>
    <dgm:pt modelId="{21E64DB6-9EA7-40D2-90BD-AB168447E24D}" type="pres">
      <dgm:prSet presAssocID="{D39B0097-DA76-41B8-A43A-385603A32F95}" presName="sibTrans" presStyleCnt="0"/>
      <dgm:spPr/>
    </dgm:pt>
    <dgm:pt modelId="{0BE5D86F-6209-4D97-98CB-09517EB40BBE}" type="pres">
      <dgm:prSet presAssocID="{E188F866-5AE2-45AB-BE3F-5798D9DAA508}" presName="compNode" presStyleCnt="0"/>
      <dgm:spPr/>
    </dgm:pt>
    <dgm:pt modelId="{94AD66E0-0FDE-4A76-8B46-0BAC765DB0F2}" type="pres">
      <dgm:prSet presAssocID="{E188F866-5AE2-45AB-BE3F-5798D9DAA50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76BAA414-8729-4735-8A5D-05C3720DD372}" type="pres">
      <dgm:prSet presAssocID="{E188F866-5AE2-45AB-BE3F-5798D9DAA508}" presName="iconSpace" presStyleCnt="0"/>
      <dgm:spPr/>
    </dgm:pt>
    <dgm:pt modelId="{CCE20372-DD65-4FAF-9448-C6496E387AA9}" type="pres">
      <dgm:prSet presAssocID="{E188F866-5AE2-45AB-BE3F-5798D9DAA508}" presName="parTx" presStyleLbl="revTx" presStyleIdx="2" presStyleCnt="10">
        <dgm:presLayoutVars>
          <dgm:chMax val="0"/>
          <dgm:chPref val="0"/>
        </dgm:presLayoutVars>
      </dgm:prSet>
      <dgm:spPr/>
    </dgm:pt>
    <dgm:pt modelId="{D77790F7-FB5F-4014-AEE3-5FE4A9A1F82F}" type="pres">
      <dgm:prSet presAssocID="{E188F866-5AE2-45AB-BE3F-5798D9DAA508}" presName="txSpace" presStyleCnt="0"/>
      <dgm:spPr/>
    </dgm:pt>
    <dgm:pt modelId="{0F4424A4-DAEF-4B2E-91E3-7C538D06C019}" type="pres">
      <dgm:prSet presAssocID="{E188F866-5AE2-45AB-BE3F-5798D9DAA508}" presName="desTx" presStyleLbl="revTx" presStyleIdx="3" presStyleCnt="10">
        <dgm:presLayoutVars/>
      </dgm:prSet>
      <dgm:spPr/>
    </dgm:pt>
    <dgm:pt modelId="{23FDA5D7-0D71-4D57-BDD7-E3794A0C9940}" type="pres">
      <dgm:prSet presAssocID="{63A78417-2106-40CA-BCF9-843FCC9594F6}" presName="sibTrans" presStyleCnt="0"/>
      <dgm:spPr/>
    </dgm:pt>
    <dgm:pt modelId="{A6AADE77-AA29-4E6B-AC37-2439149D51F9}" type="pres">
      <dgm:prSet presAssocID="{D9891D4A-867B-47FB-AAEA-C5C72CA0CD5E}" presName="compNode" presStyleCnt="0"/>
      <dgm:spPr/>
    </dgm:pt>
    <dgm:pt modelId="{777FF09E-FCE5-4BEF-9C15-F8E843DBD788}" type="pres">
      <dgm:prSet presAssocID="{D9891D4A-867B-47FB-AAEA-C5C72CA0CD5E}"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B447FA4A-3D6C-492C-8235-072842C59662}" type="pres">
      <dgm:prSet presAssocID="{D9891D4A-867B-47FB-AAEA-C5C72CA0CD5E}" presName="iconSpace" presStyleCnt="0"/>
      <dgm:spPr/>
    </dgm:pt>
    <dgm:pt modelId="{2F6FB5D2-8E8C-4B7A-9E34-4AAB4C0BE338}" type="pres">
      <dgm:prSet presAssocID="{D9891D4A-867B-47FB-AAEA-C5C72CA0CD5E}" presName="parTx" presStyleLbl="revTx" presStyleIdx="4" presStyleCnt="10">
        <dgm:presLayoutVars>
          <dgm:chMax val="0"/>
          <dgm:chPref val="0"/>
        </dgm:presLayoutVars>
      </dgm:prSet>
      <dgm:spPr/>
    </dgm:pt>
    <dgm:pt modelId="{0B0B5A1F-7F13-43AA-A3E3-D1A82296437B}" type="pres">
      <dgm:prSet presAssocID="{D9891D4A-867B-47FB-AAEA-C5C72CA0CD5E}" presName="txSpace" presStyleCnt="0"/>
      <dgm:spPr/>
    </dgm:pt>
    <dgm:pt modelId="{8374A0A7-633E-4430-A139-EFC0E647B955}" type="pres">
      <dgm:prSet presAssocID="{D9891D4A-867B-47FB-AAEA-C5C72CA0CD5E}" presName="desTx" presStyleLbl="revTx" presStyleIdx="5" presStyleCnt="10">
        <dgm:presLayoutVars/>
      </dgm:prSet>
      <dgm:spPr/>
    </dgm:pt>
    <dgm:pt modelId="{FA83C0DC-6887-4ED0-9F7D-F67F2D429FA7}" type="pres">
      <dgm:prSet presAssocID="{5571A7F1-04F3-45A3-8D8F-C61DD058BC4D}" presName="sibTrans" presStyleCnt="0"/>
      <dgm:spPr/>
    </dgm:pt>
    <dgm:pt modelId="{1A74A00D-E27B-46C8-A1EA-1C6202037E4E}" type="pres">
      <dgm:prSet presAssocID="{A312D41E-633E-4E92-8BA2-7E820A3C1572}" presName="compNode" presStyleCnt="0"/>
      <dgm:spPr/>
    </dgm:pt>
    <dgm:pt modelId="{C27890B2-10FF-4DA4-AD6B-5D5AC707BAE1}" type="pres">
      <dgm:prSet presAssocID="{A312D41E-633E-4E92-8BA2-7E820A3C157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E2E02F99-B0B2-4840-8951-870DC6ECDBF0}" type="pres">
      <dgm:prSet presAssocID="{A312D41E-633E-4E92-8BA2-7E820A3C1572}" presName="iconSpace" presStyleCnt="0"/>
      <dgm:spPr/>
    </dgm:pt>
    <dgm:pt modelId="{49FFDB6B-B366-40E5-A1CA-DCC8EB42D2AC}" type="pres">
      <dgm:prSet presAssocID="{A312D41E-633E-4E92-8BA2-7E820A3C1572}" presName="parTx" presStyleLbl="revTx" presStyleIdx="6" presStyleCnt="10">
        <dgm:presLayoutVars>
          <dgm:chMax val="0"/>
          <dgm:chPref val="0"/>
        </dgm:presLayoutVars>
      </dgm:prSet>
      <dgm:spPr/>
    </dgm:pt>
    <dgm:pt modelId="{18D54430-50D3-4379-A363-2E6314DA95D7}" type="pres">
      <dgm:prSet presAssocID="{A312D41E-633E-4E92-8BA2-7E820A3C1572}" presName="txSpace" presStyleCnt="0"/>
      <dgm:spPr/>
    </dgm:pt>
    <dgm:pt modelId="{A0A0284D-C61D-410D-B46C-2F7EC9FFFD5A}" type="pres">
      <dgm:prSet presAssocID="{A312D41E-633E-4E92-8BA2-7E820A3C1572}" presName="desTx" presStyleLbl="revTx" presStyleIdx="7" presStyleCnt="10">
        <dgm:presLayoutVars/>
      </dgm:prSet>
      <dgm:spPr/>
    </dgm:pt>
    <dgm:pt modelId="{5A4FB80E-9C7A-4CA6-AD20-F07C2AA70F17}" type="pres">
      <dgm:prSet presAssocID="{8575C11A-6A82-4E92-8648-D490E5423A2B}" presName="sibTrans" presStyleCnt="0"/>
      <dgm:spPr/>
    </dgm:pt>
    <dgm:pt modelId="{CD5A42C9-6C27-42DC-9CD5-24DAFD98EC87}" type="pres">
      <dgm:prSet presAssocID="{E4A36603-2E6D-44CC-B9B2-A6F99DA78444}" presName="compNode" presStyleCnt="0"/>
      <dgm:spPr/>
    </dgm:pt>
    <dgm:pt modelId="{46576200-F95A-4F43-A97C-071C7F650D47}" type="pres">
      <dgm:prSet presAssocID="{E4A36603-2E6D-44CC-B9B2-A6F99DA7844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A864904A-359F-45C0-93AF-470A72E7530A}" type="pres">
      <dgm:prSet presAssocID="{E4A36603-2E6D-44CC-B9B2-A6F99DA78444}" presName="iconSpace" presStyleCnt="0"/>
      <dgm:spPr/>
    </dgm:pt>
    <dgm:pt modelId="{392DB45D-F482-405A-905F-A27EC4C7BEA7}" type="pres">
      <dgm:prSet presAssocID="{E4A36603-2E6D-44CC-B9B2-A6F99DA78444}" presName="parTx" presStyleLbl="revTx" presStyleIdx="8" presStyleCnt="10">
        <dgm:presLayoutVars>
          <dgm:chMax val="0"/>
          <dgm:chPref val="0"/>
        </dgm:presLayoutVars>
      </dgm:prSet>
      <dgm:spPr/>
    </dgm:pt>
    <dgm:pt modelId="{42C51727-A2F4-4889-AE51-33FB29B62714}" type="pres">
      <dgm:prSet presAssocID="{E4A36603-2E6D-44CC-B9B2-A6F99DA78444}" presName="txSpace" presStyleCnt="0"/>
      <dgm:spPr/>
    </dgm:pt>
    <dgm:pt modelId="{8D800669-3CDB-4446-826C-2AB1BB38001A}" type="pres">
      <dgm:prSet presAssocID="{E4A36603-2E6D-44CC-B9B2-A6F99DA78444}" presName="desTx" presStyleLbl="revTx" presStyleIdx="9" presStyleCnt="10">
        <dgm:presLayoutVars/>
      </dgm:prSet>
      <dgm:spPr/>
    </dgm:pt>
  </dgm:ptLst>
  <dgm:cxnLst>
    <dgm:cxn modelId="{CF06D41D-D3B8-45EB-BDD5-A1E0B441274F}" type="presOf" srcId="{A312D41E-633E-4E92-8BA2-7E820A3C1572}" destId="{49FFDB6B-B366-40E5-A1CA-DCC8EB42D2AC}" srcOrd="0" destOrd="0" presId="urn:microsoft.com/office/officeart/2018/5/layout/CenteredIconLabelDescriptionList"/>
    <dgm:cxn modelId="{CA67C445-7BC4-4DC3-9B5B-1E1FE7B011A8}" srcId="{6696D5D7-0E0D-4E66-BE52-44832FCAA626}" destId="{E4A36603-2E6D-44CC-B9B2-A6F99DA78444}" srcOrd="4" destOrd="0" parTransId="{8C87E9D2-359D-41E5-B6AB-F1143104F277}" sibTransId="{46D3871E-B1E3-4BA8-9B4B-4E420C48DCD5}"/>
    <dgm:cxn modelId="{C8259846-736A-4F10-8555-6B3E78300587}" type="presOf" srcId="{8CBCE2F9-DE57-47A4-A046-A449969A375C}" destId="{A8411B28-DE24-400E-89F5-C51AFDDE5938}" srcOrd="0" destOrd="0" presId="urn:microsoft.com/office/officeart/2018/5/layout/CenteredIconLabelDescriptionList"/>
    <dgm:cxn modelId="{D85EB547-59A8-4B49-94CA-AD9830B8F0F5}" type="presOf" srcId="{6A40EDAB-0257-421D-B124-3E7D205AD64A}" destId="{77ECEBB5-5C89-44DE-BD78-2F4BA18874B9}" srcOrd="0" destOrd="0" presId="urn:microsoft.com/office/officeart/2018/5/layout/CenteredIconLabelDescriptionList"/>
    <dgm:cxn modelId="{3E2DF577-50BC-4D86-AC72-1A7DD5FB702E}" srcId="{8CBCE2F9-DE57-47A4-A046-A449969A375C}" destId="{6A40EDAB-0257-421D-B124-3E7D205AD64A}" srcOrd="0" destOrd="0" parTransId="{A5CD6D14-F0CF-45A7-A25B-E61A891394F8}" sibTransId="{92260197-B403-40AC-ACC7-83D65DF5E7CA}"/>
    <dgm:cxn modelId="{54012C89-AE85-4743-9997-B4E33A61D3BE}" srcId="{E4A36603-2E6D-44CC-B9B2-A6F99DA78444}" destId="{BCAFC78D-9675-4D2A-99C0-73E2AF488903}" srcOrd="0" destOrd="0" parTransId="{7B96D2B0-A9CC-4B05-830C-E0B3C70964F2}" sibTransId="{E37FB202-7E05-40B6-B20F-CC408CA4CD64}"/>
    <dgm:cxn modelId="{ED86588D-D69E-4ED9-8B10-1659CAFFE3E6}" srcId="{6696D5D7-0E0D-4E66-BE52-44832FCAA626}" destId="{E188F866-5AE2-45AB-BE3F-5798D9DAA508}" srcOrd="1" destOrd="0" parTransId="{9E8424C9-18DB-43EC-8D25-BA6A9907F697}" sibTransId="{63A78417-2106-40CA-BCF9-843FCC9594F6}"/>
    <dgm:cxn modelId="{9C9700AA-6D16-421B-AAEE-49F87EA60401}" type="presOf" srcId="{6696D5D7-0E0D-4E66-BE52-44832FCAA626}" destId="{D27CE7D3-0B8F-4504-A520-7D6864C7F4A5}" srcOrd="0" destOrd="0" presId="urn:microsoft.com/office/officeart/2018/5/layout/CenteredIconLabelDescriptionList"/>
    <dgm:cxn modelId="{62B206B1-E22E-49A5-992D-C377970C0DAC}" srcId="{6696D5D7-0E0D-4E66-BE52-44832FCAA626}" destId="{8CBCE2F9-DE57-47A4-A046-A449969A375C}" srcOrd="0" destOrd="0" parTransId="{B3A134BC-321C-4E2E-BBED-82882162503D}" sibTransId="{D39B0097-DA76-41B8-A43A-385603A32F95}"/>
    <dgm:cxn modelId="{7F9AC6B1-B3FB-4A25-860B-89B6E82D80C0}" type="presOf" srcId="{D9891D4A-867B-47FB-AAEA-C5C72CA0CD5E}" destId="{2F6FB5D2-8E8C-4B7A-9E34-4AAB4C0BE338}" srcOrd="0" destOrd="0" presId="urn:microsoft.com/office/officeart/2018/5/layout/CenteredIconLabelDescriptionList"/>
    <dgm:cxn modelId="{6ACA8ABB-D6A0-4D0B-8E1B-8385A563229D}" srcId="{E188F866-5AE2-45AB-BE3F-5798D9DAA508}" destId="{3F990950-E8A7-4F99-9AB2-D645D57CA122}" srcOrd="0" destOrd="0" parTransId="{30028F95-6561-4761-9552-259C5147B878}" sibTransId="{218D6834-744D-44A3-BAB6-E84DFA979F3C}"/>
    <dgm:cxn modelId="{57FC58C5-70B4-4BCC-A422-AE4F07CFC424}" srcId="{6696D5D7-0E0D-4E66-BE52-44832FCAA626}" destId="{D9891D4A-867B-47FB-AAEA-C5C72CA0CD5E}" srcOrd="2" destOrd="0" parTransId="{F3370FE4-E79C-4B3B-803E-84F6D278D2FF}" sibTransId="{5571A7F1-04F3-45A3-8D8F-C61DD058BC4D}"/>
    <dgm:cxn modelId="{A4B201DF-7DB3-4B5A-8AF8-80723A64D539}" type="presOf" srcId="{E188F866-5AE2-45AB-BE3F-5798D9DAA508}" destId="{CCE20372-DD65-4FAF-9448-C6496E387AA9}" srcOrd="0" destOrd="0" presId="urn:microsoft.com/office/officeart/2018/5/layout/CenteredIconLabelDescriptionList"/>
    <dgm:cxn modelId="{A93D41E1-43B6-4D06-863E-2DB48AE44DEC}" type="presOf" srcId="{3F990950-E8A7-4F99-9AB2-D645D57CA122}" destId="{0F4424A4-DAEF-4B2E-91E3-7C538D06C019}" srcOrd="0" destOrd="0" presId="urn:microsoft.com/office/officeart/2018/5/layout/CenteredIconLabelDescriptionList"/>
    <dgm:cxn modelId="{16F987E8-DB21-45E9-9854-9FDB8E54B2E4}" srcId="{6696D5D7-0E0D-4E66-BE52-44832FCAA626}" destId="{A312D41E-633E-4E92-8BA2-7E820A3C1572}" srcOrd="3" destOrd="0" parTransId="{3D84C4D9-D53E-4225-9120-16B302BBE14A}" sibTransId="{8575C11A-6A82-4E92-8648-D490E5423A2B}"/>
    <dgm:cxn modelId="{7D7E20ED-F056-48EE-AAA3-3385711AD35E}" type="presOf" srcId="{E4A36603-2E6D-44CC-B9B2-A6F99DA78444}" destId="{392DB45D-F482-405A-905F-A27EC4C7BEA7}" srcOrd="0" destOrd="0" presId="urn:microsoft.com/office/officeart/2018/5/layout/CenteredIconLabelDescriptionList"/>
    <dgm:cxn modelId="{564A5EF3-2218-4C42-BDB6-3B5EE9E22D32}" type="presOf" srcId="{BCAFC78D-9675-4D2A-99C0-73E2AF488903}" destId="{8D800669-3CDB-4446-826C-2AB1BB38001A}" srcOrd="0" destOrd="0" presId="urn:microsoft.com/office/officeart/2018/5/layout/CenteredIconLabelDescriptionList"/>
    <dgm:cxn modelId="{DF197563-1C90-4817-B21B-9861BD7DB66C}" type="presParOf" srcId="{D27CE7D3-0B8F-4504-A520-7D6864C7F4A5}" destId="{BE8E49B3-C85B-43B2-8582-EF7D574B7DEE}" srcOrd="0" destOrd="0" presId="urn:microsoft.com/office/officeart/2018/5/layout/CenteredIconLabelDescriptionList"/>
    <dgm:cxn modelId="{2680BAD5-6555-450B-A2C3-F3B0CCD58599}" type="presParOf" srcId="{BE8E49B3-C85B-43B2-8582-EF7D574B7DEE}" destId="{039874F8-4F8B-4288-949A-12A0A006D362}" srcOrd="0" destOrd="0" presId="urn:microsoft.com/office/officeart/2018/5/layout/CenteredIconLabelDescriptionList"/>
    <dgm:cxn modelId="{8F84B055-F453-4F5B-BE18-8F836EBA1A22}" type="presParOf" srcId="{BE8E49B3-C85B-43B2-8582-EF7D574B7DEE}" destId="{37F2F524-9988-45F8-A363-8C8C2F07A8E2}" srcOrd="1" destOrd="0" presId="urn:microsoft.com/office/officeart/2018/5/layout/CenteredIconLabelDescriptionList"/>
    <dgm:cxn modelId="{6A2CE62A-BC34-4DBD-8208-F9FF342596B3}" type="presParOf" srcId="{BE8E49B3-C85B-43B2-8582-EF7D574B7DEE}" destId="{A8411B28-DE24-400E-89F5-C51AFDDE5938}" srcOrd="2" destOrd="0" presId="urn:microsoft.com/office/officeart/2018/5/layout/CenteredIconLabelDescriptionList"/>
    <dgm:cxn modelId="{9D8AADBC-FDA4-41D5-87BF-611E5A425DA7}" type="presParOf" srcId="{BE8E49B3-C85B-43B2-8582-EF7D574B7DEE}" destId="{9CBCFD81-25E1-40A1-8714-005AAAC5E041}" srcOrd="3" destOrd="0" presId="urn:microsoft.com/office/officeart/2018/5/layout/CenteredIconLabelDescriptionList"/>
    <dgm:cxn modelId="{E3069EC7-00C7-4F84-90DB-88E81A1FD208}" type="presParOf" srcId="{BE8E49B3-C85B-43B2-8582-EF7D574B7DEE}" destId="{77ECEBB5-5C89-44DE-BD78-2F4BA18874B9}" srcOrd="4" destOrd="0" presId="urn:microsoft.com/office/officeart/2018/5/layout/CenteredIconLabelDescriptionList"/>
    <dgm:cxn modelId="{B2BDBACF-AF36-4B56-948A-D00553EF6664}" type="presParOf" srcId="{D27CE7D3-0B8F-4504-A520-7D6864C7F4A5}" destId="{21E64DB6-9EA7-40D2-90BD-AB168447E24D}" srcOrd="1" destOrd="0" presId="urn:microsoft.com/office/officeart/2018/5/layout/CenteredIconLabelDescriptionList"/>
    <dgm:cxn modelId="{10449295-E31D-4782-954E-8A0CA771410B}" type="presParOf" srcId="{D27CE7D3-0B8F-4504-A520-7D6864C7F4A5}" destId="{0BE5D86F-6209-4D97-98CB-09517EB40BBE}" srcOrd="2" destOrd="0" presId="urn:microsoft.com/office/officeart/2018/5/layout/CenteredIconLabelDescriptionList"/>
    <dgm:cxn modelId="{03A4996D-C94E-4BAA-9488-39C225F35334}" type="presParOf" srcId="{0BE5D86F-6209-4D97-98CB-09517EB40BBE}" destId="{94AD66E0-0FDE-4A76-8B46-0BAC765DB0F2}" srcOrd="0" destOrd="0" presId="urn:microsoft.com/office/officeart/2018/5/layout/CenteredIconLabelDescriptionList"/>
    <dgm:cxn modelId="{2324F76C-DAE1-42DE-AB49-3D4FFA74574B}" type="presParOf" srcId="{0BE5D86F-6209-4D97-98CB-09517EB40BBE}" destId="{76BAA414-8729-4735-8A5D-05C3720DD372}" srcOrd="1" destOrd="0" presId="urn:microsoft.com/office/officeart/2018/5/layout/CenteredIconLabelDescriptionList"/>
    <dgm:cxn modelId="{8FC2B728-4CD0-4C2F-840E-405CFFE2E855}" type="presParOf" srcId="{0BE5D86F-6209-4D97-98CB-09517EB40BBE}" destId="{CCE20372-DD65-4FAF-9448-C6496E387AA9}" srcOrd="2" destOrd="0" presId="urn:microsoft.com/office/officeart/2018/5/layout/CenteredIconLabelDescriptionList"/>
    <dgm:cxn modelId="{A2EE5EF9-5E01-4D4F-87F2-043E496858E7}" type="presParOf" srcId="{0BE5D86F-6209-4D97-98CB-09517EB40BBE}" destId="{D77790F7-FB5F-4014-AEE3-5FE4A9A1F82F}" srcOrd="3" destOrd="0" presId="urn:microsoft.com/office/officeart/2018/5/layout/CenteredIconLabelDescriptionList"/>
    <dgm:cxn modelId="{E3984B57-BCE9-4C7A-852B-5705DCD2672B}" type="presParOf" srcId="{0BE5D86F-6209-4D97-98CB-09517EB40BBE}" destId="{0F4424A4-DAEF-4B2E-91E3-7C538D06C019}" srcOrd="4" destOrd="0" presId="urn:microsoft.com/office/officeart/2018/5/layout/CenteredIconLabelDescriptionList"/>
    <dgm:cxn modelId="{CBD574D6-D78B-46C3-B75B-75D0075518AB}" type="presParOf" srcId="{D27CE7D3-0B8F-4504-A520-7D6864C7F4A5}" destId="{23FDA5D7-0D71-4D57-BDD7-E3794A0C9940}" srcOrd="3" destOrd="0" presId="urn:microsoft.com/office/officeart/2018/5/layout/CenteredIconLabelDescriptionList"/>
    <dgm:cxn modelId="{E79BB33B-4E83-4C87-B582-F2DE9C8F9EF0}" type="presParOf" srcId="{D27CE7D3-0B8F-4504-A520-7D6864C7F4A5}" destId="{A6AADE77-AA29-4E6B-AC37-2439149D51F9}" srcOrd="4" destOrd="0" presId="urn:microsoft.com/office/officeart/2018/5/layout/CenteredIconLabelDescriptionList"/>
    <dgm:cxn modelId="{9B7BFD37-0745-4411-9EF4-B6ED50ED1BAA}" type="presParOf" srcId="{A6AADE77-AA29-4E6B-AC37-2439149D51F9}" destId="{777FF09E-FCE5-4BEF-9C15-F8E843DBD788}" srcOrd="0" destOrd="0" presId="urn:microsoft.com/office/officeart/2018/5/layout/CenteredIconLabelDescriptionList"/>
    <dgm:cxn modelId="{664EF1D1-20B0-4115-880D-2D8C125D156B}" type="presParOf" srcId="{A6AADE77-AA29-4E6B-AC37-2439149D51F9}" destId="{B447FA4A-3D6C-492C-8235-072842C59662}" srcOrd="1" destOrd="0" presId="urn:microsoft.com/office/officeart/2018/5/layout/CenteredIconLabelDescriptionList"/>
    <dgm:cxn modelId="{15E3A07C-D930-421F-B665-9CDFA5991C2A}" type="presParOf" srcId="{A6AADE77-AA29-4E6B-AC37-2439149D51F9}" destId="{2F6FB5D2-8E8C-4B7A-9E34-4AAB4C0BE338}" srcOrd="2" destOrd="0" presId="urn:microsoft.com/office/officeart/2018/5/layout/CenteredIconLabelDescriptionList"/>
    <dgm:cxn modelId="{233213E8-80C3-4F64-A46E-0F65D3C1BC9D}" type="presParOf" srcId="{A6AADE77-AA29-4E6B-AC37-2439149D51F9}" destId="{0B0B5A1F-7F13-43AA-A3E3-D1A82296437B}" srcOrd="3" destOrd="0" presId="urn:microsoft.com/office/officeart/2018/5/layout/CenteredIconLabelDescriptionList"/>
    <dgm:cxn modelId="{8C2F4638-F069-4522-9953-8A68411187B4}" type="presParOf" srcId="{A6AADE77-AA29-4E6B-AC37-2439149D51F9}" destId="{8374A0A7-633E-4430-A139-EFC0E647B955}" srcOrd="4" destOrd="0" presId="urn:microsoft.com/office/officeart/2018/5/layout/CenteredIconLabelDescriptionList"/>
    <dgm:cxn modelId="{ED494D31-A038-4B55-9F6E-2C000566599B}" type="presParOf" srcId="{D27CE7D3-0B8F-4504-A520-7D6864C7F4A5}" destId="{FA83C0DC-6887-4ED0-9F7D-F67F2D429FA7}" srcOrd="5" destOrd="0" presId="urn:microsoft.com/office/officeart/2018/5/layout/CenteredIconLabelDescriptionList"/>
    <dgm:cxn modelId="{62D1C109-05DB-4C21-A5AA-63AAC7DD165A}" type="presParOf" srcId="{D27CE7D3-0B8F-4504-A520-7D6864C7F4A5}" destId="{1A74A00D-E27B-46C8-A1EA-1C6202037E4E}" srcOrd="6" destOrd="0" presId="urn:microsoft.com/office/officeart/2018/5/layout/CenteredIconLabelDescriptionList"/>
    <dgm:cxn modelId="{86537A65-64E9-4817-8BC9-4AE5206BB299}" type="presParOf" srcId="{1A74A00D-E27B-46C8-A1EA-1C6202037E4E}" destId="{C27890B2-10FF-4DA4-AD6B-5D5AC707BAE1}" srcOrd="0" destOrd="0" presId="urn:microsoft.com/office/officeart/2018/5/layout/CenteredIconLabelDescriptionList"/>
    <dgm:cxn modelId="{54830143-5497-405A-89E8-E187638A3E65}" type="presParOf" srcId="{1A74A00D-E27B-46C8-A1EA-1C6202037E4E}" destId="{E2E02F99-B0B2-4840-8951-870DC6ECDBF0}" srcOrd="1" destOrd="0" presId="urn:microsoft.com/office/officeart/2018/5/layout/CenteredIconLabelDescriptionList"/>
    <dgm:cxn modelId="{A3023F44-D424-47B7-BFA7-389D3A599004}" type="presParOf" srcId="{1A74A00D-E27B-46C8-A1EA-1C6202037E4E}" destId="{49FFDB6B-B366-40E5-A1CA-DCC8EB42D2AC}" srcOrd="2" destOrd="0" presId="urn:microsoft.com/office/officeart/2018/5/layout/CenteredIconLabelDescriptionList"/>
    <dgm:cxn modelId="{93840FCB-615D-45FA-852C-0E87C698EE05}" type="presParOf" srcId="{1A74A00D-E27B-46C8-A1EA-1C6202037E4E}" destId="{18D54430-50D3-4379-A363-2E6314DA95D7}" srcOrd="3" destOrd="0" presId="urn:microsoft.com/office/officeart/2018/5/layout/CenteredIconLabelDescriptionList"/>
    <dgm:cxn modelId="{BE691A2F-FF7C-452D-81E6-4ADD5C0FB6C8}" type="presParOf" srcId="{1A74A00D-E27B-46C8-A1EA-1C6202037E4E}" destId="{A0A0284D-C61D-410D-B46C-2F7EC9FFFD5A}" srcOrd="4" destOrd="0" presId="urn:microsoft.com/office/officeart/2018/5/layout/CenteredIconLabelDescriptionList"/>
    <dgm:cxn modelId="{44F29F80-8BE5-45D6-8EB3-8AA6BE798200}" type="presParOf" srcId="{D27CE7D3-0B8F-4504-A520-7D6864C7F4A5}" destId="{5A4FB80E-9C7A-4CA6-AD20-F07C2AA70F17}" srcOrd="7" destOrd="0" presId="urn:microsoft.com/office/officeart/2018/5/layout/CenteredIconLabelDescriptionList"/>
    <dgm:cxn modelId="{585A994B-732E-4089-A4DB-2C7A18DEB575}" type="presParOf" srcId="{D27CE7D3-0B8F-4504-A520-7D6864C7F4A5}" destId="{CD5A42C9-6C27-42DC-9CD5-24DAFD98EC87}" srcOrd="8" destOrd="0" presId="urn:microsoft.com/office/officeart/2018/5/layout/CenteredIconLabelDescriptionList"/>
    <dgm:cxn modelId="{DFDFB457-DFBC-4E2D-8DD1-35FFEE5289C1}" type="presParOf" srcId="{CD5A42C9-6C27-42DC-9CD5-24DAFD98EC87}" destId="{46576200-F95A-4F43-A97C-071C7F650D47}" srcOrd="0" destOrd="0" presId="urn:microsoft.com/office/officeart/2018/5/layout/CenteredIconLabelDescriptionList"/>
    <dgm:cxn modelId="{6836110B-1CE0-48DF-8B0C-35B0345FA4C1}" type="presParOf" srcId="{CD5A42C9-6C27-42DC-9CD5-24DAFD98EC87}" destId="{A864904A-359F-45C0-93AF-470A72E7530A}" srcOrd="1" destOrd="0" presId="urn:microsoft.com/office/officeart/2018/5/layout/CenteredIconLabelDescriptionList"/>
    <dgm:cxn modelId="{A9D2575A-AD6C-4271-8E86-C7E5FB867018}" type="presParOf" srcId="{CD5A42C9-6C27-42DC-9CD5-24DAFD98EC87}" destId="{392DB45D-F482-405A-905F-A27EC4C7BEA7}" srcOrd="2" destOrd="0" presId="urn:microsoft.com/office/officeart/2018/5/layout/CenteredIconLabelDescriptionList"/>
    <dgm:cxn modelId="{33B1D832-AB05-4AAF-AFD9-C2F828CFF477}" type="presParOf" srcId="{CD5A42C9-6C27-42DC-9CD5-24DAFD98EC87}" destId="{42C51727-A2F4-4889-AE51-33FB29B62714}" srcOrd="3" destOrd="0" presId="urn:microsoft.com/office/officeart/2018/5/layout/CenteredIconLabelDescriptionList"/>
    <dgm:cxn modelId="{98BA17AB-5B73-40CB-BA69-8B305E975FB2}" type="presParOf" srcId="{CD5A42C9-6C27-42DC-9CD5-24DAFD98EC87}" destId="{8D800669-3CDB-4446-826C-2AB1BB38001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96D5D7-0E0D-4E66-BE52-44832FCAA626}" type="doc">
      <dgm:prSet loTypeId="urn:microsoft.com/office/officeart/2018/5/layout/CenteredIconLabelDescriptionList" loCatId="icon" qsTypeId="urn:microsoft.com/office/officeart/2005/8/quickstyle/simple1#4" qsCatId="simple" csTypeId="urn:microsoft.com/office/officeart/2018/5/colors/Iconchunking_neutralbg_colorful1" csCatId="colorful" phldr="1"/>
      <dgm:spPr/>
      <dgm:t>
        <a:bodyPr/>
        <a:lstStyle/>
        <a:p>
          <a:endParaRPr lang="en-US"/>
        </a:p>
      </dgm:t>
    </dgm:pt>
    <dgm:pt modelId="{8CBCE2F9-DE57-47A4-A046-A449969A375C}">
      <dgm:prSet/>
      <dgm:spPr/>
      <dgm:t>
        <a:bodyPr/>
        <a:lstStyle/>
        <a:p>
          <a:pPr>
            <a:lnSpc>
              <a:spcPct val="100000"/>
            </a:lnSpc>
            <a:defRPr b="1"/>
          </a:pPr>
          <a:r>
            <a:rPr lang="en-GB" b="1" dirty="0"/>
            <a:t>How did we get here?</a:t>
          </a:r>
          <a:endParaRPr lang="en-US" dirty="0"/>
        </a:p>
      </dgm:t>
    </dgm:pt>
    <dgm:pt modelId="{B3A134BC-321C-4E2E-BBED-82882162503D}" type="parTrans" cxnId="{62B206B1-E22E-49A5-992D-C377970C0DAC}">
      <dgm:prSet/>
      <dgm:spPr/>
      <dgm:t>
        <a:bodyPr/>
        <a:lstStyle/>
        <a:p>
          <a:endParaRPr lang="en-US"/>
        </a:p>
      </dgm:t>
    </dgm:pt>
    <dgm:pt modelId="{D39B0097-DA76-41B8-A43A-385603A32F95}" type="sibTrans" cxnId="{62B206B1-E22E-49A5-992D-C377970C0DAC}">
      <dgm:prSet/>
      <dgm:spPr/>
      <dgm:t>
        <a:bodyPr/>
        <a:lstStyle/>
        <a:p>
          <a:endParaRPr lang="en-US"/>
        </a:p>
      </dgm:t>
    </dgm:pt>
    <dgm:pt modelId="{6A40EDAB-0257-421D-B124-3E7D205AD64A}">
      <dgm:prSet/>
      <dgm:spPr/>
      <dgm:t>
        <a:bodyPr/>
        <a:lstStyle/>
        <a:p>
          <a:pPr>
            <a:lnSpc>
              <a:spcPct val="100000"/>
            </a:lnSpc>
          </a:pPr>
          <a:r>
            <a:rPr lang="en-GB"/>
            <a:t>Historical context, scope, key concepts and relation to other disciplines.</a:t>
          </a:r>
          <a:endParaRPr lang="en-US"/>
        </a:p>
      </dgm:t>
    </dgm:pt>
    <dgm:pt modelId="{A5CD6D14-F0CF-45A7-A25B-E61A891394F8}" type="parTrans" cxnId="{3E2DF577-50BC-4D86-AC72-1A7DD5FB702E}">
      <dgm:prSet/>
      <dgm:spPr/>
      <dgm:t>
        <a:bodyPr/>
        <a:lstStyle/>
        <a:p>
          <a:endParaRPr lang="en-US"/>
        </a:p>
      </dgm:t>
    </dgm:pt>
    <dgm:pt modelId="{92260197-B403-40AC-ACC7-83D65DF5E7CA}" type="sibTrans" cxnId="{3E2DF577-50BC-4D86-AC72-1A7DD5FB702E}">
      <dgm:prSet/>
      <dgm:spPr/>
      <dgm:t>
        <a:bodyPr/>
        <a:lstStyle/>
        <a:p>
          <a:endParaRPr lang="en-US"/>
        </a:p>
      </dgm:t>
    </dgm:pt>
    <dgm:pt modelId="{E188F866-5AE2-45AB-BE3F-5798D9DAA508}">
      <dgm:prSet/>
      <dgm:spPr/>
      <dgm:t>
        <a:bodyPr/>
        <a:lstStyle/>
        <a:p>
          <a:pPr>
            <a:lnSpc>
              <a:spcPct val="100000"/>
            </a:lnSpc>
            <a:defRPr b="1"/>
          </a:pPr>
          <a:r>
            <a:rPr lang="en-GB" b="1"/>
            <a:t>AI paradigms </a:t>
          </a:r>
          <a:endParaRPr lang="en-US"/>
        </a:p>
      </dgm:t>
    </dgm:pt>
    <dgm:pt modelId="{9E8424C9-18DB-43EC-8D25-BA6A9907F697}" type="parTrans" cxnId="{ED86588D-D69E-4ED9-8B10-1659CAFFE3E6}">
      <dgm:prSet/>
      <dgm:spPr/>
      <dgm:t>
        <a:bodyPr/>
        <a:lstStyle/>
        <a:p>
          <a:endParaRPr lang="en-US"/>
        </a:p>
      </dgm:t>
    </dgm:pt>
    <dgm:pt modelId="{63A78417-2106-40CA-BCF9-843FCC9594F6}" type="sibTrans" cxnId="{ED86588D-D69E-4ED9-8B10-1659CAFFE3E6}">
      <dgm:prSet/>
      <dgm:spPr/>
      <dgm:t>
        <a:bodyPr/>
        <a:lstStyle/>
        <a:p>
          <a:endParaRPr lang="en-US"/>
        </a:p>
      </dgm:t>
    </dgm:pt>
    <dgm:pt modelId="{3F990950-E8A7-4F99-9AB2-D645D57CA122}">
      <dgm:prSet/>
      <dgm:spPr/>
      <dgm:t>
        <a:bodyPr/>
        <a:lstStyle/>
        <a:p>
          <a:pPr>
            <a:lnSpc>
              <a:spcPct val="100000"/>
            </a:lnSpc>
          </a:pPr>
          <a:r>
            <a:rPr lang="en-GB" dirty="0"/>
            <a:t>Symbolic vs. Non-symbolic approaches. Knowledge vs search. Inference vs learning.  </a:t>
          </a:r>
          <a:endParaRPr lang="en-US" dirty="0"/>
        </a:p>
      </dgm:t>
    </dgm:pt>
    <dgm:pt modelId="{30028F95-6561-4761-9552-259C5147B878}" type="parTrans" cxnId="{6ACA8ABB-D6A0-4D0B-8E1B-8385A563229D}">
      <dgm:prSet/>
      <dgm:spPr/>
      <dgm:t>
        <a:bodyPr/>
        <a:lstStyle/>
        <a:p>
          <a:endParaRPr lang="en-US"/>
        </a:p>
      </dgm:t>
    </dgm:pt>
    <dgm:pt modelId="{218D6834-744D-44A3-BAB6-E84DFA979F3C}" type="sibTrans" cxnId="{6ACA8ABB-D6A0-4D0B-8E1B-8385A563229D}">
      <dgm:prSet/>
      <dgm:spPr/>
      <dgm:t>
        <a:bodyPr/>
        <a:lstStyle/>
        <a:p>
          <a:endParaRPr lang="en-US"/>
        </a:p>
      </dgm:t>
    </dgm:pt>
    <dgm:pt modelId="{D9891D4A-867B-47FB-AAEA-C5C72CA0CD5E}">
      <dgm:prSet/>
      <dgm:spPr/>
      <dgm:t>
        <a:bodyPr/>
        <a:lstStyle/>
        <a:p>
          <a:pPr>
            <a:lnSpc>
              <a:spcPct val="100000"/>
            </a:lnSpc>
            <a:defRPr b="1"/>
          </a:pPr>
          <a:r>
            <a:rPr lang="en-GB" b="1" dirty="0"/>
            <a:t>Intelligence:</a:t>
          </a:r>
          <a:r>
            <a:rPr lang="en-GB" dirty="0"/>
            <a:t> Natural vs artificial.</a:t>
          </a:r>
          <a:endParaRPr lang="en-US" dirty="0"/>
        </a:p>
      </dgm:t>
    </dgm:pt>
    <dgm:pt modelId="{F3370FE4-E79C-4B3B-803E-84F6D278D2FF}" type="parTrans" cxnId="{57FC58C5-70B4-4BCC-A422-AE4F07CFC424}">
      <dgm:prSet/>
      <dgm:spPr/>
      <dgm:t>
        <a:bodyPr/>
        <a:lstStyle/>
        <a:p>
          <a:endParaRPr lang="en-US"/>
        </a:p>
      </dgm:t>
    </dgm:pt>
    <dgm:pt modelId="{5571A7F1-04F3-45A3-8D8F-C61DD058BC4D}" type="sibTrans" cxnId="{57FC58C5-70B4-4BCC-A422-AE4F07CFC424}">
      <dgm:prSet/>
      <dgm:spPr/>
      <dgm:t>
        <a:bodyPr/>
        <a:lstStyle/>
        <a:p>
          <a:endParaRPr lang="en-US"/>
        </a:p>
      </dgm:t>
    </dgm:pt>
    <dgm:pt modelId="{A312D41E-633E-4E92-8BA2-7E820A3C1572}">
      <dgm:prSet/>
      <dgm:spPr/>
      <dgm:t>
        <a:bodyPr/>
        <a:lstStyle/>
        <a:p>
          <a:pPr>
            <a:lnSpc>
              <a:spcPct val="100000"/>
            </a:lnSpc>
            <a:defRPr b="1"/>
          </a:pPr>
          <a:r>
            <a:rPr lang="en-GB" b="1" dirty="0"/>
            <a:t>AI as science vs Engineering/ Technology</a:t>
          </a:r>
          <a:endParaRPr lang="en-US" dirty="0"/>
        </a:p>
      </dgm:t>
    </dgm:pt>
    <dgm:pt modelId="{3D84C4D9-D53E-4225-9120-16B302BBE14A}" type="parTrans" cxnId="{16F987E8-DB21-45E9-9854-9FDB8E54B2E4}">
      <dgm:prSet/>
      <dgm:spPr/>
      <dgm:t>
        <a:bodyPr/>
        <a:lstStyle/>
        <a:p>
          <a:endParaRPr lang="en-US"/>
        </a:p>
      </dgm:t>
    </dgm:pt>
    <dgm:pt modelId="{8575C11A-6A82-4E92-8648-D490E5423A2B}" type="sibTrans" cxnId="{16F987E8-DB21-45E9-9854-9FDB8E54B2E4}">
      <dgm:prSet/>
      <dgm:spPr/>
      <dgm:t>
        <a:bodyPr/>
        <a:lstStyle/>
        <a:p>
          <a:endParaRPr lang="en-US"/>
        </a:p>
      </dgm:t>
    </dgm:pt>
    <dgm:pt modelId="{E4A36603-2E6D-44CC-B9B2-A6F99DA78444}">
      <dgm:prSet/>
      <dgm:spPr/>
      <dgm:t>
        <a:bodyPr/>
        <a:lstStyle/>
        <a:p>
          <a:pPr>
            <a:lnSpc>
              <a:spcPct val="100000"/>
            </a:lnSpc>
            <a:defRPr b="1"/>
          </a:pPr>
          <a:r>
            <a:rPr lang="en-GB" b="1" dirty="0"/>
            <a:t>What is intelligence? </a:t>
          </a:r>
          <a:endParaRPr lang="en-US" dirty="0"/>
        </a:p>
      </dgm:t>
    </dgm:pt>
    <dgm:pt modelId="{8C87E9D2-359D-41E5-B6AB-F1143104F277}" type="parTrans" cxnId="{CA67C445-7BC4-4DC3-9B5B-1E1FE7B011A8}">
      <dgm:prSet/>
      <dgm:spPr/>
      <dgm:t>
        <a:bodyPr/>
        <a:lstStyle/>
        <a:p>
          <a:endParaRPr lang="en-US"/>
        </a:p>
      </dgm:t>
    </dgm:pt>
    <dgm:pt modelId="{46D3871E-B1E3-4BA8-9B4B-4E420C48DCD5}" type="sibTrans" cxnId="{CA67C445-7BC4-4DC3-9B5B-1E1FE7B011A8}">
      <dgm:prSet/>
      <dgm:spPr/>
      <dgm:t>
        <a:bodyPr/>
        <a:lstStyle/>
        <a:p>
          <a:endParaRPr lang="en-US"/>
        </a:p>
      </dgm:t>
    </dgm:pt>
    <dgm:pt modelId="{BCAFC78D-9675-4D2A-99C0-73E2AF488903}">
      <dgm:prSet/>
      <dgm:spPr/>
      <dgm:t>
        <a:bodyPr/>
        <a:lstStyle/>
        <a:p>
          <a:pPr>
            <a:lnSpc>
              <a:spcPct val="100000"/>
            </a:lnSpc>
          </a:pPr>
          <a:r>
            <a:rPr lang="en-GB" dirty="0"/>
            <a:t>Philosophical foundations</a:t>
          </a:r>
          <a:br>
            <a:rPr lang="en-GB" dirty="0"/>
          </a:br>
          <a:r>
            <a:rPr lang="en-GB" dirty="0"/>
            <a:t>Behavioural test (Turing Test) vs ‘what’s inside?’</a:t>
          </a:r>
          <a:endParaRPr lang="en-US" dirty="0"/>
        </a:p>
      </dgm:t>
    </dgm:pt>
    <dgm:pt modelId="{7B96D2B0-A9CC-4B05-830C-E0B3C70964F2}" type="parTrans" cxnId="{54012C89-AE85-4743-9997-B4E33A61D3BE}">
      <dgm:prSet/>
      <dgm:spPr/>
      <dgm:t>
        <a:bodyPr/>
        <a:lstStyle/>
        <a:p>
          <a:endParaRPr lang="en-US"/>
        </a:p>
      </dgm:t>
    </dgm:pt>
    <dgm:pt modelId="{E37FB202-7E05-40B6-B20F-CC408CA4CD64}" type="sibTrans" cxnId="{54012C89-AE85-4743-9997-B4E33A61D3BE}">
      <dgm:prSet/>
      <dgm:spPr/>
      <dgm:t>
        <a:bodyPr/>
        <a:lstStyle/>
        <a:p>
          <a:endParaRPr lang="en-US"/>
        </a:p>
      </dgm:t>
    </dgm:pt>
    <dgm:pt modelId="{D27CE7D3-0B8F-4504-A520-7D6864C7F4A5}" type="pres">
      <dgm:prSet presAssocID="{6696D5D7-0E0D-4E66-BE52-44832FCAA626}" presName="root" presStyleCnt="0">
        <dgm:presLayoutVars>
          <dgm:dir/>
          <dgm:resizeHandles val="exact"/>
        </dgm:presLayoutVars>
      </dgm:prSet>
      <dgm:spPr/>
    </dgm:pt>
    <dgm:pt modelId="{BE8E49B3-C85B-43B2-8582-EF7D574B7DEE}" type="pres">
      <dgm:prSet presAssocID="{8CBCE2F9-DE57-47A4-A046-A449969A375C}" presName="compNode" presStyleCnt="0"/>
      <dgm:spPr/>
    </dgm:pt>
    <dgm:pt modelId="{039874F8-4F8B-4288-949A-12A0A006D362}" type="pres">
      <dgm:prSet presAssocID="{8CBCE2F9-DE57-47A4-A046-A449969A375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eeting"/>
        </a:ext>
      </dgm:extLst>
    </dgm:pt>
    <dgm:pt modelId="{37F2F524-9988-45F8-A363-8C8C2F07A8E2}" type="pres">
      <dgm:prSet presAssocID="{8CBCE2F9-DE57-47A4-A046-A449969A375C}" presName="iconSpace" presStyleCnt="0"/>
      <dgm:spPr/>
    </dgm:pt>
    <dgm:pt modelId="{A8411B28-DE24-400E-89F5-C51AFDDE5938}" type="pres">
      <dgm:prSet presAssocID="{8CBCE2F9-DE57-47A4-A046-A449969A375C}" presName="parTx" presStyleLbl="revTx" presStyleIdx="0" presStyleCnt="10">
        <dgm:presLayoutVars>
          <dgm:chMax val="0"/>
          <dgm:chPref val="0"/>
        </dgm:presLayoutVars>
      </dgm:prSet>
      <dgm:spPr/>
    </dgm:pt>
    <dgm:pt modelId="{9CBCFD81-25E1-40A1-8714-005AAAC5E041}" type="pres">
      <dgm:prSet presAssocID="{8CBCE2F9-DE57-47A4-A046-A449969A375C}" presName="txSpace" presStyleCnt="0"/>
      <dgm:spPr/>
    </dgm:pt>
    <dgm:pt modelId="{77ECEBB5-5C89-44DE-BD78-2F4BA18874B9}" type="pres">
      <dgm:prSet presAssocID="{8CBCE2F9-DE57-47A4-A046-A449969A375C}" presName="desTx" presStyleLbl="revTx" presStyleIdx="1" presStyleCnt="10">
        <dgm:presLayoutVars/>
      </dgm:prSet>
      <dgm:spPr/>
    </dgm:pt>
    <dgm:pt modelId="{21E64DB6-9EA7-40D2-90BD-AB168447E24D}" type="pres">
      <dgm:prSet presAssocID="{D39B0097-DA76-41B8-A43A-385603A32F95}" presName="sibTrans" presStyleCnt="0"/>
      <dgm:spPr/>
    </dgm:pt>
    <dgm:pt modelId="{0BE5D86F-6209-4D97-98CB-09517EB40BBE}" type="pres">
      <dgm:prSet presAssocID="{E188F866-5AE2-45AB-BE3F-5798D9DAA508}" presName="compNode" presStyleCnt="0"/>
      <dgm:spPr/>
    </dgm:pt>
    <dgm:pt modelId="{94AD66E0-0FDE-4A76-8B46-0BAC765DB0F2}" type="pres">
      <dgm:prSet presAssocID="{E188F866-5AE2-45AB-BE3F-5798D9DAA50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76BAA414-8729-4735-8A5D-05C3720DD372}" type="pres">
      <dgm:prSet presAssocID="{E188F866-5AE2-45AB-BE3F-5798D9DAA508}" presName="iconSpace" presStyleCnt="0"/>
      <dgm:spPr/>
    </dgm:pt>
    <dgm:pt modelId="{CCE20372-DD65-4FAF-9448-C6496E387AA9}" type="pres">
      <dgm:prSet presAssocID="{E188F866-5AE2-45AB-BE3F-5798D9DAA508}" presName="parTx" presStyleLbl="revTx" presStyleIdx="2" presStyleCnt="10">
        <dgm:presLayoutVars>
          <dgm:chMax val="0"/>
          <dgm:chPref val="0"/>
        </dgm:presLayoutVars>
      </dgm:prSet>
      <dgm:spPr/>
    </dgm:pt>
    <dgm:pt modelId="{D77790F7-FB5F-4014-AEE3-5FE4A9A1F82F}" type="pres">
      <dgm:prSet presAssocID="{E188F866-5AE2-45AB-BE3F-5798D9DAA508}" presName="txSpace" presStyleCnt="0"/>
      <dgm:spPr/>
    </dgm:pt>
    <dgm:pt modelId="{0F4424A4-DAEF-4B2E-91E3-7C538D06C019}" type="pres">
      <dgm:prSet presAssocID="{E188F866-5AE2-45AB-BE3F-5798D9DAA508}" presName="desTx" presStyleLbl="revTx" presStyleIdx="3" presStyleCnt="10">
        <dgm:presLayoutVars/>
      </dgm:prSet>
      <dgm:spPr/>
    </dgm:pt>
    <dgm:pt modelId="{23FDA5D7-0D71-4D57-BDD7-E3794A0C9940}" type="pres">
      <dgm:prSet presAssocID="{63A78417-2106-40CA-BCF9-843FCC9594F6}" presName="sibTrans" presStyleCnt="0"/>
      <dgm:spPr/>
    </dgm:pt>
    <dgm:pt modelId="{A6AADE77-AA29-4E6B-AC37-2439149D51F9}" type="pres">
      <dgm:prSet presAssocID="{D9891D4A-867B-47FB-AAEA-C5C72CA0CD5E}" presName="compNode" presStyleCnt="0"/>
      <dgm:spPr/>
    </dgm:pt>
    <dgm:pt modelId="{777FF09E-FCE5-4BEF-9C15-F8E843DBD788}" type="pres">
      <dgm:prSet presAssocID="{D9891D4A-867B-47FB-AAEA-C5C72CA0CD5E}"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B447FA4A-3D6C-492C-8235-072842C59662}" type="pres">
      <dgm:prSet presAssocID="{D9891D4A-867B-47FB-AAEA-C5C72CA0CD5E}" presName="iconSpace" presStyleCnt="0"/>
      <dgm:spPr/>
    </dgm:pt>
    <dgm:pt modelId="{2F6FB5D2-8E8C-4B7A-9E34-4AAB4C0BE338}" type="pres">
      <dgm:prSet presAssocID="{D9891D4A-867B-47FB-AAEA-C5C72CA0CD5E}" presName="parTx" presStyleLbl="revTx" presStyleIdx="4" presStyleCnt="10">
        <dgm:presLayoutVars>
          <dgm:chMax val="0"/>
          <dgm:chPref val="0"/>
        </dgm:presLayoutVars>
      </dgm:prSet>
      <dgm:spPr/>
    </dgm:pt>
    <dgm:pt modelId="{0B0B5A1F-7F13-43AA-A3E3-D1A82296437B}" type="pres">
      <dgm:prSet presAssocID="{D9891D4A-867B-47FB-AAEA-C5C72CA0CD5E}" presName="txSpace" presStyleCnt="0"/>
      <dgm:spPr/>
    </dgm:pt>
    <dgm:pt modelId="{8374A0A7-633E-4430-A139-EFC0E647B955}" type="pres">
      <dgm:prSet presAssocID="{D9891D4A-867B-47FB-AAEA-C5C72CA0CD5E}" presName="desTx" presStyleLbl="revTx" presStyleIdx="5" presStyleCnt="10">
        <dgm:presLayoutVars/>
      </dgm:prSet>
      <dgm:spPr/>
    </dgm:pt>
    <dgm:pt modelId="{FA83C0DC-6887-4ED0-9F7D-F67F2D429FA7}" type="pres">
      <dgm:prSet presAssocID="{5571A7F1-04F3-45A3-8D8F-C61DD058BC4D}" presName="sibTrans" presStyleCnt="0"/>
      <dgm:spPr/>
    </dgm:pt>
    <dgm:pt modelId="{1A74A00D-E27B-46C8-A1EA-1C6202037E4E}" type="pres">
      <dgm:prSet presAssocID="{A312D41E-633E-4E92-8BA2-7E820A3C1572}" presName="compNode" presStyleCnt="0"/>
      <dgm:spPr/>
    </dgm:pt>
    <dgm:pt modelId="{C27890B2-10FF-4DA4-AD6B-5D5AC707BAE1}" type="pres">
      <dgm:prSet presAssocID="{A312D41E-633E-4E92-8BA2-7E820A3C157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E2E02F99-B0B2-4840-8951-870DC6ECDBF0}" type="pres">
      <dgm:prSet presAssocID="{A312D41E-633E-4E92-8BA2-7E820A3C1572}" presName="iconSpace" presStyleCnt="0"/>
      <dgm:spPr/>
    </dgm:pt>
    <dgm:pt modelId="{49FFDB6B-B366-40E5-A1CA-DCC8EB42D2AC}" type="pres">
      <dgm:prSet presAssocID="{A312D41E-633E-4E92-8BA2-7E820A3C1572}" presName="parTx" presStyleLbl="revTx" presStyleIdx="6" presStyleCnt="10">
        <dgm:presLayoutVars>
          <dgm:chMax val="0"/>
          <dgm:chPref val="0"/>
        </dgm:presLayoutVars>
      </dgm:prSet>
      <dgm:spPr/>
    </dgm:pt>
    <dgm:pt modelId="{18D54430-50D3-4379-A363-2E6314DA95D7}" type="pres">
      <dgm:prSet presAssocID="{A312D41E-633E-4E92-8BA2-7E820A3C1572}" presName="txSpace" presStyleCnt="0"/>
      <dgm:spPr/>
    </dgm:pt>
    <dgm:pt modelId="{A0A0284D-C61D-410D-B46C-2F7EC9FFFD5A}" type="pres">
      <dgm:prSet presAssocID="{A312D41E-633E-4E92-8BA2-7E820A3C1572}" presName="desTx" presStyleLbl="revTx" presStyleIdx="7" presStyleCnt="10">
        <dgm:presLayoutVars/>
      </dgm:prSet>
      <dgm:spPr/>
    </dgm:pt>
    <dgm:pt modelId="{5A4FB80E-9C7A-4CA6-AD20-F07C2AA70F17}" type="pres">
      <dgm:prSet presAssocID="{8575C11A-6A82-4E92-8648-D490E5423A2B}" presName="sibTrans" presStyleCnt="0"/>
      <dgm:spPr/>
    </dgm:pt>
    <dgm:pt modelId="{CD5A42C9-6C27-42DC-9CD5-24DAFD98EC87}" type="pres">
      <dgm:prSet presAssocID="{E4A36603-2E6D-44CC-B9B2-A6F99DA78444}" presName="compNode" presStyleCnt="0"/>
      <dgm:spPr/>
    </dgm:pt>
    <dgm:pt modelId="{46576200-F95A-4F43-A97C-071C7F650D47}" type="pres">
      <dgm:prSet presAssocID="{E4A36603-2E6D-44CC-B9B2-A6F99DA7844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A864904A-359F-45C0-93AF-470A72E7530A}" type="pres">
      <dgm:prSet presAssocID="{E4A36603-2E6D-44CC-B9B2-A6F99DA78444}" presName="iconSpace" presStyleCnt="0"/>
      <dgm:spPr/>
    </dgm:pt>
    <dgm:pt modelId="{392DB45D-F482-405A-905F-A27EC4C7BEA7}" type="pres">
      <dgm:prSet presAssocID="{E4A36603-2E6D-44CC-B9B2-A6F99DA78444}" presName="parTx" presStyleLbl="revTx" presStyleIdx="8" presStyleCnt="10">
        <dgm:presLayoutVars>
          <dgm:chMax val="0"/>
          <dgm:chPref val="0"/>
        </dgm:presLayoutVars>
      </dgm:prSet>
      <dgm:spPr/>
    </dgm:pt>
    <dgm:pt modelId="{42C51727-A2F4-4889-AE51-33FB29B62714}" type="pres">
      <dgm:prSet presAssocID="{E4A36603-2E6D-44CC-B9B2-A6F99DA78444}" presName="txSpace" presStyleCnt="0"/>
      <dgm:spPr/>
    </dgm:pt>
    <dgm:pt modelId="{8D800669-3CDB-4446-826C-2AB1BB38001A}" type="pres">
      <dgm:prSet presAssocID="{E4A36603-2E6D-44CC-B9B2-A6F99DA78444}" presName="desTx" presStyleLbl="revTx" presStyleIdx="9" presStyleCnt="10">
        <dgm:presLayoutVars/>
      </dgm:prSet>
      <dgm:spPr/>
    </dgm:pt>
  </dgm:ptLst>
  <dgm:cxnLst>
    <dgm:cxn modelId="{CF06D41D-D3B8-45EB-BDD5-A1E0B441274F}" type="presOf" srcId="{A312D41E-633E-4E92-8BA2-7E820A3C1572}" destId="{49FFDB6B-B366-40E5-A1CA-DCC8EB42D2AC}" srcOrd="0" destOrd="0" presId="urn:microsoft.com/office/officeart/2018/5/layout/CenteredIconLabelDescriptionList"/>
    <dgm:cxn modelId="{CA67C445-7BC4-4DC3-9B5B-1E1FE7B011A8}" srcId="{6696D5D7-0E0D-4E66-BE52-44832FCAA626}" destId="{E4A36603-2E6D-44CC-B9B2-A6F99DA78444}" srcOrd="4" destOrd="0" parTransId="{8C87E9D2-359D-41E5-B6AB-F1143104F277}" sibTransId="{46D3871E-B1E3-4BA8-9B4B-4E420C48DCD5}"/>
    <dgm:cxn modelId="{C8259846-736A-4F10-8555-6B3E78300587}" type="presOf" srcId="{8CBCE2F9-DE57-47A4-A046-A449969A375C}" destId="{A8411B28-DE24-400E-89F5-C51AFDDE5938}" srcOrd="0" destOrd="0" presId="urn:microsoft.com/office/officeart/2018/5/layout/CenteredIconLabelDescriptionList"/>
    <dgm:cxn modelId="{D85EB547-59A8-4B49-94CA-AD9830B8F0F5}" type="presOf" srcId="{6A40EDAB-0257-421D-B124-3E7D205AD64A}" destId="{77ECEBB5-5C89-44DE-BD78-2F4BA18874B9}" srcOrd="0" destOrd="0" presId="urn:microsoft.com/office/officeart/2018/5/layout/CenteredIconLabelDescriptionList"/>
    <dgm:cxn modelId="{3E2DF577-50BC-4D86-AC72-1A7DD5FB702E}" srcId="{8CBCE2F9-DE57-47A4-A046-A449969A375C}" destId="{6A40EDAB-0257-421D-B124-3E7D205AD64A}" srcOrd="0" destOrd="0" parTransId="{A5CD6D14-F0CF-45A7-A25B-E61A891394F8}" sibTransId="{92260197-B403-40AC-ACC7-83D65DF5E7CA}"/>
    <dgm:cxn modelId="{54012C89-AE85-4743-9997-B4E33A61D3BE}" srcId="{E4A36603-2E6D-44CC-B9B2-A6F99DA78444}" destId="{BCAFC78D-9675-4D2A-99C0-73E2AF488903}" srcOrd="0" destOrd="0" parTransId="{7B96D2B0-A9CC-4B05-830C-E0B3C70964F2}" sibTransId="{E37FB202-7E05-40B6-B20F-CC408CA4CD64}"/>
    <dgm:cxn modelId="{ED86588D-D69E-4ED9-8B10-1659CAFFE3E6}" srcId="{6696D5D7-0E0D-4E66-BE52-44832FCAA626}" destId="{E188F866-5AE2-45AB-BE3F-5798D9DAA508}" srcOrd="1" destOrd="0" parTransId="{9E8424C9-18DB-43EC-8D25-BA6A9907F697}" sibTransId="{63A78417-2106-40CA-BCF9-843FCC9594F6}"/>
    <dgm:cxn modelId="{9C9700AA-6D16-421B-AAEE-49F87EA60401}" type="presOf" srcId="{6696D5D7-0E0D-4E66-BE52-44832FCAA626}" destId="{D27CE7D3-0B8F-4504-A520-7D6864C7F4A5}" srcOrd="0" destOrd="0" presId="urn:microsoft.com/office/officeart/2018/5/layout/CenteredIconLabelDescriptionList"/>
    <dgm:cxn modelId="{62B206B1-E22E-49A5-992D-C377970C0DAC}" srcId="{6696D5D7-0E0D-4E66-BE52-44832FCAA626}" destId="{8CBCE2F9-DE57-47A4-A046-A449969A375C}" srcOrd="0" destOrd="0" parTransId="{B3A134BC-321C-4E2E-BBED-82882162503D}" sibTransId="{D39B0097-DA76-41B8-A43A-385603A32F95}"/>
    <dgm:cxn modelId="{7F9AC6B1-B3FB-4A25-860B-89B6E82D80C0}" type="presOf" srcId="{D9891D4A-867B-47FB-AAEA-C5C72CA0CD5E}" destId="{2F6FB5D2-8E8C-4B7A-9E34-4AAB4C0BE338}" srcOrd="0" destOrd="0" presId="urn:microsoft.com/office/officeart/2018/5/layout/CenteredIconLabelDescriptionList"/>
    <dgm:cxn modelId="{6ACA8ABB-D6A0-4D0B-8E1B-8385A563229D}" srcId="{E188F866-5AE2-45AB-BE3F-5798D9DAA508}" destId="{3F990950-E8A7-4F99-9AB2-D645D57CA122}" srcOrd="0" destOrd="0" parTransId="{30028F95-6561-4761-9552-259C5147B878}" sibTransId="{218D6834-744D-44A3-BAB6-E84DFA979F3C}"/>
    <dgm:cxn modelId="{57FC58C5-70B4-4BCC-A422-AE4F07CFC424}" srcId="{6696D5D7-0E0D-4E66-BE52-44832FCAA626}" destId="{D9891D4A-867B-47FB-AAEA-C5C72CA0CD5E}" srcOrd="2" destOrd="0" parTransId="{F3370FE4-E79C-4B3B-803E-84F6D278D2FF}" sibTransId="{5571A7F1-04F3-45A3-8D8F-C61DD058BC4D}"/>
    <dgm:cxn modelId="{A4B201DF-7DB3-4B5A-8AF8-80723A64D539}" type="presOf" srcId="{E188F866-5AE2-45AB-BE3F-5798D9DAA508}" destId="{CCE20372-DD65-4FAF-9448-C6496E387AA9}" srcOrd="0" destOrd="0" presId="urn:microsoft.com/office/officeart/2018/5/layout/CenteredIconLabelDescriptionList"/>
    <dgm:cxn modelId="{A93D41E1-43B6-4D06-863E-2DB48AE44DEC}" type="presOf" srcId="{3F990950-E8A7-4F99-9AB2-D645D57CA122}" destId="{0F4424A4-DAEF-4B2E-91E3-7C538D06C019}" srcOrd="0" destOrd="0" presId="urn:microsoft.com/office/officeart/2018/5/layout/CenteredIconLabelDescriptionList"/>
    <dgm:cxn modelId="{16F987E8-DB21-45E9-9854-9FDB8E54B2E4}" srcId="{6696D5D7-0E0D-4E66-BE52-44832FCAA626}" destId="{A312D41E-633E-4E92-8BA2-7E820A3C1572}" srcOrd="3" destOrd="0" parTransId="{3D84C4D9-D53E-4225-9120-16B302BBE14A}" sibTransId="{8575C11A-6A82-4E92-8648-D490E5423A2B}"/>
    <dgm:cxn modelId="{7D7E20ED-F056-48EE-AAA3-3385711AD35E}" type="presOf" srcId="{E4A36603-2E6D-44CC-B9B2-A6F99DA78444}" destId="{392DB45D-F482-405A-905F-A27EC4C7BEA7}" srcOrd="0" destOrd="0" presId="urn:microsoft.com/office/officeart/2018/5/layout/CenteredIconLabelDescriptionList"/>
    <dgm:cxn modelId="{564A5EF3-2218-4C42-BDB6-3B5EE9E22D32}" type="presOf" srcId="{BCAFC78D-9675-4D2A-99C0-73E2AF488903}" destId="{8D800669-3CDB-4446-826C-2AB1BB38001A}" srcOrd="0" destOrd="0" presId="urn:microsoft.com/office/officeart/2018/5/layout/CenteredIconLabelDescriptionList"/>
    <dgm:cxn modelId="{DF197563-1C90-4817-B21B-9861BD7DB66C}" type="presParOf" srcId="{D27CE7D3-0B8F-4504-A520-7D6864C7F4A5}" destId="{BE8E49B3-C85B-43B2-8582-EF7D574B7DEE}" srcOrd="0" destOrd="0" presId="urn:microsoft.com/office/officeart/2018/5/layout/CenteredIconLabelDescriptionList"/>
    <dgm:cxn modelId="{2680BAD5-6555-450B-A2C3-F3B0CCD58599}" type="presParOf" srcId="{BE8E49B3-C85B-43B2-8582-EF7D574B7DEE}" destId="{039874F8-4F8B-4288-949A-12A0A006D362}" srcOrd="0" destOrd="0" presId="urn:microsoft.com/office/officeart/2018/5/layout/CenteredIconLabelDescriptionList"/>
    <dgm:cxn modelId="{8F84B055-F453-4F5B-BE18-8F836EBA1A22}" type="presParOf" srcId="{BE8E49B3-C85B-43B2-8582-EF7D574B7DEE}" destId="{37F2F524-9988-45F8-A363-8C8C2F07A8E2}" srcOrd="1" destOrd="0" presId="urn:microsoft.com/office/officeart/2018/5/layout/CenteredIconLabelDescriptionList"/>
    <dgm:cxn modelId="{6A2CE62A-BC34-4DBD-8208-F9FF342596B3}" type="presParOf" srcId="{BE8E49B3-C85B-43B2-8582-EF7D574B7DEE}" destId="{A8411B28-DE24-400E-89F5-C51AFDDE5938}" srcOrd="2" destOrd="0" presId="urn:microsoft.com/office/officeart/2018/5/layout/CenteredIconLabelDescriptionList"/>
    <dgm:cxn modelId="{9D8AADBC-FDA4-41D5-87BF-611E5A425DA7}" type="presParOf" srcId="{BE8E49B3-C85B-43B2-8582-EF7D574B7DEE}" destId="{9CBCFD81-25E1-40A1-8714-005AAAC5E041}" srcOrd="3" destOrd="0" presId="urn:microsoft.com/office/officeart/2018/5/layout/CenteredIconLabelDescriptionList"/>
    <dgm:cxn modelId="{E3069EC7-00C7-4F84-90DB-88E81A1FD208}" type="presParOf" srcId="{BE8E49B3-C85B-43B2-8582-EF7D574B7DEE}" destId="{77ECEBB5-5C89-44DE-BD78-2F4BA18874B9}" srcOrd="4" destOrd="0" presId="urn:microsoft.com/office/officeart/2018/5/layout/CenteredIconLabelDescriptionList"/>
    <dgm:cxn modelId="{B2BDBACF-AF36-4B56-948A-D00553EF6664}" type="presParOf" srcId="{D27CE7D3-0B8F-4504-A520-7D6864C7F4A5}" destId="{21E64DB6-9EA7-40D2-90BD-AB168447E24D}" srcOrd="1" destOrd="0" presId="urn:microsoft.com/office/officeart/2018/5/layout/CenteredIconLabelDescriptionList"/>
    <dgm:cxn modelId="{10449295-E31D-4782-954E-8A0CA771410B}" type="presParOf" srcId="{D27CE7D3-0B8F-4504-A520-7D6864C7F4A5}" destId="{0BE5D86F-6209-4D97-98CB-09517EB40BBE}" srcOrd="2" destOrd="0" presId="urn:microsoft.com/office/officeart/2018/5/layout/CenteredIconLabelDescriptionList"/>
    <dgm:cxn modelId="{03A4996D-C94E-4BAA-9488-39C225F35334}" type="presParOf" srcId="{0BE5D86F-6209-4D97-98CB-09517EB40BBE}" destId="{94AD66E0-0FDE-4A76-8B46-0BAC765DB0F2}" srcOrd="0" destOrd="0" presId="urn:microsoft.com/office/officeart/2018/5/layout/CenteredIconLabelDescriptionList"/>
    <dgm:cxn modelId="{2324F76C-DAE1-42DE-AB49-3D4FFA74574B}" type="presParOf" srcId="{0BE5D86F-6209-4D97-98CB-09517EB40BBE}" destId="{76BAA414-8729-4735-8A5D-05C3720DD372}" srcOrd="1" destOrd="0" presId="urn:microsoft.com/office/officeart/2018/5/layout/CenteredIconLabelDescriptionList"/>
    <dgm:cxn modelId="{8FC2B728-4CD0-4C2F-840E-405CFFE2E855}" type="presParOf" srcId="{0BE5D86F-6209-4D97-98CB-09517EB40BBE}" destId="{CCE20372-DD65-4FAF-9448-C6496E387AA9}" srcOrd="2" destOrd="0" presId="urn:microsoft.com/office/officeart/2018/5/layout/CenteredIconLabelDescriptionList"/>
    <dgm:cxn modelId="{A2EE5EF9-5E01-4D4F-87F2-043E496858E7}" type="presParOf" srcId="{0BE5D86F-6209-4D97-98CB-09517EB40BBE}" destId="{D77790F7-FB5F-4014-AEE3-5FE4A9A1F82F}" srcOrd="3" destOrd="0" presId="urn:microsoft.com/office/officeart/2018/5/layout/CenteredIconLabelDescriptionList"/>
    <dgm:cxn modelId="{E3984B57-BCE9-4C7A-852B-5705DCD2672B}" type="presParOf" srcId="{0BE5D86F-6209-4D97-98CB-09517EB40BBE}" destId="{0F4424A4-DAEF-4B2E-91E3-7C538D06C019}" srcOrd="4" destOrd="0" presId="urn:microsoft.com/office/officeart/2018/5/layout/CenteredIconLabelDescriptionList"/>
    <dgm:cxn modelId="{CBD574D6-D78B-46C3-B75B-75D0075518AB}" type="presParOf" srcId="{D27CE7D3-0B8F-4504-A520-7D6864C7F4A5}" destId="{23FDA5D7-0D71-4D57-BDD7-E3794A0C9940}" srcOrd="3" destOrd="0" presId="urn:microsoft.com/office/officeart/2018/5/layout/CenteredIconLabelDescriptionList"/>
    <dgm:cxn modelId="{E79BB33B-4E83-4C87-B582-F2DE9C8F9EF0}" type="presParOf" srcId="{D27CE7D3-0B8F-4504-A520-7D6864C7F4A5}" destId="{A6AADE77-AA29-4E6B-AC37-2439149D51F9}" srcOrd="4" destOrd="0" presId="urn:microsoft.com/office/officeart/2018/5/layout/CenteredIconLabelDescriptionList"/>
    <dgm:cxn modelId="{9B7BFD37-0745-4411-9EF4-B6ED50ED1BAA}" type="presParOf" srcId="{A6AADE77-AA29-4E6B-AC37-2439149D51F9}" destId="{777FF09E-FCE5-4BEF-9C15-F8E843DBD788}" srcOrd="0" destOrd="0" presId="urn:microsoft.com/office/officeart/2018/5/layout/CenteredIconLabelDescriptionList"/>
    <dgm:cxn modelId="{664EF1D1-20B0-4115-880D-2D8C125D156B}" type="presParOf" srcId="{A6AADE77-AA29-4E6B-AC37-2439149D51F9}" destId="{B447FA4A-3D6C-492C-8235-072842C59662}" srcOrd="1" destOrd="0" presId="urn:microsoft.com/office/officeart/2018/5/layout/CenteredIconLabelDescriptionList"/>
    <dgm:cxn modelId="{15E3A07C-D930-421F-B665-9CDFA5991C2A}" type="presParOf" srcId="{A6AADE77-AA29-4E6B-AC37-2439149D51F9}" destId="{2F6FB5D2-8E8C-4B7A-9E34-4AAB4C0BE338}" srcOrd="2" destOrd="0" presId="urn:microsoft.com/office/officeart/2018/5/layout/CenteredIconLabelDescriptionList"/>
    <dgm:cxn modelId="{233213E8-80C3-4F64-A46E-0F65D3C1BC9D}" type="presParOf" srcId="{A6AADE77-AA29-4E6B-AC37-2439149D51F9}" destId="{0B0B5A1F-7F13-43AA-A3E3-D1A82296437B}" srcOrd="3" destOrd="0" presId="urn:microsoft.com/office/officeart/2018/5/layout/CenteredIconLabelDescriptionList"/>
    <dgm:cxn modelId="{8C2F4638-F069-4522-9953-8A68411187B4}" type="presParOf" srcId="{A6AADE77-AA29-4E6B-AC37-2439149D51F9}" destId="{8374A0A7-633E-4430-A139-EFC0E647B955}" srcOrd="4" destOrd="0" presId="urn:microsoft.com/office/officeart/2018/5/layout/CenteredIconLabelDescriptionList"/>
    <dgm:cxn modelId="{ED494D31-A038-4B55-9F6E-2C000566599B}" type="presParOf" srcId="{D27CE7D3-0B8F-4504-A520-7D6864C7F4A5}" destId="{FA83C0DC-6887-4ED0-9F7D-F67F2D429FA7}" srcOrd="5" destOrd="0" presId="urn:microsoft.com/office/officeart/2018/5/layout/CenteredIconLabelDescriptionList"/>
    <dgm:cxn modelId="{62D1C109-05DB-4C21-A5AA-63AAC7DD165A}" type="presParOf" srcId="{D27CE7D3-0B8F-4504-A520-7D6864C7F4A5}" destId="{1A74A00D-E27B-46C8-A1EA-1C6202037E4E}" srcOrd="6" destOrd="0" presId="urn:microsoft.com/office/officeart/2018/5/layout/CenteredIconLabelDescriptionList"/>
    <dgm:cxn modelId="{86537A65-64E9-4817-8BC9-4AE5206BB299}" type="presParOf" srcId="{1A74A00D-E27B-46C8-A1EA-1C6202037E4E}" destId="{C27890B2-10FF-4DA4-AD6B-5D5AC707BAE1}" srcOrd="0" destOrd="0" presId="urn:microsoft.com/office/officeart/2018/5/layout/CenteredIconLabelDescriptionList"/>
    <dgm:cxn modelId="{54830143-5497-405A-89E8-E187638A3E65}" type="presParOf" srcId="{1A74A00D-E27B-46C8-A1EA-1C6202037E4E}" destId="{E2E02F99-B0B2-4840-8951-870DC6ECDBF0}" srcOrd="1" destOrd="0" presId="urn:microsoft.com/office/officeart/2018/5/layout/CenteredIconLabelDescriptionList"/>
    <dgm:cxn modelId="{A3023F44-D424-47B7-BFA7-389D3A599004}" type="presParOf" srcId="{1A74A00D-E27B-46C8-A1EA-1C6202037E4E}" destId="{49FFDB6B-B366-40E5-A1CA-DCC8EB42D2AC}" srcOrd="2" destOrd="0" presId="urn:microsoft.com/office/officeart/2018/5/layout/CenteredIconLabelDescriptionList"/>
    <dgm:cxn modelId="{93840FCB-615D-45FA-852C-0E87C698EE05}" type="presParOf" srcId="{1A74A00D-E27B-46C8-A1EA-1C6202037E4E}" destId="{18D54430-50D3-4379-A363-2E6314DA95D7}" srcOrd="3" destOrd="0" presId="urn:microsoft.com/office/officeart/2018/5/layout/CenteredIconLabelDescriptionList"/>
    <dgm:cxn modelId="{BE691A2F-FF7C-452D-81E6-4ADD5C0FB6C8}" type="presParOf" srcId="{1A74A00D-E27B-46C8-A1EA-1C6202037E4E}" destId="{A0A0284D-C61D-410D-B46C-2F7EC9FFFD5A}" srcOrd="4" destOrd="0" presId="urn:microsoft.com/office/officeart/2018/5/layout/CenteredIconLabelDescriptionList"/>
    <dgm:cxn modelId="{44F29F80-8BE5-45D6-8EB3-8AA6BE798200}" type="presParOf" srcId="{D27CE7D3-0B8F-4504-A520-7D6864C7F4A5}" destId="{5A4FB80E-9C7A-4CA6-AD20-F07C2AA70F17}" srcOrd="7" destOrd="0" presId="urn:microsoft.com/office/officeart/2018/5/layout/CenteredIconLabelDescriptionList"/>
    <dgm:cxn modelId="{585A994B-732E-4089-A4DB-2C7A18DEB575}" type="presParOf" srcId="{D27CE7D3-0B8F-4504-A520-7D6864C7F4A5}" destId="{CD5A42C9-6C27-42DC-9CD5-24DAFD98EC87}" srcOrd="8" destOrd="0" presId="urn:microsoft.com/office/officeart/2018/5/layout/CenteredIconLabelDescriptionList"/>
    <dgm:cxn modelId="{DFDFB457-DFBC-4E2D-8DD1-35FFEE5289C1}" type="presParOf" srcId="{CD5A42C9-6C27-42DC-9CD5-24DAFD98EC87}" destId="{46576200-F95A-4F43-A97C-071C7F650D47}" srcOrd="0" destOrd="0" presId="urn:microsoft.com/office/officeart/2018/5/layout/CenteredIconLabelDescriptionList"/>
    <dgm:cxn modelId="{6836110B-1CE0-48DF-8B0C-35B0345FA4C1}" type="presParOf" srcId="{CD5A42C9-6C27-42DC-9CD5-24DAFD98EC87}" destId="{A864904A-359F-45C0-93AF-470A72E7530A}" srcOrd="1" destOrd="0" presId="urn:microsoft.com/office/officeart/2018/5/layout/CenteredIconLabelDescriptionList"/>
    <dgm:cxn modelId="{A9D2575A-AD6C-4271-8E86-C7E5FB867018}" type="presParOf" srcId="{CD5A42C9-6C27-42DC-9CD5-24DAFD98EC87}" destId="{392DB45D-F482-405A-905F-A27EC4C7BEA7}" srcOrd="2" destOrd="0" presId="urn:microsoft.com/office/officeart/2018/5/layout/CenteredIconLabelDescriptionList"/>
    <dgm:cxn modelId="{33B1D832-AB05-4AAF-AFD9-C2F828CFF477}" type="presParOf" srcId="{CD5A42C9-6C27-42DC-9CD5-24DAFD98EC87}" destId="{42C51727-A2F4-4889-AE51-33FB29B62714}" srcOrd="3" destOrd="0" presId="urn:microsoft.com/office/officeart/2018/5/layout/CenteredIconLabelDescriptionList"/>
    <dgm:cxn modelId="{98BA17AB-5B73-40CB-BA69-8B305E975FB2}" type="presParOf" srcId="{CD5A42C9-6C27-42DC-9CD5-24DAFD98EC87}" destId="{8D800669-3CDB-4446-826C-2AB1BB38001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4C39FE-B5DC-49E7-BAD8-B8093D293ED1}" type="doc">
      <dgm:prSet loTypeId="urn:microsoft.com/office/officeart/2018/2/layout/IconVerticalSolidList" loCatId="icon" qsTypeId="urn:microsoft.com/office/officeart/2005/8/quickstyle/simple1#5" qsCatId="simple" csTypeId="urn:microsoft.com/office/officeart/2005/8/colors/accent2_2#1" csCatId="accent2" phldr="1"/>
      <dgm:spPr/>
      <dgm:t>
        <a:bodyPr/>
        <a:lstStyle/>
        <a:p>
          <a:endParaRPr lang="en-US"/>
        </a:p>
      </dgm:t>
    </dgm:pt>
    <dgm:pt modelId="{DE053057-B850-41E0-9DFA-EE622C90E42E}">
      <dgm:prSet/>
      <dgm:spPr/>
      <dgm:t>
        <a:bodyPr/>
        <a:lstStyle/>
        <a:p>
          <a:r>
            <a:rPr lang="en-GB"/>
            <a:t>What are minds and how are they related to bodies (inc. brains)? </a:t>
          </a:r>
          <a:endParaRPr lang="en-US"/>
        </a:p>
      </dgm:t>
    </dgm:pt>
    <dgm:pt modelId="{29D342B6-BEEE-45A0-B736-44343668AC2F}" type="parTrans" cxnId="{531E72C2-4043-4BAA-8DF7-3B078D1F4D4F}">
      <dgm:prSet/>
      <dgm:spPr/>
      <dgm:t>
        <a:bodyPr/>
        <a:lstStyle/>
        <a:p>
          <a:endParaRPr lang="en-US"/>
        </a:p>
      </dgm:t>
    </dgm:pt>
    <dgm:pt modelId="{B1D89FF2-253E-4C26-9191-D3B6C04F71EA}" type="sibTrans" cxnId="{531E72C2-4043-4BAA-8DF7-3B078D1F4D4F}">
      <dgm:prSet/>
      <dgm:spPr/>
      <dgm:t>
        <a:bodyPr/>
        <a:lstStyle/>
        <a:p>
          <a:endParaRPr lang="en-US"/>
        </a:p>
      </dgm:t>
    </dgm:pt>
    <dgm:pt modelId="{C48BB6A4-0FFD-45E6-A06A-E2BB28102D54}">
      <dgm:prSet/>
      <dgm:spPr/>
      <dgm:t>
        <a:bodyPr/>
        <a:lstStyle/>
        <a:p>
          <a:r>
            <a:rPr lang="en-GB"/>
            <a:t>What is intelligence, and can machines have it? </a:t>
          </a:r>
          <a:endParaRPr lang="en-US"/>
        </a:p>
      </dgm:t>
    </dgm:pt>
    <dgm:pt modelId="{4BED4130-3690-414A-AC9D-90E207E9CCB9}" type="parTrans" cxnId="{21E64BE8-99AF-4077-833B-A35307E5C5D5}">
      <dgm:prSet/>
      <dgm:spPr/>
      <dgm:t>
        <a:bodyPr/>
        <a:lstStyle/>
        <a:p>
          <a:endParaRPr lang="en-US"/>
        </a:p>
      </dgm:t>
    </dgm:pt>
    <dgm:pt modelId="{130AE914-99FD-4C7A-B544-93EAAABA398B}" type="sibTrans" cxnId="{21E64BE8-99AF-4077-833B-A35307E5C5D5}">
      <dgm:prSet/>
      <dgm:spPr/>
      <dgm:t>
        <a:bodyPr/>
        <a:lstStyle/>
        <a:p>
          <a:endParaRPr lang="en-US"/>
        </a:p>
      </dgm:t>
    </dgm:pt>
    <dgm:pt modelId="{B83EA775-126A-4F38-9202-7D34C76F0FC1}">
      <dgm:prSet/>
      <dgm:spPr/>
      <dgm:t>
        <a:bodyPr/>
        <a:lstStyle/>
        <a:p>
          <a:r>
            <a:rPr lang="en-GB"/>
            <a:t>What are feelings, qualia/sensations, emotions, beliefs, desires, intentions, aims, selves, ...Etc?</a:t>
          </a:r>
          <a:endParaRPr lang="en-US"/>
        </a:p>
      </dgm:t>
    </dgm:pt>
    <dgm:pt modelId="{39747101-46B9-4D21-A465-967ACFBEB603}" type="parTrans" cxnId="{B8A7DB9C-1D01-4626-94E3-454BACFFDD62}">
      <dgm:prSet/>
      <dgm:spPr/>
      <dgm:t>
        <a:bodyPr/>
        <a:lstStyle/>
        <a:p>
          <a:endParaRPr lang="en-US"/>
        </a:p>
      </dgm:t>
    </dgm:pt>
    <dgm:pt modelId="{4F16D017-8872-47BD-A863-71058159CD84}" type="sibTrans" cxnId="{B8A7DB9C-1D01-4626-94E3-454BACFFDD62}">
      <dgm:prSet/>
      <dgm:spPr/>
      <dgm:t>
        <a:bodyPr/>
        <a:lstStyle/>
        <a:p>
          <a:endParaRPr lang="en-US"/>
        </a:p>
      </dgm:t>
    </dgm:pt>
    <dgm:pt modelId="{8DBD6A44-E27F-46C1-9293-FD389BC42032}">
      <dgm:prSet/>
      <dgm:spPr/>
      <dgm:t>
        <a:bodyPr/>
        <a:lstStyle/>
        <a:p>
          <a:r>
            <a:rPr lang="en-US"/>
            <a:t>Qualia: subjective, private qualities of conscious experience (e.g. sensation of red, perceiving an object, …)</a:t>
          </a:r>
        </a:p>
      </dgm:t>
    </dgm:pt>
    <dgm:pt modelId="{FB12ECF1-9CE3-44A1-8020-03460927D15F}" type="parTrans" cxnId="{A10CD487-3973-4F90-8154-758F14419DDF}">
      <dgm:prSet/>
      <dgm:spPr/>
      <dgm:t>
        <a:bodyPr/>
        <a:lstStyle/>
        <a:p>
          <a:endParaRPr lang="en-US"/>
        </a:p>
      </dgm:t>
    </dgm:pt>
    <dgm:pt modelId="{4968FDEC-9AB3-4ACD-A43F-880947C66B20}" type="sibTrans" cxnId="{A10CD487-3973-4F90-8154-758F14419DDF}">
      <dgm:prSet/>
      <dgm:spPr/>
      <dgm:t>
        <a:bodyPr/>
        <a:lstStyle/>
        <a:p>
          <a:endParaRPr lang="en-US"/>
        </a:p>
      </dgm:t>
    </dgm:pt>
    <dgm:pt modelId="{0CD28EBE-7424-4CB0-A39D-68DE894C0157}" type="pres">
      <dgm:prSet presAssocID="{D74C39FE-B5DC-49E7-BAD8-B8093D293ED1}" presName="root" presStyleCnt="0">
        <dgm:presLayoutVars>
          <dgm:dir/>
          <dgm:resizeHandles val="exact"/>
        </dgm:presLayoutVars>
      </dgm:prSet>
      <dgm:spPr/>
    </dgm:pt>
    <dgm:pt modelId="{91FB67D9-B358-4808-B25B-4A16E4CE5698}" type="pres">
      <dgm:prSet presAssocID="{DE053057-B850-41E0-9DFA-EE622C90E42E}" presName="compNode" presStyleCnt="0"/>
      <dgm:spPr/>
    </dgm:pt>
    <dgm:pt modelId="{79E74EE8-EDB7-4969-A2DA-B484ADCFE147}" type="pres">
      <dgm:prSet presAssocID="{DE053057-B850-41E0-9DFA-EE622C90E42E}" presName="bgRect" presStyleLbl="bgShp" presStyleIdx="0" presStyleCnt="4"/>
      <dgm:spPr/>
    </dgm:pt>
    <dgm:pt modelId="{B27902ED-48AD-401A-9C83-E3979D57F691}" type="pres">
      <dgm:prSet presAssocID="{DE053057-B850-41E0-9DFA-EE622C90E42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in head"/>
        </a:ext>
      </dgm:extLst>
    </dgm:pt>
    <dgm:pt modelId="{E4006FFF-1538-4CF1-8DDA-F4BAFD460FF1}" type="pres">
      <dgm:prSet presAssocID="{DE053057-B850-41E0-9DFA-EE622C90E42E}" presName="spaceRect" presStyleCnt="0"/>
      <dgm:spPr/>
    </dgm:pt>
    <dgm:pt modelId="{5BFC510A-0FD1-41AF-B9A8-6BA07140CD9D}" type="pres">
      <dgm:prSet presAssocID="{DE053057-B850-41E0-9DFA-EE622C90E42E}" presName="parTx" presStyleLbl="revTx" presStyleIdx="0" presStyleCnt="4">
        <dgm:presLayoutVars>
          <dgm:chMax val="0"/>
          <dgm:chPref val="0"/>
        </dgm:presLayoutVars>
      </dgm:prSet>
      <dgm:spPr/>
    </dgm:pt>
    <dgm:pt modelId="{FF9ED578-A897-46E7-90E2-38320F4F9AA5}" type="pres">
      <dgm:prSet presAssocID="{B1D89FF2-253E-4C26-9191-D3B6C04F71EA}" presName="sibTrans" presStyleCnt="0"/>
      <dgm:spPr/>
    </dgm:pt>
    <dgm:pt modelId="{5F9CCF89-3893-454E-9A58-44F300F97432}" type="pres">
      <dgm:prSet presAssocID="{C48BB6A4-0FFD-45E6-A06A-E2BB28102D54}" presName="compNode" presStyleCnt="0"/>
      <dgm:spPr/>
    </dgm:pt>
    <dgm:pt modelId="{19B0D568-D334-4795-8CB7-651BC1D194BA}" type="pres">
      <dgm:prSet presAssocID="{C48BB6A4-0FFD-45E6-A06A-E2BB28102D54}" presName="bgRect" presStyleLbl="bgShp" presStyleIdx="1" presStyleCnt="4"/>
      <dgm:spPr/>
    </dgm:pt>
    <dgm:pt modelId="{C5CB05AC-2CAA-4FF4-A477-0C009A85DC5E}" type="pres">
      <dgm:prSet presAssocID="{C48BB6A4-0FFD-45E6-A06A-E2BB28102D5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BD76B3E1-A925-4DBA-853B-A6204F767E2F}" type="pres">
      <dgm:prSet presAssocID="{C48BB6A4-0FFD-45E6-A06A-E2BB28102D54}" presName="spaceRect" presStyleCnt="0"/>
      <dgm:spPr/>
    </dgm:pt>
    <dgm:pt modelId="{B899AB53-6747-4928-AC99-28E649E24A15}" type="pres">
      <dgm:prSet presAssocID="{C48BB6A4-0FFD-45E6-A06A-E2BB28102D54}" presName="parTx" presStyleLbl="revTx" presStyleIdx="1" presStyleCnt="4">
        <dgm:presLayoutVars>
          <dgm:chMax val="0"/>
          <dgm:chPref val="0"/>
        </dgm:presLayoutVars>
      </dgm:prSet>
      <dgm:spPr/>
    </dgm:pt>
    <dgm:pt modelId="{4264D3D0-5B8E-4853-A3FF-0701D42A51C8}" type="pres">
      <dgm:prSet presAssocID="{130AE914-99FD-4C7A-B544-93EAAABA398B}" presName="sibTrans" presStyleCnt="0"/>
      <dgm:spPr/>
    </dgm:pt>
    <dgm:pt modelId="{83EF2C8A-3DFB-45B3-955A-0F64F64A02BB}" type="pres">
      <dgm:prSet presAssocID="{B83EA775-126A-4F38-9202-7D34C76F0FC1}" presName="compNode" presStyleCnt="0"/>
      <dgm:spPr/>
    </dgm:pt>
    <dgm:pt modelId="{1E641537-CCC3-4C09-8388-157DA8DB0F42}" type="pres">
      <dgm:prSet presAssocID="{B83EA775-126A-4F38-9202-7D34C76F0FC1}" presName="bgRect" presStyleLbl="bgShp" presStyleIdx="2" presStyleCnt="4"/>
      <dgm:spPr/>
    </dgm:pt>
    <dgm:pt modelId="{611FDE65-9759-439A-AF17-61CA1614F094}" type="pres">
      <dgm:prSet presAssocID="{B83EA775-126A-4F38-9202-7D34C76F0FC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hought bubble"/>
        </a:ext>
      </dgm:extLst>
    </dgm:pt>
    <dgm:pt modelId="{E0939972-399A-4039-9309-201D6A8A2DCC}" type="pres">
      <dgm:prSet presAssocID="{B83EA775-126A-4F38-9202-7D34C76F0FC1}" presName="spaceRect" presStyleCnt="0"/>
      <dgm:spPr/>
    </dgm:pt>
    <dgm:pt modelId="{B0634B02-B3B9-42D1-82E3-6EC8983748DF}" type="pres">
      <dgm:prSet presAssocID="{B83EA775-126A-4F38-9202-7D34C76F0FC1}" presName="parTx" presStyleLbl="revTx" presStyleIdx="2" presStyleCnt="4">
        <dgm:presLayoutVars>
          <dgm:chMax val="0"/>
          <dgm:chPref val="0"/>
        </dgm:presLayoutVars>
      </dgm:prSet>
      <dgm:spPr/>
    </dgm:pt>
    <dgm:pt modelId="{FF7410C5-19E9-4D3C-AEA1-9C96D79934DF}" type="pres">
      <dgm:prSet presAssocID="{4F16D017-8872-47BD-A863-71058159CD84}" presName="sibTrans" presStyleCnt="0"/>
      <dgm:spPr/>
    </dgm:pt>
    <dgm:pt modelId="{FC6F004E-3A4D-4090-AF91-ECE95FB84C53}" type="pres">
      <dgm:prSet presAssocID="{8DBD6A44-E27F-46C1-9293-FD389BC42032}" presName="compNode" presStyleCnt="0"/>
      <dgm:spPr/>
    </dgm:pt>
    <dgm:pt modelId="{04A877EA-37A3-45C9-A8D8-93748B10030D}" type="pres">
      <dgm:prSet presAssocID="{8DBD6A44-E27F-46C1-9293-FD389BC42032}" presName="bgRect" presStyleLbl="bgShp" presStyleIdx="3" presStyleCnt="4"/>
      <dgm:spPr/>
    </dgm:pt>
    <dgm:pt modelId="{ADC88A22-4E24-45CE-BCA2-2E1D1738537D}" type="pres">
      <dgm:prSet presAssocID="{8DBD6A44-E27F-46C1-9293-FD389BC4203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lind"/>
        </a:ext>
      </dgm:extLst>
    </dgm:pt>
    <dgm:pt modelId="{613CDD85-B83A-48AF-BA77-6DF81A205DAB}" type="pres">
      <dgm:prSet presAssocID="{8DBD6A44-E27F-46C1-9293-FD389BC42032}" presName="spaceRect" presStyleCnt="0"/>
      <dgm:spPr/>
    </dgm:pt>
    <dgm:pt modelId="{FDAB478F-C436-4D1E-AE9F-CA2DBA68DF68}" type="pres">
      <dgm:prSet presAssocID="{8DBD6A44-E27F-46C1-9293-FD389BC42032}" presName="parTx" presStyleLbl="revTx" presStyleIdx="3" presStyleCnt="4">
        <dgm:presLayoutVars>
          <dgm:chMax val="0"/>
          <dgm:chPref val="0"/>
        </dgm:presLayoutVars>
      </dgm:prSet>
      <dgm:spPr/>
    </dgm:pt>
  </dgm:ptLst>
  <dgm:cxnLst>
    <dgm:cxn modelId="{B9B5C975-90EC-4CFD-9754-E8ABFF1B7283}" type="presOf" srcId="{DE053057-B850-41E0-9DFA-EE622C90E42E}" destId="{5BFC510A-0FD1-41AF-B9A8-6BA07140CD9D}" srcOrd="0" destOrd="0" presId="urn:microsoft.com/office/officeart/2018/2/layout/IconVerticalSolidList"/>
    <dgm:cxn modelId="{A10CD487-3973-4F90-8154-758F14419DDF}" srcId="{D74C39FE-B5DC-49E7-BAD8-B8093D293ED1}" destId="{8DBD6A44-E27F-46C1-9293-FD389BC42032}" srcOrd="3" destOrd="0" parTransId="{FB12ECF1-9CE3-44A1-8020-03460927D15F}" sibTransId="{4968FDEC-9AB3-4ACD-A43F-880947C66B20}"/>
    <dgm:cxn modelId="{B8A7DB9C-1D01-4626-94E3-454BACFFDD62}" srcId="{D74C39FE-B5DC-49E7-BAD8-B8093D293ED1}" destId="{B83EA775-126A-4F38-9202-7D34C76F0FC1}" srcOrd="2" destOrd="0" parTransId="{39747101-46B9-4D21-A465-967ACFBEB603}" sibTransId="{4F16D017-8872-47BD-A863-71058159CD84}"/>
    <dgm:cxn modelId="{531E72C2-4043-4BAA-8DF7-3B078D1F4D4F}" srcId="{D74C39FE-B5DC-49E7-BAD8-B8093D293ED1}" destId="{DE053057-B850-41E0-9DFA-EE622C90E42E}" srcOrd="0" destOrd="0" parTransId="{29D342B6-BEEE-45A0-B736-44343668AC2F}" sibTransId="{B1D89FF2-253E-4C26-9191-D3B6C04F71EA}"/>
    <dgm:cxn modelId="{7F3B8ADA-C055-401F-9466-6F4DE9F21130}" type="presOf" srcId="{B83EA775-126A-4F38-9202-7D34C76F0FC1}" destId="{B0634B02-B3B9-42D1-82E3-6EC8983748DF}" srcOrd="0" destOrd="0" presId="urn:microsoft.com/office/officeart/2018/2/layout/IconVerticalSolidList"/>
    <dgm:cxn modelId="{21E64BE8-99AF-4077-833B-A35307E5C5D5}" srcId="{D74C39FE-B5DC-49E7-BAD8-B8093D293ED1}" destId="{C48BB6A4-0FFD-45E6-A06A-E2BB28102D54}" srcOrd="1" destOrd="0" parTransId="{4BED4130-3690-414A-AC9D-90E207E9CCB9}" sibTransId="{130AE914-99FD-4C7A-B544-93EAAABA398B}"/>
    <dgm:cxn modelId="{7C85EAF2-DC8C-47A7-BBE6-BD8ED1B1F58D}" type="presOf" srcId="{D74C39FE-B5DC-49E7-BAD8-B8093D293ED1}" destId="{0CD28EBE-7424-4CB0-A39D-68DE894C0157}" srcOrd="0" destOrd="0" presId="urn:microsoft.com/office/officeart/2018/2/layout/IconVerticalSolidList"/>
    <dgm:cxn modelId="{CAC8A4F9-EEFD-49FD-B58D-42516084BBC2}" type="presOf" srcId="{8DBD6A44-E27F-46C1-9293-FD389BC42032}" destId="{FDAB478F-C436-4D1E-AE9F-CA2DBA68DF68}" srcOrd="0" destOrd="0" presId="urn:microsoft.com/office/officeart/2018/2/layout/IconVerticalSolidList"/>
    <dgm:cxn modelId="{46AFAAFF-D0D5-4F6A-8037-203FC59BEBAB}" type="presOf" srcId="{C48BB6A4-0FFD-45E6-A06A-E2BB28102D54}" destId="{B899AB53-6747-4928-AC99-28E649E24A15}" srcOrd="0" destOrd="0" presId="urn:microsoft.com/office/officeart/2018/2/layout/IconVerticalSolidList"/>
    <dgm:cxn modelId="{AA23EA91-F621-4A03-8973-2D03F8A4D375}" type="presParOf" srcId="{0CD28EBE-7424-4CB0-A39D-68DE894C0157}" destId="{91FB67D9-B358-4808-B25B-4A16E4CE5698}" srcOrd="0" destOrd="0" presId="urn:microsoft.com/office/officeart/2018/2/layout/IconVerticalSolidList"/>
    <dgm:cxn modelId="{78083AF4-3FF3-47E2-8EC0-03C1023E231D}" type="presParOf" srcId="{91FB67D9-B358-4808-B25B-4A16E4CE5698}" destId="{79E74EE8-EDB7-4969-A2DA-B484ADCFE147}" srcOrd="0" destOrd="0" presId="urn:microsoft.com/office/officeart/2018/2/layout/IconVerticalSolidList"/>
    <dgm:cxn modelId="{63AA76B4-7C54-4E89-B2EC-D20D1437C325}" type="presParOf" srcId="{91FB67D9-B358-4808-B25B-4A16E4CE5698}" destId="{B27902ED-48AD-401A-9C83-E3979D57F691}" srcOrd="1" destOrd="0" presId="urn:microsoft.com/office/officeart/2018/2/layout/IconVerticalSolidList"/>
    <dgm:cxn modelId="{5996354E-A7FA-4103-B8BF-D2FB248C41A2}" type="presParOf" srcId="{91FB67D9-B358-4808-B25B-4A16E4CE5698}" destId="{E4006FFF-1538-4CF1-8DDA-F4BAFD460FF1}" srcOrd="2" destOrd="0" presId="urn:microsoft.com/office/officeart/2018/2/layout/IconVerticalSolidList"/>
    <dgm:cxn modelId="{82FBA0C0-DAE5-4D31-8241-45D73CBECA14}" type="presParOf" srcId="{91FB67D9-B358-4808-B25B-4A16E4CE5698}" destId="{5BFC510A-0FD1-41AF-B9A8-6BA07140CD9D}" srcOrd="3" destOrd="0" presId="urn:microsoft.com/office/officeart/2018/2/layout/IconVerticalSolidList"/>
    <dgm:cxn modelId="{235DEB98-D658-4866-8C36-7879BF8BF749}" type="presParOf" srcId="{0CD28EBE-7424-4CB0-A39D-68DE894C0157}" destId="{FF9ED578-A897-46E7-90E2-38320F4F9AA5}" srcOrd="1" destOrd="0" presId="urn:microsoft.com/office/officeart/2018/2/layout/IconVerticalSolidList"/>
    <dgm:cxn modelId="{DDD6FA2E-8CB5-4322-AC37-E5836498E68F}" type="presParOf" srcId="{0CD28EBE-7424-4CB0-A39D-68DE894C0157}" destId="{5F9CCF89-3893-454E-9A58-44F300F97432}" srcOrd="2" destOrd="0" presId="urn:microsoft.com/office/officeart/2018/2/layout/IconVerticalSolidList"/>
    <dgm:cxn modelId="{BA584E07-D804-4268-9F8F-4805932F4B9F}" type="presParOf" srcId="{5F9CCF89-3893-454E-9A58-44F300F97432}" destId="{19B0D568-D334-4795-8CB7-651BC1D194BA}" srcOrd="0" destOrd="0" presId="urn:microsoft.com/office/officeart/2018/2/layout/IconVerticalSolidList"/>
    <dgm:cxn modelId="{29D44600-39DF-4F83-AEF8-CA0A9CBA2C8D}" type="presParOf" srcId="{5F9CCF89-3893-454E-9A58-44F300F97432}" destId="{C5CB05AC-2CAA-4FF4-A477-0C009A85DC5E}" srcOrd="1" destOrd="0" presId="urn:microsoft.com/office/officeart/2018/2/layout/IconVerticalSolidList"/>
    <dgm:cxn modelId="{B65965DE-6544-44AE-B788-8153C868BB44}" type="presParOf" srcId="{5F9CCF89-3893-454E-9A58-44F300F97432}" destId="{BD76B3E1-A925-4DBA-853B-A6204F767E2F}" srcOrd="2" destOrd="0" presId="urn:microsoft.com/office/officeart/2018/2/layout/IconVerticalSolidList"/>
    <dgm:cxn modelId="{DADDF85D-6E8C-411C-B0A3-5C952D439673}" type="presParOf" srcId="{5F9CCF89-3893-454E-9A58-44F300F97432}" destId="{B899AB53-6747-4928-AC99-28E649E24A15}" srcOrd="3" destOrd="0" presId="urn:microsoft.com/office/officeart/2018/2/layout/IconVerticalSolidList"/>
    <dgm:cxn modelId="{B9CB7188-7B49-40C1-A354-516621F00923}" type="presParOf" srcId="{0CD28EBE-7424-4CB0-A39D-68DE894C0157}" destId="{4264D3D0-5B8E-4853-A3FF-0701D42A51C8}" srcOrd="3" destOrd="0" presId="urn:microsoft.com/office/officeart/2018/2/layout/IconVerticalSolidList"/>
    <dgm:cxn modelId="{660ACEA5-0CB7-46C0-9FDF-9D2E139F2EB7}" type="presParOf" srcId="{0CD28EBE-7424-4CB0-A39D-68DE894C0157}" destId="{83EF2C8A-3DFB-45B3-955A-0F64F64A02BB}" srcOrd="4" destOrd="0" presId="urn:microsoft.com/office/officeart/2018/2/layout/IconVerticalSolidList"/>
    <dgm:cxn modelId="{901F608E-EB44-43E3-A19D-EE38E642170F}" type="presParOf" srcId="{83EF2C8A-3DFB-45B3-955A-0F64F64A02BB}" destId="{1E641537-CCC3-4C09-8388-157DA8DB0F42}" srcOrd="0" destOrd="0" presId="urn:microsoft.com/office/officeart/2018/2/layout/IconVerticalSolidList"/>
    <dgm:cxn modelId="{A210D396-4614-42F8-8152-3853641C718D}" type="presParOf" srcId="{83EF2C8A-3DFB-45B3-955A-0F64F64A02BB}" destId="{611FDE65-9759-439A-AF17-61CA1614F094}" srcOrd="1" destOrd="0" presId="urn:microsoft.com/office/officeart/2018/2/layout/IconVerticalSolidList"/>
    <dgm:cxn modelId="{2B8A4B22-53BB-4B98-B210-C8AE2645247F}" type="presParOf" srcId="{83EF2C8A-3DFB-45B3-955A-0F64F64A02BB}" destId="{E0939972-399A-4039-9309-201D6A8A2DCC}" srcOrd="2" destOrd="0" presId="urn:microsoft.com/office/officeart/2018/2/layout/IconVerticalSolidList"/>
    <dgm:cxn modelId="{906BCA23-C481-450A-B13B-2F8B68F5F286}" type="presParOf" srcId="{83EF2C8A-3DFB-45B3-955A-0F64F64A02BB}" destId="{B0634B02-B3B9-42D1-82E3-6EC8983748DF}" srcOrd="3" destOrd="0" presId="urn:microsoft.com/office/officeart/2018/2/layout/IconVerticalSolidList"/>
    <dgm:cxn modelId="{8F8E8AB1-7112-4BE8-9D14-7AA9EB764D9A}" type="presParOf" srcId="{0CD28EBE-7424-4CB0-A39D-68DE894C0157}" destId="{FF7410C5-19E9-4D3C-AEA1-9C96D79934DF}" srcOrd="5" destOrd="0" presId="urn:microsoft.com/office/officeart/2018/2/layout/IconVerticalSolidList"/>
    <dgm:cxn modelId="{D886C6F0-1CB5-475D-B6E9-EB686922E328}" type="presParOf" srcId="{0CD28EBE-7424-4CB0-A39D-68DE894C0157}" destId="{FC6F004E-3A4D-4090-AF91-ECE95FB84C53}" srcOrd="6" destOrd="0" presId="urn:microsoft.com/office/officeart/2018/2/layout/IconVerticalSolidList"/>
    <dgm:cxn modelId="{D9BA2143-7E01-4FD0-B5E3-EC7152D6402D}" type="presParOf" srcId="{FC6F004E-3A4D-4090-AF91-ECE95FB84C53}" destId="{04A877EA-37A3-45C9-A8D8-93748B10030D}" srcOrd="0" destOrd="0" presId="urn:microsoft.com/office/officeart/2018/2/layout/IconVerticalSolidList"/>
    <dgm:cxn modelId="{02D3FD10-2566-4DD9-A426-F164C14C9377}" type="presParOf" srcId="{FC6F004E-3A4D-4090-AF91-ECE95FB84C53}" destId="{ADC88A22-4E24-45CE-BCA2-2E1D1738537D}" srcOrd="1" destOrd="0" presId="urn:microsoft.com/office/officeart/2018/2/layout/IconVerticalSolidList"/>
    <dgm:cxn modelId="{4671A402-0905-417F-9E53-733DE2C3498C}" type="presParOf" srcId="{FC6F004E-3A4D-4090-AF91-ECE95FB84C53}" destId="{613CDD85-B83A-48AF-BA77-6DF81A205DAB}" srcOrd="2" destOrd="0" presId="urn:microsoft.com/office/officeart/2018/2/layout/IconVerticalSolidList"/>
    <dgm:cxn modelId="{4443654B-453F-404C-94B5-1BBDACBE9868}" type="presParOf" srcId="{FC6F004E-3A4D-4090-AF91-ECE95FB84C53}" destId="{FDAB478F-C436-4D1E-AE9F-CA2DBA68DF6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32BDB35-8075-4B66-9941-C95C399A7511}" type="doc">
      <dgm:prSet loTypeId="urn:microsoft.com/office/officeart/2018/2/layout/IconLabelDescriptionList" loCatId="icon" qsTypeId="urn:microsoft.com/office/officeart/2005/8/quickstyle/simple1#6" qsCatId="simple" csTypeId="urn:microsoft.com/office/officeart/2005/8/colors/accent2_2#2" csCatId="accent2" phldr="1"/>
      <dgm:spPr/>
      <dgm:t>
        <a:bodyPr/>
        <a:lstStyle/>
        <a:p>
          <a:endParaRPr lang="en-US"/>
        </a:p>
      </dgm:t>
    </dgm:pt>
    <dgm:pt modelId="{7289C4CA-2B1D-40D0-95F3-530FFCCE9BDB}">
      <dgm:prSet/>
      <dgm:spPr/>
      <dgm:t>
        <a:bodyPr/>
        <a:lstStyle/>
        <a:p>
          <a:pPr>
            <a:lnSpc>
              <a:spcPct val="100000"/>
            </a:lnSpc>
            <a:defRPr b="1"/>
          </a:pPr>
          <a:r>
            <a:rPr lang="en-GB" dirty="0"/>
            <a:t>Science i.e. studying things that already exist or might exist, explaining how they work</a:t>
          </a:r>
          <a:endParaRPr lang="en-US" dirty="0"/>
        </a:p>
      </dgm:t>
    </dgm:pt>
    <dgm:pt modelId="{F718FAD0-1A1B-4AB8-B1ED-E5C5F0E0A8EB}" type="parTrans" cxnId="{50F44786-343C-45AF-B79A-14A44358C644}">
      <dgm:prSet/>
      <dgm:spPr/>
      <dgm:t>
        <a:bodyPr/>
        <a:lstStyle/>
        <a:p>
          <a:endParaRPr lang="en-US"/>
        </a:p>
      </dgm:t>
    </dgm:pt>
    <dgm:pt modelId="{561FB5F1-3863-4249-8768-0460FD6BFC25}" type="sibTrans" cxnId="{50F44786-343C-45AF-B79A-14A44358C644}">
      <dgm:prSet/>
      <dgm:spPr/>
      <dgm:t>
        <a:bodyPr/>
        <a:lstStyle/>
        <a:p>
          <a:endParaRPr lang="en-US"/>
        </a:p>
      </dgm:t>
    </dgm:pt>
    <dgm:pt modelId="{E3095779-D0FF-4CB3-8E6B-194AF843D8A1}">
      <dgm:prSet/>
      <dgm:spPr/>
      <dgm:t>
        <a:bodyPr/>
        <a:lstStyle/>
        <a:p>
          <a:pPr>
            <a:lnSpc>
              <a:spcPct val="100000"/>
            </a:lnSpc>
          </a:pPr>
          <a:r>
            <a:rPr lang="en-GB" dirty="0"/>
            <a:t>searching for general principles relevant to understanding people, other animals, intelligent machines of the future, and perhaps creatures from other parts of the universe</a:t>
          </a:r>
          <a:endParaRPr lang="en-US" dirty="0"/>
        </a:p>
      </dgm:t>
    </dgm:pt>
    <dgm:pt modelId="{5619AB1E-83E7-4EB2-A1FB-6AC5EF2D27A2}" type="parTrans" cxnId="{68DE96E2-A6C9-45DE-B9F7-59CB62ADC721}">
      <dgm:prSet/>
      <dgm:spPr/>
      <dgm:t>
        <a:bodyPr/>
        <a:lstStyle/>
        <a:p>
          <a:endParaRPr lang="en-US"/>
        </a:p>
      </dgm:t>
    </dgm:pt>
    <dgm:pt modelId="{5D018F85-1AE5-4720-BF7B-CB0CC79C5572}" type="sibTrans" cxnId="{68DE96E2-A6C9-45DE-B9F7-59CB62ADC721}">
      <dgm:prSet/>
      <dgm:spPr/>
      <dgm:t>
        <a:bodyPr/>
        <a:lstStyle/>
        <a:p>
          <a:endParaRPr lang="en-US"/>
        </a:p>
      </dgm:t>
    </dgm:pt>
    <dgm:pt modelId="{6B6E2C38-2564-449E-B670-06F751BE3A17}">
      <dgm:prSet/>
      <dgm:spPr/>
      <dgm:t>
        <a:bodyPr/>
        <a:lstStyle/>
        <a:p>
          <a:pPr>
            <a:lnSpc>
              <a:spcPct val="100000"/>
            </a:lnSpc>
            <a:defRPr b="1"/>
          </a:pPr>
          <a:r>
            <a:rPr lang="en-GB" dirty="0"/>
            <a:t>Engineering. Using that knowledge to solve practical problems, including</a:t>
          </a:r>
          <a:endParaRPr lang="en-US" dirty="0"/>
        </a:p>
      </dgm:t>
    </dgm:pt>
    <dgm:pt modelId="{D428E7CE-C1BE-4ACD-933B-E94F5A5CA045}" type="parTrans" cxnId="{9F7FD58B-7C35-4AAC-928A-1F3B429B4E66}">
      <dgm:prSet/>
      <dgm:spPr/>
      <dgm:t>
        <a:bodyPr/>
        <a:lstStyle/>
        <a:p>
          <a:endParaRPr lang="en-US"/>
        </a:p>
      </dgm:t>
    </dgm:pt>
    <dgm:pt modelId="{1AE645CD-9A46-4D2F-A730-36724630A863}" type="sibTrans" cxnId="{9F7FD58B-7C35-4AAC-928A-1F3B429B4E66}">
      <dgm:prSet/>
      <dgm:spPr/>
      <dgm:t>
        <a:bodyPr/>
        <a:lstStyle/>
        <a:p>
          <a:endParaRPr lang="en-US"/>
        </a:p>
      </dgm:t>
    </dgm:pt>
    <dgm:pt modelId="{5A3194FB-EEBC-4E5F-9E73-85940DDD2750}">
      <dgm:prSet/>
      <dgm:spPr/>
      <dgm:t>
        <a:bodyPr/>
        <a:lstStyle/>
        <a:p>
          <a:pPr>
            <a:lnSpc>
              <a:spcPct val="100000"/>
            </a:lnSpc>
          </a:pPr>
          <a:r>
            <a:rPr lang="en-GB" dirty="0"/>
            <a:t>making new useful kinds of machines, </a:t>
          </a:r>
          <a:endParaRPr lang="en-US" dirty="0"/>
        </a:p>
      </dgm:t>
    </dgm:pt>
    <dgm:pt modelId="{18076F0E-07EC-4B95-A92D-48004FCAC2BF}" type="parTrans" cxnId="{B723769D-2B8C-4379-8551-027F83AF9C88}">
      <dgm:prSet/>
      <dgm:spPr/>
      <dgm:t>
        <a:bodyPr/>
        <a:lstStyle/>
        <a:p>
          <a:endParaRPr lang="en-US"/>
        </a:p>
      </dgm:t>
    </dgm:pt>
    <dgm:pt modelId="{ECEA09AF-4BC4-490B-B7DB-F771FD8385A6}" type="sibTrans" cxnId="{B723769D-2B8C-4379-8551-027F83AF9C88}">
      <dgm:prSet/>
      <dgm:spPr/>
      <dgm:t>
        <a:bodyPr/>
        <a:lstStyle/>
        <a:p>
          <a:endParaRPr lang="en-US"/>
        </a:p>
      </dgm:t>
    </dgm:pt>
    <dgm:pt modelId="{52539AE2-4B4E-4616-A621-AD56713C1C2C}">
      <dgm:prSet/>
      <dgm:spPr/>
      <dgm:t>
        <a:bodyPr/>
        <a:lstStyle/>
        <a:p>
          <a:pPr>
            <a:lnSpc>
              <a:spcPct val="100000"/>
            </a:lnSpc>
          </a:pPr>
          <a:r>
            <a:rPr lang="en-GB"/>
            <a:t>producing new forms of entertainment</a:t>
          </a:r>
          <a:endParaRPr lang="en-US"/>
        </a:p>
      </dgm:t>
    </dgm:pt>
    <dgm:pt modelId="{D253234E-6D81-4927-B9C6-4F35D873CC7F}" type="parTrans" cxnId="{677879AD-3FF8-45AE-8279-7F4FFB1C0AE0}">
      <dgm:prSet/>
      <dgm:spPr/>
      <dgm:t>
        <a:bodyPr/>
        <a:lstStyle/>
        <a:p>
          <a:endParaRPr lang="en-US"/>
        </a:p>
      </dgm:t>
    </dgm:pt>
    <dgm:pt modelId="{3CDAC410-4881-4459-91C0-55097E67D270}" type="sibTrans" cxnId="{677879AD-3FF8-45AE-8279-7F4FFB1C0AE0}">
      <dgm:prSet/>
      <dgm:spPr/>
      <dgm:t>
        <a:bodyPr/>
        <a:lstStyle/>
        <a:p>
          <a:endParaRPr lang="en-US"/>
        </a:p>
      </dgm:t>
    </dgm:pt>
    <dgm:pt modelId="{3236C32D-E3CC-46DE-A60B-BFD60DE1AA6B}">
      <dgm:prSet/>
      <dgm:spPr/>
      <dgm:t>
        <a:bodyPr/>
        <a:lstStyle/>
        <a:p>
          <a:pPr>
            <a:lnSpc>
              <a:spcPct val="100000"/>
            </a:lnSpc>
          </a:pPr>
          <a:r>
            <a:rPr lang="en-GB" dirty="0"/>
            <a:t>perhaps helping us manage ourselves better, e.g. in education, therapy, decision-making, ... </a:t>
          </a:r>
          <a:endParaRPr lang="en-US" dirty="0"/>
        </a:p>
      </dgm:t>
    </dgm:pt>
    <dgm:pt modelId="{C314A4D7-1899-45FA-A257-026AAB7FC445}" type="parTrans" cxnId="{9E5C201D-CF2F-4AB3-9849-337690BDE944}">
      <dgm:prSet/>
      <dgm:spPr/>
      <dgm:t>
        <a:bodyPr/>
        <a:lstStyle/>
        <a:p>
          <a:endParaRPr lang="en-US"/>
        </a:p>
      </dgm:t>
    </dgm:pt>
    <dgm:pt modelId="{8B2E5012-7684-4202-824A-B81D5D337D56}" type="sibTrans" cxnId="{9E5C201D-CF2F-4AB3-9849-337690BDE944}">
      <dgm:prSet/>
      <dgm:spPr/>
      <dgm:t>
        <a:bodyPr/>
        <a:lstStyle/>
        <a:p>
          <a:endParaRPr lang="en-US"/>
        </a:p>
      </dgm:t>
    </dgm:pt>
    <dgm:pt modelId="{C60B62F4-2790-47D3-8C9B-DC4B6D58764B}" type="pres">
      <dgm:prSet presAssocID="{832BDB35-8075-4B66-9941-C95C399A7511}" presName="root" presStyleCnt="0">
        <dgm:presLayoutVars>
          <dgm:dir/>
          <dgm:resizeHandles val="exact"/>
        </dgm:presLayoutVars>
      </dgm:prSet>
      <dgm:spPr/>
    </dgm:pt>
    <dgm:pt modelId="{AEE82D4C-BFCE-4457-9050-AAE6659E0C63}" type="pres">
      <dgm:prSet presAssocID="{7289C4CA-2B1D-40D0-95F3-530FFCCE9BDB}" presName="compNode" presStyleCnt="0"/>
      <dgm:spPr/>
    </dgm:pt>
    <dgm:pt modelId="{D11E8423-BEF1-4ADD-B17A-E49F112974CF}" type="pres">
      <dgm:prSet presAssocID="{7289C4CA-2B1D-40D0-95F3-530FFCCE9BD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erson with Idea"/>
        </a:ext>
      </dgm:extLst>
    </dgm:pt>
    <dgm:pt modelId="{FF8DEEF4-3CC1-4736-A80C-103CCE037908}" type="pres">
      <dgm:prSet presAssocID="{7289C4CA-2B1D-40D0-95F3-530FFCCE9BDB}" presName="iconSpace" presStyleCnt="0"/>
      <dgm:spPr/>
    </dgm:pt>
    <dgm:pt modelId="{C5FAE26D-F295-4C4E-9B94-E4A5E7F5C8F6}" type="pres">
      <dgm:prSet presAssocID="{7289C4CA-2B1D-40D0-95F3-530FFCCE9BDB}" presName="parTx" presStyleLbl="revTx" presStyleIdx="0" presStyleCnt="4">
        <dgm:presLayoutVars>
          <dgm:chMax val="0"/>
          <dgm:chPref val="0"/>
        </dgm:presLayoutVars>
      </dgm:prSet>
      <dgm:spPr/>
    </dgm:pt>
    <dgm:pt modelId="{8050004D-DBE3-4CF6-AF19-E176BB07AE38}" type="pres">
      <dgm:prSet presAssocID="{7289C4CA-2B1D-40D0-95F3-530FFCCE9BDB}" presName="txSpace" presStyleCnt="0"/>
      <dgm:spPr/>
    </dgm:pt>
    <dgm:pt modelId="{62E207F4-8ECF-44D5-87AA-ACD8283BE1CA}" type="pres">
      <dgm:prSet presAssocID="{7289C4CA-2B1D-40D0-95F3-530FFCCE9BDB}" presName="desTx" presStyleLbl="revTx" presStyleIdx="1" presStyleCnt="4">
        <dgm:presLayoutVars/>
      </dgm:prSet>
      <dgm:spPr/>
    </dgm:pt>
    <dgm:pt modelId="{514C32AF-D35E-4903-AA5E-86362FBEAB69}" type="pres">
      <dgm:prSet presAssocID="{561FB5F1-3863-4249-8768-0460FD6BFC25}" presName="sibTrans" presStyleCnt="0"/>
      <dgm:spPr/>
    </dgm:pt>
    <dgm:pt modelId="{8FEA3355-251B-4F2A-8185-1DCD17B7F548}" type="pres">
      <dgm:prSet presAssocID="{6B6E2C38-2564-449E-B670-06F751BE3A17}" presName="compNode" presStyleCnt="0"/>
      <dgm:spPr/>
    </dgm:pt>
    <dgm:pt modelId="{2F8837C9-CC7A-4EE4-997B-E2A78916B275}" type="pres">
      <dgm:prSet presAssocID="{6B6E2C38-2564-449E-B670-06F751BE3A1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lder"/>
        </a:ext>
      </dgm:extLst>
    </dgm:pt>
    <dgm:pt modelId="{F681E76E-6347-494C-93BD-A88683471926}" type="pres">
      <dgm:prSet presAssocID="{6B6E2C38-2564-449E-B670-06F751BE3A17}" presName="iconSpace" presStyleCnt="0"/>
      <dgm:spPr/>
    </dgm:pt>
    <dgm:pt modelId="{5869AE1C-6C90-4F56-95BF-54BC3E3BBF4C}" type="pres">
      <dgm:prSet presAssocID="{6B6E2C38-2564-449E-B670-06F751BE3A17}" presName="parTx" presStyleLbl="revTx" presStyleIdx="2" presStyleCnt="4">
        <dgm:presLayoutVars>
          <dgm:chMax val="0"/>
          <dgm:chPref val="0"/>
        </dgm:presLayoutVars>
      </dgm:prSet>
      <dgm:spPr/>
    </dgm:pt>
    <dgm:pt modelId="{4C8958D7-594E-4F58-B6FA-596D2B744AD1}" type="pres">
      <dgm:prSet presAssocID="{6B6E2C38-2564-449E-B670-06F751BE3A17}" presName="txSpace" presStyleCnt="0"/>
      <dgm:spPr/>
    </dgm:pt>
    <dgm:pt modelId="{4FAE0B06-1F5F-4A1B-A7F1-E662230156BD}" type="pres">
      <dgm:prSet presAssocID="{6B6E2C38-2564-449E-B670-06F751BE3A17}" presName="desTx" presStyleLbl="revTx" presStyleIdx="3" presStyleCnt="4">
        <dgm:presLayoutVars/>
      </dgm:prSet>
      <dgm:spPr/>
    </dgm:pt>
  </dgm:ptLst>
  <dgm:cxnLst>
    <dgm:cxn modelId="{28B45300-756D-4C95-B1EC-9625C94FCF20}" type="presOf" srcId="{3236C32D-E3CC-46DE-A60B-BFD60DE1AA6B}" destId="{4FAE0B06-1F5F-4A1B-A7F1-E662230156BD}" srcOrd="0" destOrd="2" presId="urn:microsoft.com/office/officeart/2018/2/layout/IconLabelDescriptionList"/>
    <dgm:cxn modelId="{E75FD819-82F3-4BD6-B66A-3DD5542045C3}" type="presOf" srcId="{52539AE2-4B4E-4616-A621-AD56713C1C2C}" destId="{4FAE0B06-1F5F-4A1B-A7F1-E662230156BD}" srcOrd="0" destOrd="1" presId="urn:microsoft.com/office/officeart/2018/2/layout/IconLabelDescriptionList"/>
    <dgm:cxn modelId="{9E5C201D-CF2F-4AB3-9849-337690BDE944}" srcId="{6B6E2C38-2564-449E-B670-06F751BE3A17}" destId="{3236C32D-E3CC-46DE-A60B-BFD60DE1AA6B}" srcOrd="2" destOrd="0" parTransId="{C314A4D7-1899-45FA-A257-026AAB7FC445}" sibTransId="{8B2E5012-7684-4202-824A-B81D5D337D56}"/>
    <dgm:cxn modelId="{BBAD9D47-71CD-4FA0-A26A-BDB5998F5E3D}" type="presOf" srcId="{E3095779-D0FF-4CB3-8E6B-194AF843D8A1}" destId="{62E207F4-8ECF-44D5-87AA-ACD8283BE1CA}" srcOrd="0" destOrd="0" presId="urn:microsoft.com/office/officeart/2018/2/layout/IconLabelDescriptionList"/>
    <dgm:cxn modelId="{7BCDE85A-4F88-4903-82A6-B53286388907}" type="presOf" srcId="{5A3194FB-EEBC-4E5F-9E73-85940DDD2750}" destId="{4FAE0B06-1F5F-4A1B-A7F1-E662230156BD}" srcOrd="0" destOrd="0" presId="urn:microsoft.com/office/officeart/2018/2/layout/IconLabelDescriptionList"/>
    <dgm:cxn modelId="{50F44786-343C-45AF-B79A-14A44358C644}" srcId="{832BDB35-8075-4B66-9941-C95C399A7511}" destId="{7289C4CA-2B1D-40D0-95F3-530FFCCE9BDB}" srcOrd="0" destOrd="0" parTransId="{F718FAD0-1A1B-4AB8-B1ED-E5C5F0E0A8EB}" sibTransId="{561FB5F1-3863-4249-8768-0460FD6BFC25}"/>
    <dgm:cxn modelId="{16FFBD8A-432C-4B83-B102-16F413F1AE12}" type="presOf" srcId="{6B6E2C38-2564-449E-B670-06F751BE3A17}" destId="{5869AE1C-6C90-4F56-95BF-54BC3E3BBF4C}" srcOrd="0" destOrd="0" presId="urn:microsoft.com/office/officeart/2018/2/layout/IconLabelDescriptionList"/>
    <dgm:cxn modelId="{9F7FD58B-7C35-4AAC-928A-1F3B429B4E66}" srcId="{832BDB35-8075-4B66-9941-C95C399A7511}" destId="{6B6E2C38-2564-449E-B670-06F751BE3A17}" srcOrd="1" destOrd="0" parTransId="{D428E7CE-C1BE-4ACD-933B-E94F5A5CA045}" sibTransId="{1AE645CD-9A46-4D2F-A730-36724630A863}"/>
    <dgm:cxn modelId="{B723769D-2B8C-4379-8551-027F83AF9C88}" srcId="{6B6E2C38-2564-449E-B670-06F751BE3A17}" destId="{5A3194FB-EEBC-4E5F-9E73-85940DDD2750}" srcOrd="0" destOrd="0" parTransId="{18076F0E-07EC-4B95-A92D-48004FCAC2BF}" sibTransId="{ECEA09AF-4BC4-490B-B7DB-F771FD8385A6}"/>
    <dgm:cxn modelId="{677879AD-3FF8-45AE-8279-7F4FFB1C0AE0}" srcId="{6B6E2C38-2564-449E-B670-06F751BE3A17}" destId="{52539AE2-4B4E-4616-A621-AD56713C1C2C}" srcOrd="1" destOrd="0" parTransId="{D253234E-6D81-4927-B9C6-4F35D873CC7F}" sibTransId="{3CDAC410-4881-4459-91C0-55097E67D270}"/>
    <dgm:cxn modelId="{EE14B9DC-A9DB-48CB-A3D0-2A3AEE13EE0C}" type="presOf" srcId="{7289C4CA-2B1D-40D0-95F3-530FFCCE9BDB}" destId="{C5FAE26D-F295-4C4E-9B94-E4A5E7F5C8F6}" srcOrd="0" destOrd="0" presId="urn:microsoft.com/office/officeart/2018/2/layout/IconLabelDescriptionList"/>
    <dgm:cxn modelId="{6B7BC7E1-9A71-49E8-A17C-BD4C3D40EC5D}" type="presOf" srcId="{832BDB35-8075-4B66-9941-C95C399A7511}" destId="{C60B62F4-2790-47D3-8C9B-DC4B6D58764B}" srcOrd="0" destOrd="0" presId="urn:microsoft.com/office/officeart/2018/2/layout/IconLabelDescriptionList"/>
    <dgm:cxn modelId="{68DE96E2-A6C9-45DE-B9F7-59CB62ADC721}" srcId="{7289C4CA-2B1D-40D0-95F3-530FFCCE9BDB}" destId="{E3095779-D0FF-4CB3-8E6B-194AF843D8A1}" srcOrd="0" destOrd="0" parTransId="{5619AB1E-83E7-4EB2-A1FB-6AC5EF2D27A2}" sibTransId="{5D018F85-1AE5-4720-BF7B-CB0CC79C5572}"/>
    <dgm:cxn modelId="{665C9512-123A-40AE-8BE5-FE38BB4CC002}" type="presParOf" srcId="{C60B62F4-2790-47D3-8C9B-DC4B6D58764B}" destId="{AEE82D4C-BFCE-4457-9050-AAE6659E0C63}" srcOrd="0" destOrd="0" presId="urn:microsoft.com/office/officeart/2018/2/layout/IconLabelDescriptionList"/>
    <dgm:cxn modelId="{A458CCA6-81D7-4572-94B1-09042C8F771B}" type="presParOf" srcId="{AEE82D4C-BFCE-4457-9050-AAE6659E0C63}" destId="{D11E8423-BEF1-4ADD-B17A-E49F112974CF}" srcOrd="0" destOrd="0" presId="urn:microsoft.com/office/officeart/2018/2/layout/IconLabelDescriptionList"/>
    <dgm:cxn modelId="{22AC29C2-4945-4667-A529-414C79BD40F4}" type="presParOf" srcId="{AEE82D4C-BFCE-4457-9050-AAE6659E0C63}" destId="{FF8DEEF4-3CC1-4736-A80C-103CCE037908}" srcOrd="1" destOrd="0" presId="urn:microsoft.com/office/officeart/2018/2/layout/IconLabelDescriptionList"/>
    <dgm:cxn modelId="{E32D40CB-B04D-4DAB-B4B2-AF78884B28C1}" type="presParOf" srcId="{AEE82D4C-BFCE-4457-9050-AAE6659E0C63}" destId="{C5FAE26D-F295-4C4E-9B94-E4A5E7F5C8F6}" srcOrd="2" destOrd="0" presId="urn:microsoft.com/office/officeart/2018/2/layout/IconLabelDescriptionList"/>
    <dgm:cxn modelId="{520E3277-90E8-4496-8CEB-1974BFB123CD}" type="presParOf" srcId="{AEE82D4C-BFCE-4457-9050-AAE6659E0C63}" destId="{8050004D-DBE3-4CF6-AF19-E176BB07AE38}" srcOrd="3" destOrd="0" presId="urn:microsoft.com/office/officeart/2018/2/layout/IconLabelDescriptionList"/>
    <dgm:cxn modelId="{483393B1-72E8-40EC-8AFD-43B50CF91D1D}" type="presParOf" srcId="{AEE82D4C-BFCE-4457-9050-AAE6659E0C63}" destId="{62E207F4-8ECF-44D5-87AA-ACD8283BE1CA}" srcOrd="4" destOrd="0" presId="urn:microsoft.com/office/officeart/2018/2/layout/IconLabelDescriptionList"/>
    <dgm:cxn modelId="{89E38981-6F98-4792-8A4A-60C5864199E4}" type="presParOf" srcId="{C60B62F4-2790-47D3-8C9B-DC4B6D58764B}" destId="{514C32AF-D35E-4903-AA5E-86362FBEAB69}" srcOrd="1" destOrd="0" presId="urn:microsoft.com/office/officeart/2018/2/layout/IconLabelDescriptionList"/>
    <dgm:cxn modelId="{82CC0736-56F8-43A9-B8A5-26F1ADBB7EB8}" type="presParOf" srcId="{C60B62F4-2790-47D3-8C9B-DC4B6D58764B}" destId="{8FEA3355-251B-4F2A-8185-1DCD17B7F548}" srcOrd="2" destOrd="0" presId="urn:microsoft.com/office/officeart/2018/2/layout/IconLabelDescriptionList"/>
    <dgm:cxn modelId="{C582B636-EB35-4DD0-B4F2-509F95DBA33F}" type="presParOf" srcId="{8FEA3355-251B-4F2A-8185-1DCD17B7F548}" destId="{2F8837C9-CC7A-4EE4-997B-E2A78916B275}" srcOrd="0" destOrd="0" presId="urn:microsoft.com/office/officeart/2018/2/layout/IconLabelDescriptionList"/>
    <dgm:cxn modelId="{7BF6BAC7-068B-463B-B4EC-55B8234BFEE0}" type="presParOf" srcId="{8FEA3355-251B-4F2A-8185-1DCD17B7F548}" destId="{F681E76E-6347-494C-93BD-A88683471926}" srcOrd="1" destOrd="0" presId="urn:microsoft.com/office/officeart/2018/2/layout/IconLabelDescriptionList"/>
    <dgm:cxn modelId="{5B223356-D603-46D0-9765-97EE1E2346FE}" type="presParOf" srcId="{8FEA3355-251B-4F2A-8185-1DCD17B7F548}" destId="{5869AE1C-6C90-4F56-95BF-54BC3E3BBF4C}" srcOrd="2" destOrd="0" presId="urn:microsoft.com/office/officeart/2018/2/layout/IconLabelDescriptionList"/>
    <dgm:cxn modelId="{264959FA-9F3A-44CF-A897-4AA9953D6539}" type="presParOf" srcId="{8FEA3355-251B-4F2A-8185-1DCD17B7F548}" destId="{4C8958D7-594E-4F58-B6FA-596D2B744AD1}" srcOrd="3" destOrd="0" presId="urn:microsoft.com/office/officeart/2018/2/layout/IconLabelDescriptionList"/>
    <dgm:cxn modelId="{781D34D4-9B1C-4E9C-B1B3-117A43E60EFE}" type="presParOf" srcId="{8FEA3355-251B-4F2A-8185-1DCD17B7F548}" destId="{4FAE0B06-1F5F-4A1B-A7F1-E662230156B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FDBD57D-53D5-484D-B164-8081ED5064B0}" type="doc">
      <dgm:prSet loTypeId="urn:microsoft.com/office/officeart/2005/8/layout/vList2" loCatId="list" qsTypeId="urn:microsoft.com/office/officeart/2005/8/quickstyle/simple5#1" qsCatId="simple" csTypeId="urn:microsoft.com/office/officeart/2005/8/colors/accent1_2#2" csCatId="accent1" phldr="1"/>
      <dgm:spPr/>
      <dgm:t>
        <a:bodyPr/>
        <a:lstStyle/>
        <a:p>
          <a:endParaRPr lang="en-US"/>
        </a:p>
      </dgm:t>
    </dgm:pt>
    <dgm:pt modelId="{2330E6D0-0EEC-44AD-9E48-6A45BE387CCC}">
      <dgm:prSet/>
      <dgm:spPr/>
      <dgm:t>
        <a:bodyPr/>
        <a:lstStyle/>
        <a:p>
          <a:r>
            <a:rPr lang="en-GB"/>
            <a:t>Brains certainly process information, of many different kinds in many different ways. </a:t>
          </a:r>
          <a:endParaRPr lang="en-US"/>
        </a:p>
      </dgm:t>
    </dgm:pt>
    <dgm:pt modelId="{4379EF1C-713A-4539-91C6-03FE7EB0C678}" type="parTrans" cxnId="{AD2379FF-8F49-4D12-BC7A-4D5C020C2E65}">
      <dgm:prSet/>
      <dgm:spPr/>
      <dgm:t>
        <a:bodyPr/>
        <a:lstStyle/>
        <a:p>
          <a:endParaRPr lang="en-US"/>
        </a:p>
      </dgm:t>
    </dgm:pt>
    <dgm:pt modelId="{DEF85F51-5325-4E51-8D09-760D162FDE63}" type="sibTrans" cxnId="{AD2379FF-8F49-4D12-BC7A-4D5C020C2E65}">
      <dgm:prSet/>
      <dgm:spPr/>
      <dgm:t>
        <a:bodyPr/>
        <a:lstStyle/>
        <a:p>
          <a:endParaRPr lang="en-US"/>
        </a:p>
      </dgm:t>
    </dgm:pt>
    <dgm:pt modelId="{E4A19EA9-9A35-4E9E-998B-D619647456DD}">
      <dgm:prSet/>
      <dgm:spPr/>
      <dgm:t>
        <a:bodyPr/>
        <a:lstStyle/>
        <a:p>
          <a:r>
            <a:rPr lang="en-GB" dirty="0"/>
            <a:t>We do not know yet whether there are some mechanisms they use that cannot work on computers as we currently know them, or whether future computers with different basic mechanisms (e.g. chemical mechanisms?) will be needed to replicate some brain functions. </a:t>
          </a:r>
          <a:endParaRPr lang="en-US" dirty="0"/>
        </a:p>
      </dgm:t>
    </dgm:pt>
    <dgm:pt modelId="{13F3CDCA-A680-4C9E-8173-99200D8B91BC}" type="parTrans" cxnId="{D5A608E4-153A-4F27-A100-91DFB377E2A2}">
      <dgm:prSet/>
      <dgm:spPr/>
      <dgm:t>
        <a:bodyPr/>
        <a:lstStyle/>
        <a:p>
          <a:endParaRPr lang="en-US"/>
        </a:p>
      </dgm:t>
    </dgm:pt>
    <dgm:pt modelId="{9EC0B0FF-4D7B-44AB-9899-A47B7E2D0E88}" type="sibTrans" cxnId="{D5A608E4-153A-4F27-A100-91DFB377E2A2}">
      <dgm:prSet/>
      <dgm:spPr/>
      <dgm:t>
        <a:bodyPr/>
        <a:lstStyle/>
        <a:p>
          <a:endParaRPr lang="en-US"/>
        </a:p>
      </dgm:t>
    </dgm:pt>
    <dgm:pt modelId="{9FBA9F16-C975-4FDF-8660-7B1DE8FC4D6A}">
      <dgm:prSet/>
      <dgm:spPr/>
      <dgm:t>
        <a:bodyPr/>
        <a:lstStyle/>
        <a:p>
          <a:r>
            <a:rPr lang="en-GB"/>
            <a:t>Some brain functions, e.g. playing chess, making plans, solving equations can already be replicated on computers – and all the new exciting stuff from LLMs, Natural language processing and understanding, etc..</a:t>
          </a:r>
          <a:endParaRPr lang="en-US"/>
        </a:p>
      </dgm:t>
    </dgm:pt>
    <dgm:pt modelId="{4B0C4D61-56C6-492B-8F2C-8875D88A87F3}" type="parTrans" cxnId="{C1F9AD78-8994-468A-9203-6EBB50EE6A6D}">
      <dgm:prSet/>
      <dgm:spPr/>
      <dgm:t>
        <a:bodyPr/>
        <a:lstStyle/>
        <a:p>
          <a:endParaRPr lang="en-US"/>
        </a:p>
      </dgm:t>
    </dgm:pt>
    <dgm:pt modelId="{0B4A45FA-B522-49F3-BFAC-48E38F7F37D5}" type="sibTrans" cxnId="{C1F9AD78-8994-468A-9203-6EBB50EE6A6D}">
      <dgm:prSet/>
      <dgm:spPr/>
      <dgm:t>
        <a:bodyPr/>
        <a:lstStyle/>
        <a:p>
          <a:endParaRPr lang="en-US"/>
        </a:p>
      </dgm:t>
    </dgm:pt>
    <dgm:pt modelId="{4E804E2F-ACA5-4DBF-850E-052AA91FF75A}" type="pres">
      <dgm:prSet presAssocID="{3FDBD57D-53D5-484D-B164-8081ED5064B0}" presName="linear" presStyleCnt="0">
        <dgm:presLayoutVars>
          <dgm:animLvl val="lvl"/>
          <dgm:resizeHandles val="exact"/>
        </dgm:presLayoutVars>
      </dgm:prSet>
      <dgm:spPr/>
    </dgm:pt>
    <dgm:pt modelId="{D1E4F138-B902-464E-B908-50BABBD7BC29}" type="pres">
      <dgm:prSet presAssocID="{2330E6D0-0EEC-44AD-9E48-6A45BE387CCC}" presName="parentText" presStyleLbl="node1" presStyleIdx="0" presStyleCnt="3">
        <dgm:presLayoutVars>
          <dgm:chMax val="0"/>
          <dgm:bulletEnabled val="1"/>
        </dgm:presLayoutVars>
      </dgm:prSet>
      <dgm:spPr/>
    </dgm:pt>
    <dgm:pt modelId="{84391D6D-5828-499A-990F-4E4463C53933}" type="pres">
      <dgm:prSet presAssocID="{DEF85F51-5325-4E51-8D09-760D162FDE63}" presName="spacer" presStyleCnt="0"/>
      <dgm:spPr/>
    </dgm:pt>
    <dgm:pt modelId="{144F8989-B3BC-44A3-8F5E-D8A406BF5A17}" type="pres">
      <dgm:prSet presAssocID="{E4A19EA9-9A35-4E9E-998B-D619647456DD}" presName="parentText" presStyleLbl="node1" presStyleIdx="1" presStyleCnt="3" custLinFactY="104189" custLinFactNeighborX="0" custLinFactNeighborY="200000">
        <dgm:presLayoutVars>
          <dgm:chMax val="0"/>
          <dgm:bulletEnabled val="1"/>
        </dgm:presLayoutVars>
      </dgm:prSet>
      <dgm:spPr/>
    </dgm:pt>
    <dgm:pt modelId="{8F236F9C-0DAA-41D6-A1A3-85446765C03E}" type="pres">
      <dgm:prSet presAssocID="{9EC0B0FF-4D7B-44AB-9899-A47B7E2D0E88}" presName="spacer" presStyleCnt="0"/>
      <dgm:spPr/>
    </dgm:pt>
    <dgm:pt modelId="{CCFD4430-9C66-4134-A206-A60E03FC53FB}" type="pres">
      <dgm:prSet presAssocID="{9FBA9F16-C975-4FDF-8660-7B1DE8FC4D6A}" presName="parentText" presStyleLbl="node1" presStyleIdx="2" presStyleCnt="3" custLinFactY="-96657" custLinFactNeighborX="0" custLinFactNeighborY="-100000">
        <dgm:presLayoutVars>
          <dgm:chMax val="0"/>
          <dgm:bulletEnabled val="1"/>
        </dgm:presLayoutVars>
      </dgm:prSet>
      <dgm:spPr/>
    </dgm:pt>
  </dgm:ptLst>
  <dgm:cxnLst>
    <dgm:cxn modelId="{5E443700-A948-4FF8-B6C0-D1F56AF7AA0F}" type="presOf" srcId="{2330E6D0-0EEC-44AD-9E48-6A45BE387CCC}" destId="{D1E4F138-B902-464E-B908-50BABBD7BC29}" srcOrd="0" destOrd="0" presId="urn:microsoft.com/office/officeart/2005/8/layout/vList2"/>
    <dgm:cxn modelId="{6B7CE362-6811-4A91-ADD7-4533765036AD}" type="presOf" srcId="{9FBA9F16-C975-4FDF-8660-7B1DE8FC4D6A}" destId="{CCFD4430-9C66-4134-A206-A60E03FC53FB}" srcOrd="0" destOrd="0" presId="urn:microsoft.com/office/officeart/2005/8/layout/vList2"/>
    <dgm:cxn modelId="{C1F9AD78-8994-468A-9203-6EBB50EE6A6D}" srcId="{3FDBD57D-53D5-484D-B164-8081ED5064B0}" destId="{9FBA9F16-C975-4FDF-8660-7B1DE8FC4D6A}" srcOrd="2" destOrd="0" parTransId="{4B0C4D61-56C6-492B-8F2C-8875D88A87F3}" sibTransId="{0B4A45FA-B522-49F3-BFAC-48E38F7F37D5}"/>
    <dgm:cxn modelId="{641436AB-ACF0-4A6B-8123-5F107D18A7A1}" type="presOf" srcId="{3FDBD57D-53D5-484D-B164-8081ED5064B0}" destId="{4E804E2F-ACA5-4DBF-850E-052AA91FF75A}" srcOrd="0" destOrd="0" presId="urn:microsoft.com/office/officeart/2005/8/layout/vList2"/>
    <dgm:cxn modelId="{D5A608E4-153A-4F27-A100-91DFB377E2A2}" srcId="{3FDBD57D-53D5-484D-B164-8081ED5064B0}" destId="{E4A19EA9-9A35-4E9E-998B-D619647456DD}" srcOrd="1" destOrd="0" parTransId="{13F3CDCA-A680-4C9E-8173-99200D8B91BC}" sibTransId="{9EC0B0FF-4D7B-44AB-9899-A47B7E2D0E88}"/>
    <dgm:cxn modelId="{40907EFE-7EB3-4E06-B611-6ED28D182105}" type="presOf" srcId="{E4A19EA9-9A35-4E9E-998B-D619647456DD}" destId="{144F8989-B3BC-44A3-8F5E-D8A406BF5A17}" srcOrd="0" destOrd="0" presId="urn:microsoft.com/office/officeart/2005/8/layout/vList2"/>
    <dgm:cxn modelId="{AD2379FF-8F49-4D12-BC7A-4D5C020C2E65}" srcId="{3FDBD57D-53D5-484D-B164-8081ED5064B0}" destId="{2330E6D0-0EEC-44AD-9E48-6A45BE387CCC}" srcOrd="0" destOrd="0" parTransId="{4379EF1C-713A-4539-91C6-03FE7EB0C678}" sibTransId="{DEF85F51-5325-4E51-8D09-760D162FDE63}"/>
    <dgm:cxn modelId="{1E94599C-99B2-45A4-B4AA-B5EB0E3D9211}" type="presParOf" srcId="{4E804E2F-ACA5-4DBF-850E-052AA91FF75A}" destId="{D1E4F138-B902-464E-B908-50BABBD7BC29}" srcOrd="0" destOrd="0" presId="urn:microsoft.com/office/officeart/2005/8/layout/vList2"/>
    <dgm:cxn modelId="{D1EFF84D-E794-480E-8E01-09097169131C}" type="presParOf" srcId="{4E804E2F-ACA5-4DBF-850E-052AA91FF75A}" destId="{84391D6D-5828-499A-990F-4E4463C53933}" srcOrd="1" destOrd="0" presId="urn:microsoft.com/office/officeart/2005/8/layout/vList2"/>
    <dgm:cxn modelId="{D592965E-E5AD-42E8-A712-93439299E4F1}" type="presParOf" srcId="{4E804E2F-ACA5-4DBF-850E-052AA91FF75A}" destId="{144F8989-B3BC-44A3-8F5E-D8A406BF5A17}" srcOrd="2" destOrd="0" presId="urn:microsoft.com/office/officeart/2005/8/layout/vList2"/>
    <dgm:cxn modelId="{11F2455F-6965-43C9-BD47-54260CAA5117}" type="presParOf" srcId="{4E804E2F-ACA5-4DBF-850E-052AA91FF75A}" destId="{8F236F9C-0DAA-41D6-A1A3-85446765C03E}" srcOrd="3" destOrd="0" presId="urn:microsoft.com/office/officeart/2005/8/layout/vList2"/>
    <dgm:cxn modelId="{632CF24B-8D6D-434D-94A1-F01F7EA2A31D}" type="presParOf" srcId="{4E804E2F-ACA5-4DBF-850E-052AA91FF75A}" destId="{CCFD4430-9C66-4134-A206-A60E03FC53F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1B1FF-4AAA-4679-A352-C6FCE2FC7F7D}">
      <dsp:nvSpPr>
        <dsp:cNvPr id="0" name=""/>
        <dsp:cNvSpPr/>
      </dsp:nvSpPr>
      <dsp:spPr>
        <a:xfrm>
          <a:off x="0" y="1977"/>
          <a:ext cx="8191500" cy="10021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E1135F-DAB3-4504-B91A-6DD353402291}">
      <dsp:nvSpPr>
        <dsp:cNvPr id="0" name=""/>
        <dsp:cNvSpPr/>
      </dsp:nvSpPr>
      <dsp:spPr>
        <a:xfrm>
          <a:off x="303145" y="227457"/>
          <a:ext cx="551173" cy="5511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E685CE-DB81-45DA-A3F3-6139CBFB61DA}">
      <dsp:nvSpPr>
        <dsp:cNvPr id="0" name=""/>
        <dsp:cNvSpPr/>
      </dsp:nvSpPr>
      <dsp:spPr>
        <a:xfrm>
          <a:off x="1157464" y="1977"/>
          <a:ext cx="3686175" cy="100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059" tIns="106059" rIns="106059" bIns="106059" numCol="1" spcCol="1270" anchor="ctr" anchorCtr="0">
          <a:noAutofit/>
        </a:bodyPr>
        <a:lstStyle/>
        <a:p>
          <a:pPr marL="0" lvl="0" indent="0" algn="l" defTabSz="977900">
            <a:lnSpc>
              <a:spcPct val="100000"/>
            </a:lnSpc>
            <a:spcBef>
              <a:spcPct val="0"/>
            </a:spcBef>
            <a:spcAft>
              <a:spcPct val="35000"/>
            </a:spcAft>
            <a:buNone/>
          </a:pPr>
          <a:r>
            <a:rPr lang="en-GB" sz="2200" kern="1200"/>
            <a:t>Foundational concepts in AI, with a balance between:</a:t>
          </a:r>
          <a:endParaRPr lang="en-US" sz="2200" kern="1200"/>
        </a:p>
      </dsp:txBody>
      <dsp:txXfrm>
        <a:off x="1157464" y="1977"/>
        <a:ext cx="3686175" cy="1002133"/>
      </dsp:txXfrm>
    </dsp:sp>
    <dsp:sp modelId="{A75A1459-93AE-4CA0-B449-51C04BF53072}">
      <dsp:nvSpPr>
        <dsp:cNvPr id="0" name=""/>
        <dsp:cNvSpPr/>
      </dsp:nvSpPr>
      <dsp:spPr>
        <a:xfrm>
          <a:off x="4843639" y="1977"/>
          <a:ext cx="3347860" cy="100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059" tIns="106059" rIns="106059" bIns="106059" numCol="1" spcCol="1270" anchor="ctr" anchorCtr="0">
          <a:noAutofit/>
        </a:bodyPr>
        <a:lstStyle/>
        <a:p>
          <a:pPr marL="0" lvl="0" indent="0" algn="l" defTabSz="711200">
            <a:lnSpc>
              <a:spcPct val="100000"/>
            </a:lnSpc>
            <a:spcBef>
              <a:spcPct val="0"/>
            </a:spcBef>
            <a:spcAft>
              <a:spcPct val="35000"/>
            </a:spcAft>
            <a:buNone/>
          </a:pPr>
          <a:r>
            <a:rPr lang="en-GB" sz="1600" kern="1200"/>
            <a:t>symbolic (logic-based) AI and </a:t>
          </a:r>
          <a:endParaRPr lang="en-US" sz="1600" kern="1200"/>
        </a:p>
        <a:p>
          <a:pPr marL="0" lvl="0" indent="0" algn="l" defTabSz="711200">
            <a:lnSpc>
              <a:spcPct val="100000"/>
            </a:lnSpc>
            <a:spcBef>
              <a:spcPct val="0"/>
            </a:spcBef>
            <a:spcAft>
              <a:spcPct val="35000"/>
            </a:spcAft>
            <a:buNone/>
          </a:pPr>
          <a:r>
            <a:rPr lang="en-GB" sz="1600" kern="1200" dirty="0"/>
            <a:t>non-symbolic (data-driven) AI </a:t>
          </a:r>
          <a:endParaRPr lang="en-US" sz="1600" kern="1200" dirty="0"/>
        </a:p>
      </dsp:txBody>
      <dsp:txXfrm>
        <a:off x="4843639" y="1977"/>
        <a:ext cx="3347860" cy="1002133"/>
      </dsp:txXfrm>
    </dsp:sp>
    <dsp:sp modelId="{CBA8461C-290C-49B4-9C18-7E7911CD4F6A}">
      <dsp:nvSpPr>
        <dsp:cNvPr id="0" name=""/>
        <dsp:cNvSpPr/>
      </dsp:nvSpPr>
      <dsp:spPr>
        <a:xfrm>
          <a:off x="0" y="1254643"/>
          <a:ext cx="8191500" cy="10021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67F8BC-F359-44D6-8F0F-72A7E91DA56A}">
      <dsp:nvSpPr>
        <dsp:cNvPr id="0" name=""/>
        <dsp:cNvSpPr/>
      </dsp:nvSpPr>
      <dsp:spPr>
        <a:xfrm>
          <a:off x="303145" y="1480123"/>
          <a:ext cx="551173" cy="5511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E519E6-EF71-41CA-88BB-CD23FE860018}">
      <dsp:nvSpPr>
        <dsp:cNvPr id="0" name=""/>
        <dsp:cNvSpPr/>
      </dsp:nvSpPr>
      <dsp:spPr>
        <a:xfrm>
          <a:off x="1157464" y="1254643"/>
          <a:ext cx="7034035" cy="100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059" tIns="106059" rIns="106059" bIns="106059" numCol="1" spcCol="1270" anchor="ctr" anchorCtr="0">
          <a:noAutofit/>
        </a:bodyPr>
        <a:lstStyle/>
        <a:p>
          <a:pPr marL="0" lvl="0" indent="0" algn="l" defTabSz="977900">
            <a:lnSpc>
              <a:spcPct val="100000"/>
            </a:lnSpc>
            <a:spcBef>
              <a:spcPct val="0"/>
            </a:spcBef>
            <a:spcAft>
              <a:spcPct val="35000"/>
            </a:spcAft>
            <a:buNone/>
          </a:pPr>
          <a:r>
            <a:rPr lang="en-GB" sz="2200" kern="1200" dirty="0"/>
            <a:t>classical AI techniques such as search algorithms, </a:t>
          </a:r>
          <a:endParaRPr lang="en-US" sz="2200" kern="1200" dirty="0"/>
        </a:p>
      </dsp:txBody>
      <dsp:txXfrm>
        <a:off x="1157464" y="1254643"/>
        <a:ext cx="7034035" cy="1002133"/>
      </dsp:txXfrm>
    </dsp:sp>
    <dsp:sp modelId="{31773F15-E558-4DF0-A7C8-CF7E4C7A54BE}">
      <dsp:nvSpPr>
        <dsp:cNvPr id="0" name=""/>
        <dsp:cNvSpPr/>
      </dsp:nvSpPr>
      <dsp:spPr>
        <a:xfrm>
          <a:off x="0" y="2507310"/>
          <a:ext cx="8191500" cy="10021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6E8F5-D19D-4F0C-B36E-7017F7F30352}">
      <dsp:nvSpPr>
        <dsp:cNvPr id="0" name=""/>
        <dsp:cNvSpPr/>
      </dsp:nvSpPr>
      <dsp:spPr>
        <a:xfrm>
          <a:off x="303145" y="2732790"/>
          <a:ext cx="551173" cy="5511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6A4516-23EB-46A5-AED9-BB3B964B8DD4}">
      <dsp:nvSpPr>
        <dsp:cNvPr id="0" name=""/>
        <dsp:cNvSpPr/>
      </dsp:nvSpPr>
      <dsp:spPr>
        <a:xfrm>
          <a:off x="1157464" y="2507310"/>
          <a:ext cx="7034035" cy="100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059" tIns="106059" rIns="106059" bIns="106059" numCol="1" spcCol="1270" anchor="ctr" anchorCtr="0">
          <a:noAutofit/>
        </a:bodyPr>
        <a:lstStyle/>
        <a:p>
          <a:pPr marL="0" lvl="0" indent="0" algn="l" defTabSz="977900">
            <a:lnSpc>
              <a:spcPct val="100000"/>
            </a:lnSpc>
            <a:spcBef>
              <a:spcPct val="0"/>
            </a:spcBef>
            <a:spcAft>
              <a:spcPct val="35000"/>
            </a:spcAft>
            <a:buNone/>
          </a:pPr>
          <a:r>
            <a:rPr lang="en-GB" sz="2200" kern="1200"/>
            <a:t>contemporary machine learning techniques including neural networks and probabilistic models</a:t>
          </a:r>
          <a:endParaRPr lang="en-US" sz="2200" kern="1200"/>
        </a:p>
      </dsp:txBody>
      <dsp:txXfrm>
        <a:off x="1157464" y="2507310"/>
        <a:ext cx="7034035" cy="1002133"/>
      </dsp:txXfrm>
    </dsp:sp>
    <dsp:sp modelId="{0CFF12E9-11DD-4B3E-9661-DF34F67AC359}">
      <dsp:nvSpPr>
        <dsp:cNvPr id="0" name=""/>
        <dsp:cNvSpPr/>
      </dsp:nvSpPr>
      <dsp:spPr>
        <a:xfrm>
          <a:off x="0" y="3759977"/>
          <a:ext cx="8191500" cy="10021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0B9AE3-764E-4EFF-8B76-94D70085FB1B}">
      <dsp:nvSpPr>
        <dsp:cNvPr id="0" name=""/>
        <dsp:cNvSpPr/>
      </dsp:nvSpPr>
      <dsp:spPr>
        <a:xfrm>
          <a:off x="303145" y="3985457"/>
          <a:ext cx="551173" cy="5511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A5CF31-5BA5-42DF-8A52-FCB64B6CA397}">
      <dsp:nvSpPr>
        <dsp:cNvPr id="0" name=""/>
        <dsp:cNvSpPr/>
      </dsp:nvSpPr>
      <dsp:spPr>
        <a:xfrm>
          <a:off x="1157464" y="3759977"/>
          <a:ext cx="7034035" cy="100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059" tIns="106059" rIns="106059" bIns="106059" numCol="1" spcCol="1270" anchor="ctr" anchorCtr="0">
          <a:noAutofit/>
        </a:bodyPr>
        <a:lstStyle/>
        <a:p>
          <a:pPr marL="0" lvl="0" indent="0" algn="l" defTabSz="977900">
            <a:lnSpc>
              <a:spcPct val="100000"/>
            </a:lnSpc>
            <a:spcBef>
              <a:spcPct val="0"/>
            </a:spcBef>
            <a:spcAft>
              <a:spcPct val="35000"/>
            </a:spcAft>
            <a:buNone/>
          </a:pPr>
          <a:r>
            <a:rPr lang="en-GB" sz="2200" kern="1200"/>
            <a:t>focus on problem-solving, reasoning, and learning. </a:t>
          </a:r>
          <a:endParaRPr lang="en-US" sz="2200" kern="1200"/>
        </a:p>
      </dsp:txBody>
      <dsp:txXfrm>
        <a:off x="1157464" y="3759977"/>
        <a:ext cx="7034035" cy="10021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9B1AE0-B3D7-4434-957B-333226F6704A}">
      <dsp:nvSpPr>
        <dsp:cNvPr id="0" name=""/>
        <dsp:cNvSpPr/>
      </dsp:nvSpPr>
      <dsp:spPr>
        <a:xfrm>
          <a:off x="0" y="1308"/>
          <a:ext cx="5098904" cy="7956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A “You and AI” context which grounds the topics in</a:t>
          </a:r>
          <a:endParaRPr lang="en-US" sz="2000" kern="1200" dirty="0"/>
        </a:p>
      </dsp:txBody>
      <dsp:txXfrm>
        <a:off x="38838" y="40146"/>
        <a:ext cx="5021228" cy="717924"/>
      </dsp:txXfrm>
    </dsp:sp>
    <dsp:sp modelId="{B3CF37AB-7FE1-4DD7-862A-5CEE7A16F852}">
      <dsp:nvSpPr>
        <dsp:cNvPr id="0" name=""/>
        <dsp:cNvSpPr/>
      </dsp:nvSpPr>
      <dsp:spPr>
        <a:xfrm>
          <a:off x="0" y="796908"/>
          <a:ext cx="5098904" cy="132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8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b="1" i="1" kern="1200"/>
            <a:t>What it all means for you and your role in/with AI</a:t>
          </a:r>
          <a:endParaRPr lang="en-US" sz="1600" kern="1200"/>
        </a:p>
        <a:p>
          <a:pPr marL="171450" lvl="1" indent="-171450" algn="l" defTabSz="711200">
            <a:lnSpc>
              <a:spcPct val="90000"/>
            </a:lnSpc>
            <a:spcBef>
              <a:spcPct val="0"/>
            </a:spcBef>
            <a:spcAft>
              <a:spcPct val="20000"/>
            </a:spcAft>
            <a:buChar char="•"/>
          </a:pPr>
          <a:r>
            <a:rPr lang="en-GB" sz="1600" kern="1200"/>
            <a:t>philosophical, cog sci, historical contexts</a:t>
          </a:r>
          <a:endParaRPr lang="en-US" sz="1600" kern="1200"/>
        </a:p>
        <a:p>
          <a:pPr marL="171450" lvl="1" indent="-171450" algn="l" defTabSz="711200">
            <a:lnSpc>
              <a:spcPct val="90000"/>
            </a:lnSpc>
            <a:spcBef>
              <a:spcPct val="0"/>
            </a:spcBef>
            <a:spcAft>
              <a:spcPct val="20000"/>
            </a:spcAft>
            <a:buChar char="•"/>
          </a:pPr>
          <a:r>
            <a:rPr lang="en-GB" sz="1600" kern="1200"/>
            <a:t>practical implications of AI across different domains</a:t>
          </a:r>
          <a:endParaRPr lang="en-US" sz="1600" kern="1200"/>
        </a:p>
        <a:p>
          <a:pPr marL="171450" lvl="1" indent="-171450" algn="l" defTabSz="711200">
            <a:lnSpc>
              <a:spcPct val="90000"/>
            </a:lnSpc>
            <a:spcBef>
              <a:spcPct val="0"/>
            </a:spcBef>
            <a:spcAft>
              <a:spcPct val="20000"/>
            </a:spcAft>
            <a:buChar char="•"/>
          </a:pPr>
          <a:r>
            <a:rPr lang="en-GB" sz="1600" kern="1200"/>
            <a:t>the role, impact and ethical considerations of responsible AI</a:t>
          </a:r>
          <a:endParaRPr lang="en-US" sz="1600" kern="1200"/>
        </a:p>
      </dsp:txBody>
      <dsp:txXfrm>
        <a:off x="0" y="796908"/>
        <a:ext cx="5098904" cy="1324800"/>
      </dsp:txXfrm>
    </dsp:sp>
    <dsp:sp modelId="{B0B00192-237D-49AA-BF1A-938DAB9AA74E}">
      <dsp:nvSpPr>
        <dsp:cNvPr id="0" name=""/>
        <dsp:cNvSpPr/>
      </dsp:nvSpPr>
      <dsp:spPr>
        <a:xfrm>
          <a:off x="0" y="2121708"/>
          <a:ext cx="5098904" cy="7956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You are invited to reflect on </a:t>
          </a:r>
          <a:endParaRPr lang="en-US" sz="2000" kern="1200"/>
        </a:p>
      </dsp:txBody>
      <dsp:txXfrm>
        <a:off x="38838" y="2160546"/>
        <a:ext cx="5021228" cy="717924"/>
      </dsp:txXfrm>
    </dsp:sp>
    <dsp:sp modelId="{F692049D-9B78-4BE1-B931-2816A067BE27}">
      <dsp:nvSpPr>
        <dsp:cNvPr id="0" name=""/>
        <dsp:cNvSpPr/>
      </dsp:nvSpPr>
      <dsp:spPr>
        <a:xfrm>
          <a:off x="0" y="2917308"/>
          <a:ext cx="5098904"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8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a:t>how AI compares to your own intelligence</a:t>
          </a:r>
          <a:endParaRPr lang="en-US" sz="1600" kern="1200" dirty="0"/>
        </a:p>
        <a:p>
          <a:pPr marL="171450" lvl="1" indent="-171450" algn="l" defTabSz="711200">
            <a:lnSpc>
              <a:spcPct val="90000"/>
            </a:lnSpc>
            <a:spcBef>
              <a:spcPct val="0"/>
            </a:spcBef>
            <a:spcAft>
              <a:spcPct val="20000"/>
            </a:spcAft>
            <a:buChar char="•"/>
          </a:pPr>
          <a:r>
            <a:rPr lang="en-GB" sz="1600" kern="1200"/>
            <a:t>what we want from AI of the future, and our relationship to it.</a:t>
          </a:r>
          <a:endParaRPr lang="en-US" sz="1600" kern="1200"/>
        </a:p>
      </dsp:txBody>
      <dsp:txXfrm>
        <a:off x="0" y="2917308"/>
        <a:ext cx="5098904" cy="7865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EF89F-1B17-4233-81B0-137C7E9337B6}">
      <dsp:nvSpPr>
        <dsp:cNvPr id="0" name=""/>
        <dsp:cNvSpPr/>
      </dsp:nvSpPr>
      <dsp:spPr>
        <a:xfrm>
          <a:off x="0" y="69619"/>
          <a:ext cx="5000124" cy="8353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Technology and our vision of ourselves: from clockwork to LLMs</a:t>
          </a:r>
          <a:endParaRPr lang="en-US" sz="2100" kern="1200"/>
        </a:p>
      </dsp:txBody>
      <dsp:txXfrm>
        <a:off x="40780" y="110399"/>
        <a:ext cx="4918564" cy="753819"/>
      </dsp:txXfrm>
    </dsp:sp>
    <dsp:sp modelId="{01218197-6273-4887-BBD4-8CA834759673}">
      <dsp:nvSpPr>
        <dsp:cNvPr id="0" name=""/>
        <dsp:cNvSpPr/>
      </dsp:nvSpPr>
      <dsp:spPr>
        <a:xfrm>
          <a:off x="0" y="965479"/>
          <a:ext cx="5000124" cy="835379"/>
        </a:xfrm>
        <a:prstGeom prst="roundRect">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Are artificial intelligence and natural intelligence different in kind?</a:t>
          </a:r>
          <a:endParaRPr lang="en-US" sz="2100" kern="1200"/>
        </a:p>
      </dsp:txBody>
      <dsp:txXfrm>
        <a:off x="40780" y="1006259"/>
        <a:ext cx="4918564" cy="753819"/>
      </dsp:txXfrm>
    </dsp:sp>
    <dsp:sp modelId="{FB32FB9D-0B1F-46B4-9CF3-FC00851D3EDB}">
      <dsp:nvSpPr>
        <dsp:cNvPr id="0" name=""/>
        <dsp:cNvSpPr/>
      </dsp:nvSpPr>
      <dsp:spPr>
        <a:xfrm>
          <a:off x="0" y="1861339"/>
          <a:ext cx="5000124" cy="835379"/>
        </a:xfrm>
        <a:prstGeom prst="roundRect">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Where are we headed, and where do we want to go?</a:t>
          </a:r>
          <a:endParaRPr lang="en-US" sz="2100" kern="1200"/>
        </a:p>
      </dsp:txBody>
      <dsp:txXfrm>
        <a:off x="40780" y="1902119"/>
        <a:ext cx="4918564" cy="753819"/>
      </dsp:txXfrm>
    </dsp:sp>
    <dsp:sp modelId="{4508DFB4-BDDE-4069-94AA-D24E2E4B40E5}">
      <dsp:nvSpPr>
        <dsp:cNvPr id="0" name=""/>
        <dsp:cNvSpPr/>
      </dsp:nvSpPr>
      <dsp:spPr>
        <a:xfrm>
          <a:off x="0" y="2757200"/>
          <a:ext cx="5000124" cy="835379"/>
        </a:xfrm>
        <a:prstGeom prst="roundRect">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AI in comparison to other disruptive technologies.</a:t>
          </a:r>
          <a:endParaRPr lang="en-US" sz="2100" kern="1200"/>
        </a:p>
      </dsp:txBody>
      <dsp:txXfrm>
        <a:off x="40780" y="2797980"/>
        <a:ext cx="4918564" cy="753819"/>
      </dsp:txXfrm>
    </dsp:sp>
    <dsp:sp modelId="{9C1A716B-DC7F-41D8-ACE2-97CBBC6BC873}">
      <dsp:nvSpPr>
        <dsp:cNvPr id="0" name=""/>
        <dsp:cNvSpPr/>
      </dsp:nvSpPr>
      <dsp:spPr>
        <a:xfrm>
          <a:off x="0" y="3653060"/>
          <a:ext cx="5000124" cy="835379"/>
        </a:xfrm>
        <a:prstGeom prst="roundRect">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Who is in charge of AI? </a:t>
          </a:r>
          <a:endParaRPr lang="en-US" sz="2100" kern="1200"/>
        </a:p>
      </dsp:txBody>
      <dsp:txXfrm>
        <a:off x="40780" y="3693840"/>
        <a:ext cx="4918564" cy="753819"/>
      </dsp:txXfrm>
    </dsp:sp>
    <dsp:sp modelId="{171BA042-FA2D-4614-AB35-90BDD6B78593}">
      <dsp:nvSpPr>
        <dsp:cNvPr id="0" name=""/>
        <dsp:cNvSpPr/>
      </dsp:nvSpPr>
      <dsp:spPr>
        <a:xfrm>
          <a:off x="0" y="4548920"/>
          <a:ext cx="5000124" cy="83537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What is your role/responsibility?</a:t>
          </a:r>
          <a:endParaRPr lang="en-US" sz="2100" kern="1200"/>
        </a:p>
      </dsp:txBody>
      <dsp:txXfrm>
        <a:off x="40780" y="4589700"/>
        <a:ext cx="4918564" cy="7538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9874F8-4F8B-4288-949A-12A0A006D362}">
      <dsp:nvSpPr>
        <dsp:cNvPr id="0" name=""/>
        <dsp:cNvSpPr/>
      </dsp:nvSpPr>
      <dsp:spPr>
        <a:xfrm>
          <a:off x="470812"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411B28-DE24-400E-89F5-C51AFDDE5938}">
      <dsp:nvSpPr>
        <dsp:cNvPr id="0" name=""/>
        <dsp:cNvSpPr/>
      </dsp:nvSpPr>
      <dsp:spPr>
        <a:xfrm>
          <a:off x="3955"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How did we get here?</a:t>
          </a:r>
          <a:endParaRPr lang="en-US" sz="1400" kern="1200" dirty="0"/>
        </a:p>
      </dsp:txBody>
      <dsp:txXfrm>
        <a:off x="3955" y="1693977"/>
        <a:ext cx="1436484" cy="652730"/>
      </dsp:txXfrm>
    </dsp:sp>
    <dsp:sp modelId="{77ECEBB5-5C89-44DE-BD78-2F4BA18874B9}">
      <dsp:nvSpPr>
        <dsp:cNvPr id="0" name=""/>
        <dsp:cNvSpPr/>
      </dsp:nvSpPr>
      <dsp:spPr>
        <a:xfrm>
          <a:off x="3955"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Historical context, scope, key concepts and relation to other disciplines.</a:t>
          </a:r>
          <a:endParaRPr lang="en-US" sz="1100" kern="1200"/>
        </a:p>
      </dsp:txBody>
      <dsp:txXfrm>
        <a:off x="3955" y="2386322"/>
        <a:ext cx="1436484" cy="700445"/>
      </dsp:txXfrm>
    </dsp:sp>
    <dsp:sp modelId="{94AD66E0-0FDE-4A76-8B46-0BAC765DB0F2}">
      <dsp:nvSpPr>
        <dsp:cNvPr id="0" name=""/>
        <dsp:cNvSpPr/>
      </dsp:nvSpPr>
      <dsp:spPr>
        <a:xfrm>
          <a:off x="2158681"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E20372-DD65-4FAF-9448-C6496E387AA9}">
      <dsp:nvSpPr>
        <dsp:cNvPr id="0" name=""/>
        <dsp:cNvSpPr/>
      </dsp:nvSpPr>
      <dsp:spPr>
        <a:xfrm>
          <a:off x="1691824"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a:t>AI paradigms </a:t>
          </a:r>
          <a:endParaRPr lang="en-US" sz="1400" kern="1200"/>
        </a:p>
      </dsp:txBody>
      <dsp:txXfrm>
        <a:off x="1691824" y="1693977"/>
        <a:ext cx="1436484" cy="652730"/>
      </dsp:txXfrm>
    </dsp:sp>
    <dsp:sp modelId="{0F4424A4-DAEF-4B2E-91E3-7C538D06C019}">
      <dsp:nvSpPr>
        <dsp:cNvPr id="0" name=""/>
        <dsp:cNvSpPr/>
      </dsp:nvSpPr>
      <dsp:spPr>
        <a:xfrm>
          <a:off x="1691824"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t>Symbolic vs. Non-symbolic approaches. Knowledge vs search. Inference vs learning.  </a:t>
          </a:r>
          <a:endParaRPr lang="en-US" sz="1100" kern="1200" dirty="0"/>
        </a:p>
      </dsp:txBody>
      <dsp:txXfrm>
        <a:off x="1691824" y="2386322"/>
        <a:ext cx="1436484" cy="700445"/>
      </dsp:txXfrm>
    </dsp:sp>
    <dsp:sp modelId="{777FF09E-FCE5-4BEF-9C15-F8E843DBD788}">
      <dsp:nvSpPr>
        <dsp:cNvPr id="0" name=""/>
        <dsp:cNvSpPr/>
      </dsp:nvSpPr>
      <dsp:spPr>
        <a:xfrm>
          <a:off x="3846550"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6FB5D2-8E8C-4B7A-9E34-4AAB4C0BE338}">
      <dsp:nvSpPr>
        <dsp:cNvPr id="0" name=""/>
        <dsp:cNvSpPr/>
      </dsp:nvSpPr>
      <dsp:spPr>
        <a:xfrm>
          <a:off x="3379693"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Intelligence:</a:t>
          </a:r>
          <a:r>
            <a:rPr lang="en-GB" sz="1400" kern="1200" dirty="0"/>
            <a:t> Natural vs artificial.</a:t>
          </a:r>
          <a:endParaRPr lang="en-US" sz="1400" kern="1200" dirty="0"/>
        </a:p>
      </dsp:txBody>
      <dsp:txXfrm>
        <a:off x="3379693" y="1693977"/>
        <a:ext cx="1436484" cy="652730"/>
      </dsp:txXfrm>
    </dsp:sp>
    <dsp:sp modelId="{8374A0A7-633E-4430-A139-EFC0E647B955}">
      <dsp:nvSpPr>
        <dsp:cNvPr id="0" name=""/>
        <dsp:cNvSpPr/>
      </dsp:nvSpPr>
      <dsp:spPr>
        <a:xfrm>
          <a:off x="3379693"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sp>
    <dsp:sp modelId="{C27890B2-10FF-4DA4-AD6B-5D5AC707BAE1}">
      <dsp:nvSpPr>
        <dsp:cNvPr id="0" name=""/>
        <dsp:cNvSpPr/>
      </dsp:nvSpPr>
      <dsp:spPr>
        <a:xfrm>
          <a:off x="5534419"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FDB6B-B366-40E5-A1CA-DCC8EB42D2AC}">
      <dsp:nvSpPr>
        <dsp:cNvPr id="0" name=""/>
        <dsp:cNvSpPr/>
      </dsp:nvSpPr>
      <dsp:spPr>
        <a:xfrm>
          <a:off x="5067562"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AI as science vs Engineering/ Technology</a:t>
          </a:r>
          <a:endParaRPr lang="en-US" sz="1400" kern="1200" dirty="0"/>
        </a:p>
      </dsp:txBody>
      <dsp:txXfrm>
        <a:off x="5067562" y="1693977"/>
        <a:ext cx="1436484" cy="652730"/>
      </dsp:txXfrm>
    </dsp:sp>
    <dsp:sp modelId="{A0A0284D-C61D-410D-B46C-2F7EC9FFFD5A}">
      <dsp:nvSpPr>
        <dsp:cNvPr id="0" name=""/>
        <dsp:cNvSpPr/>
      </dsp:nvSpPr>
      <dsp:spPr>
        <a:xfrm>
          <a:off x="5067562"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sp>
    <dsp:sp modelId="{46576200-F95A-4F43-A97C-071C7F650D47}">
      <dsp:nvSpPr>
        <dsp:cNvPr id="0" name=""/>
        <dsp:cNvSpPr/>
      </dsp:nvSpPr>
      <dsp:spPr>
        <a:xfrm>
          <a:off x="7222289"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2DB45D-F482-405A-905F-A27EC4C7BEA7}">
      <dsp:nvSpPr>
        <dsp:cNvPr id="0" name=""/>
        <dsp:cNvSpPr/>
      </dsp:nvSpPr>
      <dsp:spPr>
        <a:xfrm>
          <a:off x="6755431"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What is intelligence? </a:t>
          </a:r>
          <a:endParaRPr lang="en-US" sz="1400" kern="1200" dirty="0"/>
        </a:p>
      </dsp:txBody>
      <dsp:txXfrm>
        <a:off x="6755431" y="1693977"/>
        <a:ext cx="1436484" cy="652730"/>
      </dsp:txXfrm>
    </dsp:sp>
    <dsp:sp modelId="{8D800669-3CDB-4446-826C-2AB1BB38001A}">
      <dsp:nvSpPr>
        <dsp:cNvPr id="0" name=""/>
        <dsp:cNvSpPr/>
      </dsp:nvSpPr>
      <dsp:spPr>
        <a:xfrm>
          <a:off x="6755431"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t>Philosophical foundations</a:t>
          </a:r>
          <a:br>
            <a:rPr lang="en-GB" sz="1100" kern="1200" dirty="0"/>
          </a:br>
          <a:r>
            <a:rPr lang="en-GB" sz="1100" kern="1200" dirty="0"/>
            <a:t>Behavioural test (Turing Test) vs ‘what’s inside?’</a:t>
          </a:r>
          <a:endParaRPr lang="en-US" sz="1100" kern="1200" dirty="0"/>
        </a:p>
      </dsp:txBody>
      <dsp:txXfrm>
        <a:off x="6755431" y="2386322"/>
        <a:ext cx="1436484" cy="7004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9874F8-4F8B-4288-949A-12A0A006D362}">
      <dsp:nvSpPr>
        <dsp:cNvPr id="0" name=""/>
        <dsp:cNvSpPr/>
      </dsp:nvSpPr>
      <dsp:spPr>
        <a:xfrm>
          <a:off x="470812"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411B28-DE24-400E-89F5-C51AFDDE5938}">
      <dsp:nvSpPr>
        <dsp:cNvPr id="0" name=""/>
        <dsp:cNvSpPr/>
      </dsp:nvSpPr>
      <dsp:spPr>
        <a:xfrm>
          <a:off x="3955"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How did we get here?</a:t>
          </a:r>
          <a:endParaRPr lang="en-US" sz="1400" kern="1200" dirty="0"/>
        </a:p>
      </dsp:txBody>
      <dsp:txXfrm>
        <a:off x="3955" y="1693977"/>
        <a:ext cx="1436484" cy="652730"/>
      </dsp:txXfrm>
    </dsp:sp>
    <dsp:sp modelId="{77ECEBB5-5C89-44DE-BD78-2F4BA18874B9}">
      <dsp:nvSpPr>
        <dsp:cNvPr id="0" name=""/>
        <dsp:cNvSpPr/>
      </dsp:nvSpPr>
      <dsp:spPr>
        <a:xfrm>
          <a:off x="3955"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Historical context, scope, key concepts and relation to other disciplines.</a:t>
          </a:r>
          <a:endParaRPr lang="en-US" sz="1100" kern="1200"/>
        </a:p>
      </dsp:txBody>
      <dsp:txXfrm>
        <a:off x="3955" y="2386322"/>
        <a:ext cx="1436484" cy="700445"/>
      </dsp:txXfrm>
    </dsp:sp>
    <dsp:sp modelId="{94AD66E0-0FDE-4A76-8B46-0BAC765DB0F2}">
      <dsp:nvSpPr>
        <dsp:cNvPr id="0" name=""/>
        <dsp:cNvSpPr/>
      </dsp:nvSpPr>
      <dsp:spPr>
        <a:xfrm>
          <a:off x="2158681"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E20372-DD65-4FAF-9448-C6496E387AA9}">
      <dsp:nvSpPr>
        <dsp:cNvPr id="0" name=""/>
        <dsp:cNvSpPr/>
      </dsp:nvSpPr>
      <dsp:spPr>
        <a:xfrm>
          <a:off x="1691824"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a:t>AI paradigms </a:t>
          </a:r>
          <a:endParaRPr lang="en-US" sz="1400" kern="1200"/>
        </a:p>
      </dsp:txBody>
      <dsp:txXfrm>
        <a:off x="1691824" y="1693977"/>
        <a:ext cx="1436484" cy="652730"/>
      </dsp:txXfrm>
    </dsp:sp>
    <dsp:sp modelId="{0F4424A4-DAEF-4B2E-91E3-7C538D06C019}">
      <dsp:nvSpPr>
        <dsp:cNvPr id="0" name=""/>
        <dsp:cNvSpPr/>
      </dsp:nvSpPr>
      <dsp:spPr>
        <a:xfrm>
          <a:off x="1691824"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t>Symbolic vs. Non-symbolic approaches. Knowledge vs search. Inference vs learning.  </a:t>
          </a:r>
          <a:endParaRPr lang="en-US" sz="1100" kern="1200" dirty="0"/>
        </a:p>
      </dsp:txBody>
      <dsp:txXfrm>
        <a:off x="1691824" y="2386322"/>
        <a:ext cx="1436484" cy="700445"/>
      </dsp:txXfrm>
    </dsp:sp>
    <dsp:sp modelId="{777FF09E-FCE5-4BEF-9C15-F8E843DBD788}">
      <dsp:nvSpPr>
        <dsp:cNvPr id="0" name=""/>
        <dsp:cNvSpPr/>
      </dsp:nvSpPr>
      <dsp:spPr>
        <a:xfrm>
          <a:off x="3846550"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6FB5D2-8E8C-4B7A-9E34-4AAB4C0BE338}">
      <dsp:nvSpPr>
        <dsp:cNvPr id="0" name=""/>
        <dsp:cNvSpPr/>
      </dsp:nvSpPr>
      <dsp:spPr>
        <a:xfrm>
          <a:off x="3379693"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Intelligence:</a:t>
          </a:r>
          <a:r>
            <a:rPr lang="en-GB" sz="1400" kern="1200" dirty="0"/>
            <a:t> Natural vs artificial.</a:t>
          </a:r>
          <a:endParaRPr lang="en-US" sz="1400" kern="1200" dirty="0"/>
        </a:p>
      </dsp:txBody>
      <dsp:txXfrm>
        <a:off x="3379693" y="1693977"/>
        <a:ext cx="1436484" cy="652730"/>
      </dsp:txXfrm>
    </dsp:sp>
    <dsp:sp modelId="{8374A0A7-633E-4430-A139-EFC0E647B955}">
      <dsp:nvSpPr>
        <dsp:cNvPr id="0" name=""/>
        <dsp:cNvSpPr/>
      </dsp:nvSpPr>
      <dsp:spPr>
        <a:xfrm>
          <a:off x="3379693"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sp>
    <dsp:sp modelId="{C27890B2-10FF-4DA4-AD6B-5D5AC707BAE1}">
      <dsp:nvSpPr>
        <dsp:cNvPr id="0" name=""/>
        <dsp:cNvSpPr/>
      </dsp:nvSpPr>
      <dsp:spPr>
        <a:xfrm>
          <a:off x="5534419"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FDB6B-B366-40E5-A1CA-DCC8EB42D2AC}">
      <dsp:nvSpPr>
        <dsp:cNvPr id="0" name=""/>
        <dsp:cNvSpPr/>
      </dsp:nvSpPr>
      <dsp:spPr>
        <a:xfrm>
          <a:off x="5067562"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AI as science vs Engineering/ Technology</a:t>
          </a:r>
          <a:endParaRPr lang="en-US" sz="1400" kern="1200" dirty="0"/>
        </a:p>
      </dsp:txBody>
      <dsp:txXfrm>
        <a:off x="5067562" y="1693977"/>
        <a:ext cx="1436484" cy="652730"/>
      </dsp:txXfrm>
    </dsp:sp>
    <dsp:sp modelId="{A0A0284D-C61D-410D-B46C-2F7EC9FFFD5A}">
      <dsp:nvSpPr>
        <dsp:cNvPr id="0" name=""/>
        <dsp:cNvSpPr/>
      </dsp:nvSpPr>
      <dsp:spPr>
        <a:xfrm>
          <a:off x="5067562"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sp>
    <dsp:sp modelId="{46576200-F95A-4F43-A97C-071C7F650D47}">
      <dsp:nvSpPr>
        <dsp:cNvPr id="0" name=""/>
        <dsp:cNvSpPr/>
      </dsp:nvSpPr>
      <dsp:spPr>
        <a:xfrm>
          <a:off x="7222289" y="1106036"/>
          <a:ext cx="502769" cy="5027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2DB45D-F482-405A-905F-A27EC4C7BEA7}">
      <dsp:nvSpPr>
        <dsp:cNvPr id="0" name=""/>
        <dsp:cNvSpPr/>
      </dsp:nvSpPr>
      <dsp:spPr>
        <a:xfrm>
          <a:off x="6755431" y="1693977"/>
          <a:ext cx="1436484" cy="652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GB" sz="1400" b="1" kern="1200" dirty="0"/>
            <a:t>What is intelligence? </a:t>
          </a:r>
          <a:endParaRPr lang="en-US" sz="1400" kern="1200" dirty="0"/>
        </a:p>
      </dsp:txBody>
      <dsp:txXfrm>
        <a:off x="6755431" y="1693977"/>
        <a:ext cx="1436484" cy="652730"/>
      </dsp:txXfrm>
    </dsp:sp>
    <dsp:sp modelId="{8D800669-3CDB-4446-826C-2AB1BB38001A}">
      <dsp:nvSpPr>
        <dsp:cNvPr id="0" name=""/>
        <dsp:cNvSpPr/>
      </dsp:nvSpPr>
      <dsp:spPr>
        <a:xfrm>
          <a:off x="6755431" y="2386322"/>
          <a:ext cx="1436484" cy="70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t>Philosophical foundations</a:t>
          </a:r>
          <a:br>
            <a:rPr lang="en-GB" sz="1100" kern="1200" dirty="0"/>
          </a:br>
          <a:r>
            <a:rPr lang="en-GB" sz="1100" kern="1200" dirty="0"/>
            <a:t>Behavioural test (Turing Test) vs ‘what’s inside?’</a:t>
          </a:r>
          <a:endParaRPr lang="en-US" sz="1100" kern="1200" dirty="0"/>
        </a:p>
      </dsp:txBody>
      <dsp:txXfrm>
        <a:off x="6755431" y="2386322"/>
        <a:ext cx="1436484" cy="7004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74EE8-EDB7-4969-A2DA-B484ADCFE147}">
      <dsp:nvSpPr>
        <dsp:cNvPr id="0" name=""/>
        <dsp:cNvSpPr/>
      </dsp:nvSpPr>
      <dsp:spPr>
        <a:xfrm>
          <a:off x="0" y="2429"/>
          <a:ext cx="5111749" cy="123121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7902ED-48AD-401A-9C83-E3979D57F691}">
      <dsp:nvSpPr>
        <dsp:cNvPr id="0" name=""/>
        <dsp:cNvSpPr/>
      </dsp:nvSpPr>
      <dsp:spPr>
        <a:xfrm>
          <a:off x="372441" y="279451"/>
          <a:ext cx="677166" cy="6771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FC510A-0FD1-41AF-B9A8-6BA07140CD9D}">
      <dsp:nvSpPr>
        <dsp:cNvPr id="0" name=""/>
        <dsp:cNvSpPr/>
      </dsp:nvSpPr>
      <dsp:spPr>
        <a:xfrm>
          <a:off x="1422049" y="2429"/>
          <a:ext cx="3689700" cy="123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03" tIns="130303" rIns="130303" bIns="130303" numCol="1" spcCol="1270" anchor="ctr" anchorCtr="0">
          <a:noAutofit/>
        </a:bodyPr>
        <a:lstStyle/>
        <a:p>
          <a:pPr marL="0" lvl="0" indent="0" algn="l" defTabSz="800100">
            <a:lnSpc>
              <a:spcPct val="90000"/>
            </a:lnSpc>
            <a:spcBef>
              <a:spcPct val="0"/>
            </a:spcBef>
            <a:spcAft>
              <a:spcPct val="35000"/>
            </a:spcAft>
            <a:buNone/>
          </a:pPr>
          <a:r>
            <a:rPr lang="en-GB" sz="1800" kern="1200"/>
            <a:t>What are minds and how are they related to bodies (inc. brains)? </a:t>
          </a:r>
          <a:endParaRPr lang="en-US" sz="1800" kern="1200"/>
        </a:p>
      </dsp:txBody>
      <dsp:txXfrm>
        <a:off x="1422049" y="2429"/>
        <a:ext cx="3689700" cy="1231211"/>
      </dsp:txXfrm>
    </dsp:sp>
    <dsp:sp modelId="{19B0D568-D334-4795-8CB7-651BC1D194BA}">
      <dsp:nvSpPr>
        <dsp:cNvPr id="0" name=""/>
        <dsp:cNvSpPr/>
      </dsp:nvSpPr>
      <dsp:spPr>
        <a:xfrm>
          <a:off x="0" y="1541443"/>
          <a:ext cx="5111749" cy="123121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B05AC-2CAA-4FF4-A477-0C009A85DC5E}">
      <dsp:nvSpPr>
        <dsp:cNvPr id="0" name=""/>
        <dsp:cNvSpPr/>
      </dsp:nvSpPr>
      <dsp:spPr>
        <a:xfrm>
          <a:off x="372441" y="1818466"/>
          <a:ext cx="677166" cy="6771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99AB53-6747-4928-AC99-28E649E24A15}">
      <dsp:nvSpPr>
        <dsp:cNvPr id="0" name=""/>
        <dsp:cNvSpPr/>
      </dsp:nvSpPr>
      <dsp:spPr>
        <a:xfrm>
          <a:off x="1422049" y="1541443"/>
          <a:ext cx="3689700" cy="123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03" tIns="130303" rIns="130303" bIns="130303" numCol="1" spcCol="1270" anchor="ctr" anchorCtr="0">
          <a:noAutofit/>
        </a:bodyPr>
        <a:lstStyle/>
        <a:p>
          <a:pPr marL="0" lvl="0" indent="0" algn="l" defTabSz="800100">
            <a:lnSpc>
              <a:spcPct val="90000"/>
            </a:lnSpc>
            <a:spcBef>
              <a:spcPct val="0"/>
            </a:spcBef>
            <a:spcAft>
              <a:spcPct val="35000"/>
            </a:spcAft>
            <a:buNone/>
          </a:pPr>
          <a:r>
            <a:rPr lang="en-GB" sz="1800" kern="1200"/>
            <a:t>What is intelligence, and can machines have it? </a:t>
          </a:r>
          <a:endParaRPr lang="en-US" sz="1800" kern="1200"/>
        </a:p>
      </dsp:txBody>
      <dsp:txXfrm>
        <a:off x="1422049" y="1541443"/>
        <a:ext cx="3689700" cy="1231211"/>
      </dsp:txXfrm>
    </dsp:sp>
    <dsp:sp modelId="{1E641537-CCC3-4C09-8388-157DA8DB0F42}">
      <dsp:nvSpPr>
        <dsp:cNvPr id="0" name=""/>
        <dsp:cNvSpPr/>
      </dsp:nvSpPr>
      <dsp:spPr>
        <a:xfrm>
          <a:off x="0" y="3080457"/>
          <a:ext cx="5111749" cy="123121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1FDE65-9759-439A-AF17-61CA1614F094}">
      <dsp:nvSpPr>
        <dsp:cNvPr id="0" name=""/>
        <dsp:cNvSpPr/>
      </dsp:nvSpPr>
      <dsp:spPr>
        <a:xfrm>
          <a:off x="372441" y="3357480"/>
          <a:ext cx="677166" cy="6771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634B02-B3B9-42D1-82E3-6EC8983748DF}">
      <dsp:nvSpPr>
        <dsp:cNvPr id="0" name=""/>
        <dsp:cNvSpPr/>
      </dsp:nvSpPr>
      <dsp:spPr>
        <a:xfrm>
          <a:off x="1422049" y="3080457"/>
          <a:ext cx="3689700" cy="123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03" tIns="130303" rIns="130303" bIns="130303" numCol="1" spcCol="1270" anchor="ctr" anchorCtr="0">
          <a:noAutofit/>
        </a:bodyPr>
        <a:lstStyle/>
        <a:p>
          <a:pPr marL="0" lvl="0" indent="0" algn="l" defTabSz="800100">
            <a:lnSpc>
              <a:spcPct val="90000"/>
            </a:lnSpc>
            <a:spcBef>
              <a:spcPct val="0"/>
            </a:spcBef>
            <a:spcAft>
              <a:spcPct val="35000"/>
            </a:spcAft>
            <a:buNone/>
          </a:pPr>
          <a:r>
            <a:rPr lang="en-GB" sz="1800" kern="1200"/>
            <a:t>What are feelings, qualia/sensations, emotions, beliefs, desires, intentions, aims, selves, ...Etc?</a:t>
          </a:r>
          <a:endParaRPr lang="en-US" sz="1800" kern="1200"/>
        </a:p>
      </dsp:txBody>
      <dsp:txXfrm>
        <a:off x="1422049" y="3080457"/>
        <a:ext cx="3689700" cy="1231211"/>
      </dsp:txXfrm>
    </dsp:sp>
    <dsp:sp modelId="{04A877EA-37A3-45C9-A8D8-93748B10030D}">
      <dsp:nvSpPr>
        <dsp:cNvPr id="0" name=""/>
        <dsp:cNvSpPr/>
      </dsp:nvSpPr>
      <dsp:spPr>
        <a:xfrm>
          <a:off x="0" y="4619472"/>
          <a:ext cx="5111749" cy="123121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C88A22-4E24-45CE-BCA2-2E1D1738537D}">
      <dsp:nvSpPr>
        <dsp:cNvPr id="0" name=""/>
        <dsp:cNvSpPr/>
      </dsp:nvSpPr>
      <dsp:spPr>
        <a:xfrm>
          <a:off x="372441" y="4896494"/>
          <a:ext cx="677166" cy="6771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AB478F-C436-4D1E-AE9F-CA2DBA68DF68}">
      <dsp:nvSpPr>
        <dsp:cNvPr id="0" name=""/>
        <dsp:cNvSpPr/>
      </dsp:nvSpPr>
      <dsp:spPr>
        <a:xfrm>
          <a:off x="1422049" y="4619472"/>
          <a:ext cx="3689700" cy="123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03" tIns="130303" rIns="130303" bIns="130303" numCol="1" spcCol="1270" anchor="ctr" anchorCtr="0">
          <a:noAutofit/>
        </a:bodyPr>
        <a:lstStyle/>
        <a:p>
          <a:pPr marL="0" lvl="0" indent="0" algn="l" defTabSz="800100">
            <a:lnSpc>
              <a:spcPct val="90000"/>
            </a:lnSpc>
            <a:spcBef>
              <a:spcPct val="0"/>
            </a:spcBef>
            <a:spcAft>
              <a:spcPct val="35000"/>
            </a:spcAft>
            <a:buNone/>
          </a:pPr>
          <a:r>
            <a:rPr lang="en-US" sz="1800" kern="1200"/>
            <a:t>Qualia: subjective, private qualities of conscious experience (e.g. sensation of red, perceiving an object, …)</a:t>
          </a:r>
        </a:p>
      </dsp:txBody>
      <dsp:txXfrm>
        <a:off x="1422049" y="4619472"/>
        <a:ext cx="3689700" cy="12312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1E8423-BEF1-4ADD-B17A-E49F112974CF}">
      <dsp:nvSpPr>
        <dsp:cNvPr id="0" name=""/>
        <dsp:cNvSpPr/>
      </dsp:nvSpPr>
      <dsp:spPr>
        <a:xfrm>
          <a:off x="4351" y="592393"/>
          <a:ext cx="1365820" cy="1365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FAE26D-F295-4C4E-9B94-E4A5E7F5C8F6}">
      <dsp:nvSpPr>
        <dsp:cNvPr id="0" name=""/>
        <dsp:cNvSpPr/>
      </dsp:nvSpPr>
      <dsp:spPr>
        <a:xfrm>
          <a:off x="4351" y="2084204"/>
          <a:ext cx="3902343" cy="621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GB" sz="1400" kern="1200" dirty="0"/>
            <a:t>Science i.e. studying things that already exist or might exist, explaining how they work</a:t>
          </a:r>
          <a:endParaRPr lang="en-US" sz="1400" kern="1200" dirty="0"/>
        </a:p>
      </dsp:txBody>
      <dsp:txXfrm>
        <a:off x="4351" y="2084204"/>
        <a:ext cx="3902343" cy="621936"/>
      </dsp:txXfrm>
    </dsp:sp>
    <dsp:sp modelId="{62E207F4-8ECF-44D5-87AA-ACD8283BE1CA}">
      <dsp:nvSpPr>
        <dsp:cNvPr id="0" name=""/>
        <dsp:cNvSpPr/>
      </dsp:nvSpPr>
      <dsp:spPr>
        <a:xfrm>
          <a:off x="4351" y="2764741"/>
          <a:ext cx="3902343" cy="75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GB" sz="1100" kern="1200" dirty="0"/>
            <a:t>searching for general principles relevant to understanding people, other animals, intelligent machines of the future, and perhaps creatures from other parts of the universe</a:t>
          </a:r>
          <a:endParaRPr lang="en-US" sz="1100" kern="1200" dirty="0"/>
        </a:p>
      </dsp:txBody>
      <dsp:txXfrm>
        <a:off x="4351" y="2764741"/>
        <a:ext cx="3902343" cy="757665"/>
      </dsp:txXfrm>
    </dsp:sp>
    <dsp:sp modelId="{2F8837C9-CC7A-4EE4-997B-E2A78916B275}">
      <dsp:nvSpPr>
        <dsp:cNvPr id="0" name=""/>
        <dsp:cNvSpPr/>
      </dsp:nvSpPr>
      <dsp:spPr>
        <a:xfrm>
          <a:off x="4589605" y="592393"/>
          <a:ext cx="1365820" cy="1365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69AE1C-6C90-4F56-95BF-54BC3E3BBF4C}">
      <dsp:nvSpPr>
        <dsp:cNvPr id="0" name=""/>
        <dsp:cNvSpPr/>
      </dsp:nvSpPr>
      <dsp:spPr>
        <a:xfrm>
          <a:off x="4589605" y="2084204"/>
          <a:ext cx="3902343" cy="621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GB" sz="1400" kern="1200" dirty="0"/>
            <a:t>Engineering. Using that knowledge to solve practical problems, including</a:t>
          </a:r>
          <a:endParaRPr lang="en-US" sz="1400" kern="1200" dirty="0"/>
        </a:p>
      </dsp:txBody>
      <dsp:txXfrm>
        <a:off x="4589605" y="2084204"/>
        <a:ext cx="3902343" cy="621936"/>
      </dsp:txXfrm>
    </dsp:sp>
    <dsp:sp modelId="{4FAE0B06-1F5F-4A1B-A7F1-E662230156BD}">
      <dsp:nvSpPr>
        <dsp:cNvPr id="0" name=""/>
        <dsp:cNvSpPr/>
      </dsp:nvSpPr>
      <dsp:spPr>
        <a:xfrm>
          <a:off x="4589605" y="2764741"/>
          <a:ext cx="3902343" cy="757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GB" sz="1100" kern="1200" dirty="0"/>
            <a:t>making new useful kinds of machines, </a:t>
          </a:r>
          <a:endParaRPr lang="en-US" sz="1100" kern="1200" dirty="0"/>
        </a:p>
        <a:p>
          <a:pPr marL="0" lvl="0" indent="0" algn="l" defTabSz="488950">
            <a:lnSpc>
              <a:spcPct val="100000"/>
            </a:lnSpc>
            <a:spcBef>
              <a:spcPct val="0"/>
            </a:spcBef>
            <a:spcAft>
              <a:spcPct val="35000"/>
            </a:spcAft>
            <a:buNone/>
          </a:pPr>
          <a:r>
            <a:rPr lang="en-GB" sz="1100" kern="1200"/>
            <a:t>producing new forms of entertainment</a:t>
          </a:r>
          <a:endParaRPr lang="en-US" sz="1100" kern="1200"/>
        </a:p>
        <a:p>
          <a:pPr marL="0" lvl="0" indent="0" algn="l" defTabSz="488950">
            <a:lnSpc>
              <a:spcPct val="100000"/>
            </a:lnSpc>
            <a:spcBef>
              <a:spcPct val="0"/>
            </a:spcBef>
            <a:spcAft>
              <a:spcPct val="35000"/>
            </a:spcAft>
            <a:buNone/>
          </a:pPr>
          <a:r>
            <a:rPr lang="en-GB" sz="1100" kern="1200" dirty="0"/>
            <a:t>perhaps helping us manage ourselves better, e.g. in education, therapy, decision-making, ... </a:t>
          </a:r>
          <a:endParaRPr lang="en-US" sz="1100" kern="1200" dirty="0"/>
        </a:p>
      </dsp:txBody>
      <dsp:txXfrm>
        <a:off x="4589605" y="2764741"/>
        <a:ext cx="3902343" cy="75766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E4F138-B902-464E-B908-50BABBD7BC29}">
      <dsp:nvSpPr>
        <dsp:cNvPr id="0" name=""/>
        <dsp:cNvSpPr/>
      </dsp:nvSpPr>
      <dsp:spPr>
        <a:xfrm>
          <a:off x="0" y="284336"/>
          <a:ext cx="5111749" cy="17269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Brains certainly process information, of many different kinds in many different ways. </a:t>
          </a:r>
          <a:endParaRPr lang="en-US" sz="1800" kern="1200"/>
        </a:p>
      </dsp:txBody>
      <dsp:txXfrm>
        <a:off x="84301" y="368637"/>
        <a:ext cx="4943147" cy="1558318"/>
      </dsp:txXfrm>
    </dsp:sp>
    <dsp:sp modelId="{144F8989-B3BC-44A3-8F5E-D8A406BF5A17}">
      <dsp:nvSpPr>
        <dsp:cNvPr id="0" name=""/>
        <dsp:cNvSpPr/>
      </dsp:nvSpPr>
      <dsp:spPr>
        <a:xfrm>
          <a:off x="0" y="3966037"/>
          <a:ext cx="5111749" cy="17269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We do not know yet whether there are some mechanisms they use that cannot work on computers as we currently know them, or whether future computers with different basic mechanisms (e.g. chemical mechanisms?) will be needed to replicate some brain functions. </a:t>
          </a:r>
          <a:endParaRPr lang="en-US" sz="1800" kern="1200" dirty="0"/>
        </a:p>
      </dsp:txBody>
      <dsp:txXfrm>
        <a:off x="84301" y="4050338"/>
        <a:ext cx="4943147" cy="1558318"/>
      </dsp:txXfrm>
    </dsp:sp>
    <dsp:sp modelId="{CCFD4430-9C66-4134-A206-A60E03FC53FB}">
      <dsp:nvSpPr>
        <dsp:cNvPr id="0" name=""/>
        <dsp:cNvSpPr/>
      </dsp:nvSpPr>
      <dsp:spPr>
        <a:xfrm>
          <a:off x="0" y="2120827"/>
          <a:ext cx="5111749" cy="17269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Some brain functions, e.g. playing chess, making plans, solving equations can already be replicated on computers – and all the new exciting stuff from LLMs, Natural language processing and understanding, etc..</a:t>
          </a:r>
          <a:endParaRPr lang="en-US" sz="1800" kern="1200"/>
        </a:p>
      </dsp:txBody>
      <dsp:txXfrm>
        <a:off x="84301" y="2205128"/>
        <a:ext cx="4943147" cy="15583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5F0DCE6-8744-16BB-64F5-E9187A29EE2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charset="0"/>
                <a:ea typeface="ＭＳ Ｐゴシック" pitchFamily="50" charset="-128"/>
              </a:defRPr>
            </a:lvl1pPr>
          </a:lstStyle>
          <a:p>
            <a:pPr>
              <a:defRPr/>
            </a:pPr>
            <a:endParaRPr lang="en-GB"/>
          </a:p>
        </p:txBody>
      </p:sp>
      <p:sp>
        <p:nvSpPr>
          <p:cNvPr id="11267" name="Rectangle 3">
            <a:extLst>
              <a:ext uri="{FF2B5EF4-FFF2-40B4-BE49-F238E27FC236}">
                <a16:creationId xmlns:a16="http://schemas.microsoft.com/office/drawing/2014/main" id="{46E70214-056B-5D4C-0C26-06A63D5BACA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charset="0"/>
                <a:ea typeface="ＭＳ Ｐゴシック" pitchFamily="50" charset="-128"/>
              </a:defRPr>
            </a:lvl1pPr>
          </a:lstStyle>
          <a:p>
            <a:pPr>
              <a:defRPr/>
            </a:pPr>
            <a:endParaRPr lang="en-GB"/>
          </a:p>
        </p:txBody>
      </p:sp>
      <p:sp>
        <p:nvSpPr>
          <p:cNvPr id="13316" name="Rectangle 4">
            <a:extLst>
              <a:ext uri="{FF2B5EF4-FFF2-40B4-BE49-F238E27FC236}">
                <a16:creationId xmlns:a16="http://schemas.microsoft.com/office/drawing/2014/main" id="{105EC9EF-D2C6-F3E4-8520-D80BE34E48E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B1C7BA91-2562-1928-D7B9-E0F9FE5F7E1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a:extLst>
              <a:ext uri="{FF2B5EF4-FFF2-40B4-BE49-F238E27FC236}">
                <a16:creationId xmlns:a16="http://schemas.microsoft.com/office/drawing/2014/main" id="{128C597C-3072-BE79-95DC-60D8C43A1FF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charset="0"/>
                <a:ea typeface="ＭＳ Ｐゴシック" pitchFamily="50" charset="-128"/>
              </a:defRPr>
            </a:lvl1pPr>
          </a:lstStyle>
          <a:p>
            <a:pPr>
              <a:defRPr/>
            </a:pPr>
            <a:endParaRPr lang="en-GB"/>
          </a:p>
        </p:txBody>
      </p:sp>
      <p:sp>
        <p:nvSpPr>
          <p:cNvPr id="11271" name="Rectangle 7">
            <a:extLst>
              <a:ext uri="{FF2B5EF4-FFF2-40B4-BE49-F238E27FC236}">
                <a16:creationId xmlns:a16="http://schemas.microsoft.com/office/drawing/2014/main" id="{D35E3CF8-D4B1-33F7-F2DB-25B6F621C4E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defRPr>
            </a:lvl1pPr>
          </a:lstStyle>
          <a:p>
            <a:pPr>
              <a:defRPr/>
            </a:pPr>
            <a:fld id="{D2CA8EF7-E13C-41C3-A0F0-1E06AA45BD8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73D5BEF-5D6A-E3FE-E7B1-CD9F63B725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41388">
              <a:defRPr sz="1200">
                <a:solidFill>
                  <a:schemeClr val="tx1"/>
                </a:solidFill>
                <a:latin typeface="Lucida Sans" panose="020B0602030504020204" pitchFamily="34" charset="0"/>
                <a:ea typeface="ＭＳ Ｐゴシック" panose="020B0600070205080204" pitchFamily="34" charset="-128"/>
              </a:defRPr>
            </a:lvl1pPr>
            <a:lvl2pPr marL="742950" indent="-285750" defTabSz="941388">
              <a:defRPr sz="1200">
                <a:solidFill>
                  <a:schemeClr val="tx1"/>
                </a:solidFill>
                <a:latin typeface="Lucida Sans" panose="020B0602030504020204" pitchFamily="34" charset="0"/>
                <a:ea typeface="ＭＳ Ｐゴシック" panose="020B0600070205080204" pitchFamily="34" charset="-128"/>
              </a:defRPr>
            </a:lvl2pPr>
            <a:lvl3pPr marL="1143000" indent="-228600" defTabSz="941388">
              <a:defRPr sz="1200">
                <a:solidFill>
                  <a:schemeClr val="tx1"/>
                </a:solidFill>
                <a:latin typeface="Lucida Sans" panose="020B0602030504020204" pitchFamily="34" charset="0"/>
                <a:ea typeface="ＭＳ Ｐゴシック" panose="020B0600070205080204" pitchFamily="34" charset="-128"/>
              </a:defRPr>
            </a:lvl3pPr>
            <a:lvl4pPr marL="1600200" indent="-228600" defTabSz="941388">
              <a:defRPr sz="1200">
                <a:solidFill>
                  <a:schemeClr val="tx1"/>
                </a:solidFill>
                <a:latin typeface="Lucida Sans" panose="020B0602030504020204" pitchFamily="34" charset="0"/>
                <a:ea typeface="ＭＳ Ｐゴシック" panose="020B0600070205080204" pitchFamily="34" charset="-128"/>
              </a:defRPr>
            </a:lvl4pPr>
            <a:lvl5pPr marL="2057400" indent="-228600" defTabSz="941388">
              <a:defRPr sz="1200">
                <a:solidFill>
                  <a:schemeClr val="tx1"/>
                </a:solidFill>
                <a:latin typeface="Lucida Sans" panose="020B0602030504020204" pitchFamily="34" charset="0"/>
                <a:ea typeface="ＭＳ Ｐゴシック" panose="020B0600070205080204" pitchFamily="34" charset="-128"/>
              </a:defRPr>
            </a:lvl5pPr>
            <a:lvl6pPr marL="25146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r" defTabSz="941388" rtl="0" eaLnBrk="0" fontAlgn="base" latinLnBrk="0" hangingPunct="0">
              <a:lnSpc>
                <a:spcPct val="100000"/>
              </a:lnSpc>
              <a:spcBef>
                <a:spcPct val="0"/>
              </a:spcBef>
              <a:spcAft>
                <a:spcPct val="0"/>
              </a:spcAft>
              <a:buClrTx/>
              <a:buSzTx/>
              <a:buFontTx/>
              <a:buNone/>
              <a:tabLst/>
              <a:defRPr/>
            </a:pPr>
            <a:fld id="{ECDEDF2B-9D94-4902-8111-155CBEB88857}"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41388" rtl="0" eaLnBrk="0" fontAlgn="base" latinLnBrk="0" hangingPunct="0">
                <a:lnSpc>
                  <a:spcPct val="100000"/>
                </a:lnSpc>
                <a:spcBef>
                  <a:spcPct val="0"/>
                </a:spcBef>
                <a:spcAft>
                  <a:spcPct val="0"/>
                </a:spcAft>
                <a:buClrTx/>
                <a:buSzTx/>
                <a:buFontTx/>
                <a:buNone/>
                <a:tabLst/>
                <a:defRPr/>
              </a:pPr>
              <a:t>19</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11" name="Rectangle 2">
            <a:extLst>
              <a:ext uri="{FF2B5EF4-FFF2-40B4-BE49-F238E27FC236}">
                <a16:creationId xmlns:a16="http://schemas.microsoft.com/office/drawing/2014/main" id="{894E8DAB-1245-113F-4F5C-43AE7E425A93}"/>
              </a:ext>
            </a:extLst>
          </p:cNvPr>
          <p:cNvSpPr>
            <a:spLocks noGrp="1" noRot="1" noChangeAspect="1" noChangeArrowheads="1" noTextEdit="1"/>
          </p:cNvSpPr>
          <p:nvPr>
            <p:ph type="sldImg"/>
          </p:nvPr>
        </p:nvSpPr>
        <p:spPr>
          <a:xfrm>
            <a:off x="960438" y="758825"/>
            <a:ext cx="5051425" cy="3789363"/>
          </a:xfrm>
          <a:ln/>
        </p:spPr>
      </p:sp>
      <p:sp>
        <p:nvSpPr>
          <p:cNvPr id="17412" name="Rectangle 3">
            <a:extLst>
              <a:ext uri="{FF2B5EF4-FFF2-40B4-BE49-F238E27FC236}">
                <a16:creationId xmlns:a16="http://schemas.microsoft.com/office/drawing/2014/main" id="{E3609CED-0BB9-0453-85FD-DA08D4C9EB4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13428FE4-F910-C7F2-4DAE-35A1BB9B5B9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41388">
              <a:defRPr sz="1200">
                <a:solidFill>
                  <a:schemeClr val="tx1"/>
                </a:solidFill>
                <a:latin typeface="Lucida Sans" panose="020B0602030504020204" pitchFamily="34" charset="0"/>
                <a:ea typeface="ＭＳ Ｐゴシック" panose="020B0600070205080204" pitchFamily="34" charset="-128"/>
              </a:defRPr>
            </a:lvl1pPr>
            <a:lvl2pPr marL="742950" indent="-285750" defTabSz="941388">
              <a:defRPr sz="1200">
                <a:solidFill>
                  <a:schemeClr val="tx1"/>
                </a:solidFill>
                <a:latin typeface="Lucida Sans" panose="020B0602030504020204" pitchFamily="34" charset="0"/>
                <a:ea typeface="ＭＳ Ｐゴシック" panose="020B0600070205080204" pitchFamily="34" charset="-128"/>
              </a:defRPr>
            </a:lvl2pPr>
            <a:lvl3pPr marL="1143000" indent="-228600" defTabSz="941388">
              <a:defRPr sz="1200">
                <a:solidFill>
                  <a:schemeClr val="tx1"/>
                </a:solidFill>
                <a:latin typeface="Lucida Sans" panose="020B0602030504020204" pitchFamily="34" charset="0"/>
                <a:ea typeface="ＭＳ Ｐゴシック" panose="020B0600070205080204" pitchFamily="34" charset="-128"/>
              </a:defRPr>
            </a:lvl3pPr>
            <a:lvl4pPr marL="1600200" indent="-228600" defTabSz="941388">
              <a:defRPr sz="1200">
                <a:solidFill>
                  <a:schemeClr val="tx1"/>
                </a:solidFill>
                <a:latin typeface="Lucida Sans" panose="020B0602030504020204" pitchFamily="34" charset="0"/>
                <a:ea typeface="ＭＳ Ｐゴシック" panose="020B0600070205080204" pitchFamily="34" charset="-128"/>
              </a:defRPr>
            </a:lvl4pPr>
            <a:lvl5pPr marL="2057400" indent="-228600" defTabSz="941388">
              <a:defRPr sz="1200">
                <a:solidFill>
                  <a:schemeClr val="tx1"/>
                </a:solidFill>
                <a:latin typeface="Lucida Sans" panose="020B0602030504020204" pitchFamily="34" charset="0"/>
                <a:ea typeface="ＭＳ Ｐゴシック" panose="020B0600070205080204" pitchFamily="34" charset="-128"/>
              </a:defRPr>
            </a:lvl5pPr>
            <a:lvl6pPr marL="25146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r" defTabSz="941388" rtl="0" eaLnBrk="0" fontAlgn="base" latinLnBrk="0" hangingPunct="0">
              <a:lnSpc>
                <a:spcPct val="100000"/>
              </a:lnSpc>
              <a:spcBef>
                <a:spcPct val="0"/>
              </a:spcBef>
              <a:spcAft>
                <a:spcPct val="0"/>
              </a:spcAft>
              <a:buClrTx/>
              <a:buSzTx/>
              <a:buFontTx/>
              <a:buNone/>
              <a:tabLst/>
              <a:defRPr/>
            </a:pPr>
            <a:fld id="{64E8DBBD-C16E-4BBC-8F60-094EBD488D1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41388" rtl="0" eaLnBrk="0" fontAlgn="base" latinLnBrk="0" hangingPunct="0">
                <a:lnSpc>
                  <a:spcPct val="100000"/>
                </a:lnSpc>
                <a:spcBef>
                  <a:spcPct val="0"/>
                </a:spcBef>
                <a:spcAft>
                  <a:spcPct val="0"/>
                </a:spcAft>
                <a:buClrTx/>
                <a:buSzTx/>
                <a:buFontTx/>
                <a:buNone/>
                <a:tabLst/>
                <a:defRPr/>
              </a:pPr>
              <a:t>20</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459" name="Rectangle 2">
            <a:extLst>
              <a:ext uri="{FF2B5EF4-FFF2-40B4-BE49-F238E27FC236}">
                <a16:creationId xmlns:a16="http://schemas.microsoft.com/office/drawing/2014/main" id="{E2A3F05D-3B72-76D5-4906-F8A102EB67DD}"/>
              </a:ext>
            </a:extLst>
          </p:cNvPr>
          <p:cNvSpPr>
            <a:spLocks noGrp="1" noRot="1" noChangeAspect="1" noChangeArrowheads="1" noTextEdit="1"/>
          </p:cNvSpPr>
          <p:nvPr>
            <p:ph type="sldImg"/>
          </p:nvPr>
        </p:nvSpPr>
        <p:spPr>
          <a:xfrm>
            <a:off x="960438" y="758825"/>
            <a:ext cx="5051425" cy="3789363"/>
          </a:xfrm>
          <a:ln/>
        </p:spPr>
      </p:sp>
      <p:sp>
        <p:nvSpPr>
          <p:cNvPr id="19460" name="Rectangle 3">
            <a:extLst>
              <a:ext uri="{FF2B5EF4-FFF2-40B4-BE49-F238E27FC236}">
                <a16:creationId xmlns:a16="http://schemas.microsoft.com/office/drawing/2014/main" id="{2858FF22-1B2C-E832-1D51-DC5D220D489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A01CD71-7A43-BA6D-FCD7-9A882676FE0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41388">
              <a:defRPr sz="1200">
                <a:solidFill>
                  <a:schemeClr val="tx1"/>
                </a:solidFill>
                <a:latin typeface="Lucida Sans" panose="020B0602030504020204" pitchFamily="34" charset="0"/>
                <a:ea typeface="ＭＳ Ｐゴシック" panose="020B0600070205080204" pitchFamily="34" charset="-128"/>
              </a:defRPr>
            </a:lvl1pPr>
            <a:lvl2pPr marL="742950" indent="-285750" defTabSz="941388">
              <a:defRPr sz="1200">
                <a:solidFill>
                  <a:schemeClr val="tx1"/>
                </a:solidFill>
                <a:latin typeface="Lucida Sans" panose="020B0602030504020204" pitchFamily="34" charset="0"/>
                <a:ea typeface="ＭＳ Ｐゴシック" panose="020B0600070205080204" pitchFamily="34" charset="-128"/>
              </a:defRPr>
            </a:lvl2pPr>
            <a:lvl3pPr marL="1143000" indent="-228600" defTabSz="941388">
              <a:defRPr sz="1200">
                <a:solidFill>
                  <a:schemeClr val="tx1"/>
                </a:solidFill>
                <a:latin typeface="Lucida Sans" panose="020B0602030504020204" pitchFamily="34" charset="0"/>
                <a:ea typeface="ＭＳ Ｐゴシック" panose="020B0600070205080204" pitchFamily="34" charset="-128"/>
              </a:defRPr>
            </a:lvl3pPr>
            <a:lvl4pPr marL="1600200" indent="-228600" defTabSz="941388">
              <a:defRPr sz="1200">
                <a:solidFill>
                  <a:schemeClr val="tx1"/>
                </a:solidFill>
                <a:latin typeface="Lucida Sans" panose="020B0602030504020204" pitchFamily="34" charset="0"/>
                <a:ea typeface="ＭＳ Ｐゴシック" panose="020B0600070205080204" pitchFamily="34" charset="-128"/>
              </a:defRPr>
            </a:lvl4pPr>
            <a:lvl5pPr marL="2057400" indent="-228600" defTabSz="941388">
              <a:defRPr sz="1200">
                <a:solidFill>
                  <a:schemeClr val="tx1"/>
                </a:solidFill>
                <a:latin typeface="Lucida Sans" panose="020B0602030504020204" pitchFamily="34" charset="0"/>
                <a:ea typeface="ＭＳ Ｐゴシック" panose="020B0600070205080204" pitchFamily="34" charset="-128"/>
              </a:defRPr>
            </a:lvl5pPr>
            <a:lvl6pPr marL="25146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r" defTabSz="941388" rtl="0" eaLnBrk="0" fontAlgn="base" latinLnBrk="0" hangingPunct="0">
              <a:lnSpc>
                <a:spcPct val="100000"/>
              </a:lnSpc>
              <a:spcBef>
                <a:spcPct val="0"/>
              </a:spcBef>
              <a:spcAft>
                <a:spcPct val="0"/>
              </a:spcAft>
              <a:buClrTx/>
              <a:buSzTx/>
              <a:buFontTx/>
              <a:buNone/>
              <a:tabLst/>
              <a:defRPr/>
            </a:pPr>
            <a:fld id="{2F746B12-36B2-43B6-B7B8-639A4F54643A}"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41388" rtl="0" eaLnBrk="0" fontAlgn="base" latinLnBrk="0" hangingPunct="0">
                <a:lnSpc>
                  <a:spcPct val="100000"/>
                </a:lnSpc>
                <a:spcBef>
                  <a:spcPct val="0"/>
                </a:spcBef>
                <a:spcAft>
                  <a:spcPct val="0"/>
                </a:spcAft>
                <a:buClrTx/>
                <a:buSzTx/>
                <a:buFontTx/>
                <a:buNone/>
                <a:tabLst/>
                <a:defRPr/>
              </a:pPr>
              <a:t>21</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507" name="Rectangle 2">
            <a:extLst>
              <a:ext uri="{FF2B5EF4-FFF2-40B4-BE49-F238E27FC236}">
                <a16:creationId xmlns:a16="http://schemas.microsoft.com/office/drawing/2014/main" id="{8FE88F6F-90E8-CE4E-824C-2BB3F5F9A8F9}"/>
              </a:ext>
            </a:extLst>
          </p:cNvPr>
          <p:cNvSpPr>
            <a:spLocks noGrp="1" noRot="1" noChangeAspect="1" noChangeArrowheads="1" noTextEdit="1"/>
          </p:cNvSpPr>
          <p:nvPr>
            <p:ph type="sldImg"/>
          </p:nvPr>
        </p:nvSpPr>
        <p:spPr>
          <a:xfrm>
            <a:off x="960438" y="758825"/>
            <a:ext cx="5051425" cy="3789363"/>
          </a:xfrm>
          <a:ln/>
        </p:spPr>
      </p:sp>
      <p:sp>
        <p:nvSpPr>
          <p:cNvPr id="21508" name="Rectangle 3">
            <a:extLst>
              <a:ext uri="{FF2B5EF4-FFF2-40B4-BE49-F238E27FC236}">
                <a16:creationId xmlns:a16="http://schemas.microsoft.com/office/drawing/2014/main" id="{8802593A-1589-9733-2272-EC9531445C6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DAFC853-9B0E-0558-59A9-AE110FF3E9F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41388">
              <a:defRPr sz="1200">
                <a:solidFill>
                  <a:schemeClr val="tx1"/>
                </a:solidFill>
                <a:latin typeface="Lucida Sans" panose="020B0602030504020204" pitchFamily="34" charset="0"/>
                <a:ea typeface="ＭＳ Ｐゴシック" panose="020B0600070205080204" pitchFamily="34" charset="-128"/>
              </a:defRPr>
            </a:lvl1pPr>
            <a:lvl2pPr marL="742950" indent="-285750" defTabSz="941388">
              <a:defRPr sz="1200">
                <a:solidFill>
                  <a:schemeClr val="tx1"/>
                </a:solidFill>
                <a:latin typeface="Lucida Sans" panose="020B0602030504020204" pitchFamily="34" charset="0"/>
                <a:ea typeface="ＭＳ Ｐゴシック" panose="020B0600070205080204" pitchFamily="34" charset="-128"/>
              </a:defRPr>
            </a:lvl2pPr>
            <a:lvl3pPr marL="1143000" indent="-228600" defTabSz="941388">
              <a:defRPr sz="1200">
                <a:solidFill>
                  <a:schemeClr val="tx1"/>
                </a:solidFill>
                <a:latin typeface="Lucida Sans" panose="020B0602030504020204" pitchFamily="34" charset="0"/>
                <a:ea typeface="ＭＳ Ｐゴシック" panose="020B0600070205080204" pitchFamily="34" charset="-128"/>
              </a:defRPr>
            </a:lvl3pPr>
            <a:lvl4pPr marL="1600200" indent="-228600" defTabSz="941388">
              <a:defRPr sz="1200">
                <a:solidFill>
                  <a:schemeClr val="tx1"/>
                </a:solidFill>
                <a:latin typeface="Lucida Sans" panose="020B0602030504020204" pitchFamily="34" charset="0"/>
                <a:ea typeface="ＭＳ Ｐゴシック" panose="020B0600070205080204" pitchFamily="34" charset="-128"/>
              </a:defRPr>
            </a:lvl4pPr>
            <a:lvl5pPr marL="2057400" indent="-228600" defTabSz="941388">
              <a:defRPr sz="1200">
                <a:solidFill>
                  <a:schemeClr val="tx1"/>
                </a:solidFill>
                <a:latin typeface="Lucida Sans" panose="020B0602030504020204" pitchFamily="34" charset="0"/>
                <a:ea typeface="ＭＳ Ｐゴシック" panose="020B0600070205080204" pitchFamily="34" charset="-128"/>
              </a:defRPr>
            </a:lvl5pPr>
            <a:lvl6pPr marL="25146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defTabSz="941388"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r" defTabSz="941388" rtl="0" eaLnBrk="0" fontAlgn="base" latinLnBrk="0" hangingPunct="0">
              <a:lnSpc>
                <a:spcPct val="100000"/>
              </a:lnSpc>
              <a:spcBef>
                <a:spcPct val="0"/>
              </a:spcBef>
              <a:spcAft>
                <a:spcPct val="0"/>
              </a:spcAft>
              <a:buClrTx/>
              <a:buSzTx/>
              <a:buFontTx/>
              <a:buNone/>
              <a:tabLst/>
              <a:defRPr/>
            </a:pPr>
            <a:fld id="{E932BF54-650A-43C4-9629-ED8F999A93F8}"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41388" rtl="0" eaLnBrk="0" fontAlgn="base" latinLnBrk="0" hangingPunct="0">
                <a:lnSpc>
                  <a:spcPct val="100000"/>
                </a:lnSpc>
                <a:spcBef>
                  <a:spcPct val="0"/>
                </a:spcBef>
                <a:spcAft>
                  <a:spcPct val="0"/>
                </a:spcAft>
                <a:buClrTx/>
                <a:buSzTx/>
                <a:buFontTx/>
                <a:buNone/>
                <a:tabLst/>
                <a:defRPr/>
              </a:pPr>
              <a:t>24</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43" name="Rectangle 2">
            <a:extLst>
              <a:ext uri="{FF2B5EF4-FFF2-40B4-BE49-F238E27FC236}">
                <a16:creationId xmlns:a16="http://schemas.microsoft.com/office/drawing/2014/main" id="{BF014118-CDC5-AF04-3580-06228566283C}"/>
              </a:ext>
            </a:extLst>
          </p:cNvPr>
          <p:cNvSpPr>
            <a:spLocks noGrp="1" noRot="1" noChangeAspect="1" noChangeArrowheads="1" noTextEdit="1"/>
          </p:cNvSpPr>
          <p:nvPr>
            <p:ph type="sldImg"/>
          </p:nvPr>
        </p:nvSpPr>
        <p:spPr>
          <a:xfrm>
            <a:off x="960438" y="758825"/>
            <a:ext cx="5051425" cy="3789363"/>
          </a:xfrm>
          <a:ln/>
        </p:spPr>
      </p:sp>
      <p:sp>
        <p:nvSpPr>
          <p:cNvPr id="35844" name="Rectangle 3">
            <a:extLst>
              <a:ext uri="{FF2B5EF4-FFF2-40B4-BE49-F238E27FC236}">
                <a16:creationId xmlns:a16="http://schemas.microsoft.com/office/drawing/2014/main" id="{334AFC9A-654B-6DC0-8D6F-9AFD15BA6BE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22FAEA70-36BA-470E-4374-4A77C7DF47F6}"/>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B3D8E3F5-A650-4815-ACB5-19ACA05544FE}"/>
              </a:ext>
            </a:extLst>
          </p:cNvPr>
          <p:cNvSpPr>
            <a:spLocks noGrp="1"/>
          </p:cNvSpPr>
          <p:nvPr>
            <p:ph type="ftr" sz="quarter" idx="11"/>
          </p:nvPr>
        </p:nvSpPr>
        <p:spPr/>
        <p:txBody>
          <a:bodyPr/>
          <a:lstStyle>
            <a:lvl1pPr>
              <a:defRPr/>
            </a:lvl1pPr>
          </a:lstStyle>
          <a:p>
            <a:pPr>
              <a:defRPr/>
            </a:pPr>
            <a:endParaRPr lang="en-GB"/>
          </a:p>
        </p:txBody>
      </p:sp>
    </p:spTree>
    <p:extLst>
      <p:ext uri="{BB962C8B-B14F-4D97-AF65-F5344CB8AC3E}">
        <p14:creationId xmlns:p14="http://schemas.microsoft.com/office/powerpoint/2010/main" val="3148262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F10EE4C-6ED8-5B9D-AA0D-5B8B6D5E705A}"/>
              </a:ext>
            </a:extLst>
          </p:cNvPr>
          <p:cNvSpPr>
            <a:spLocks noGrp="1"/>
          </p:cNvSpPr>
          <p:nvPr>
            <p:ph type="dt" sz="half" idx="10"/>
          </p:nvPr>
        </p:nvSpPr>
        <p:spPr/>
        <p:txBody>
          <a:bodyPr/>
          <a:lstStyle>
            <a:lvl1pPr>
              <a:defRPr/>
            </a:lvl1pPr>
          </a:lstStyle>
          <a:p>
            <a:pPr>
              <a:defRPr/>
            </a:pPr>
            <a:fld id="{0AC544A6-77CE-449F-A48F-1C4026583808}" type="datetimeFigureOut">
              <a:rPr lang="en-US"/>
              <a:pPr>
                <a:defRPr/>
              </a:pPr>
              <a:t>9/21/2026</a:t>
            </a:fld>
            <a:endParaRPr lang="en-US"/>
          </a:p>
        </p:txBody>
      </p:sp>
      <p:sp>
        <p:nvSpPr>
          <p:cNvPr id="5" name="Footer Placeholder 4">
            <a:extLst>
              <a:ext uri="{FF2B5EF4-FFF2-40B4-BE49-F238E27FC236}">
                <a16:creationId xmlns:a16="http://schemas.microsoft.com/office/drawing/2014/main" id="{D546A527-48C9-FFB2-FC87-42F6BDE0AE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F33A602-3051-EE32-4DBB-89A69AABD782}"/>
              </a:ext>
            </a:extLst>
          </p:cNvPr>
          <p:cNvSpPr>
            <a:spLocks noGrp="1"/>
          </p:cNvSpPr>
          <p:nvPr>
            <p:ph type="sldNum" sz="quarter" idx="12"/>
          </p:nvPr>
        </p:nvSpPr>
        <p:spPr/>
        <p:txBody>
          <a:bodyPr/>
          <a:lstStyle>
            <a:lvl1pPr>
              <a:defRPr/>
            </a:lvl1pPr>
          </a:lstStyle>
          <a:p>
            <a:pPr>
              <a:defRPr/>
            </a:pPr>
            <a:fld id="{E734E64C-29E2-428F-BCFD-D41F5F8F4764}" type="slidenum">
              <a:rPr lang="en-US" altLang="en-US"/>
              <a:pPr>
                <a:defRPr/>
              </a:pPr>
              <a:t>‹#›</a:t>
            </a:fld>
            <a:endParaRPr lang="en-US" altLang="en-US"/>
          </a:p>
        </p:txBody>
      </p:sp>
    </p:spTree>
    <p:extLst>
      <p:ext uri="{BB962C8B-B14F-4D97-AF65-F5344CB8AC3E}">
        <p14:creationId xmlns:p14="http://schemas.microsoft.com/office/powerpoint/2010/main" val="3614685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7DB3FC-4809-B8DC-39FD-29348906E1DD}"/>
              </a:ext>
            </a:extLst>
          </p:cNvPr>
          <p:cNvSpPr>
            <a:spLocks noGrp="1"/>
          </p:cNvSpPr>
          <p:nvPr>
            <p:ph type="dt" sz="half" idx="10"/>
          </p:nvPr>
        </p:nvSpPr>
        <p:spPr/>
        <p:txBody>
          <a:bodyPr/>
          <a:lstStyle>
            <a:lvl1pPr>
              <a:defRPr/>
            </a:lvl1pPr>
          </a:lstStyle>
          <a:p>
            <a:pPr>
              <a:defRPr/>
            </a:pPr>
            <a:fld id="{F63DEC12-59DB-4273-AAED-1441A2CEE973}" type="datetimeFigureOut">
              <a:rPr lang="en-US"/>
              <a:pPr>
                <a:defRPr/>
              </a:pPr>
              <a:t>9/21/2026</a:t>
            </a:fld>
            <a:endParaRPr lang="en-US"/>
          </a:p>
        </p:txBody>
      </p:sp>
      <p:sp>
        <p:nvSpPr>
          <p:cNvPr id="5" name="Footer Placeholder 4">
            <a:extLst>
              <a:ext uri="{FF2B5EF4-FFF2-40B4-BE49-F238E27FC236}">
                <a16:creationId xmlns:a16="http://schemas.microsoft.com/office/drawing/2014/main" id="{95CCD559-8DC0-BB6B-1BB6-B7E4787870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C98E794-F279-C67E-47F1-BC24C5CACBB1}"/>
              </a:ext>
            </a:extLst>
          </p:cNvPr>
          <p:cNvSpPr>
            <a:spLocks noGrp="1"/>
          </p:cNvSpPr>
          <p:nvPr>
            <p:ph type="sldNum" sz="quarter" idx="12"/>
          </p:nvPr>
        </p:nvSpPr>
        <p:spPr/>
        <p:txBody>
          <a:bodyPr/>
          <a:lstStyle>
            <a:lvl1pPr>
              <a:defRPr/>
            </a:lvl1pPr>
          </a:lstStyle>
          <a:p>
            <a:pPr>
              <a:defRPr/>
            </a:pPr>
            <a:fld id="{ACFA1DFA-2BE8-4B86-AE63-DAB221581110}" type="slidenum">
              <a:rPr lang="en-US" altLang="en-US"/>
              <a:pPr>
                <a:defRPr/>
              </a:pPr>
              <a:t>‹#›</a:t>
            </a:fld>
            <a:endParaRPr lang="en-US" altLang="en-US"/>
          </a:p>
        </p:txBody>
      </p:sp>
    </p:spTree>
    <p:extLst>
      <p:ext uri="{BB962C8B-B14F-4D97-AF65-F5344CB8AC3E}">
        <p14:creationId xmlns:p14="http://schemas.microsoft.com/office/powerpoint/2010/main" val="2298041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C75E822-2B69-4148-0D0C-3C0BB136735A}"/>
              </a:ext>
            </a:extLst>
          </p:cNvPr>
          <p:cNvSpPr>
            <a:spLocks noGrp="1"/>
          </p:cNvSpPr>
          <p:nvPr>
            <p:ph type="dt" sz="half" idx="10"/>
          </p:nvPr>
        </p:nvSpPr>
        <p:spPr/>
        <p:txBody>
          <a:bodyPr/>
          <a:lstStyle>
            <a:lvl1pPr>
              <a:defRPr/>
            </a:lvl1pPr>
          </a:lstStyle>
          <a:p>
            <a:pPr>
              <a:defRPr/>
            </a:pPr>
            <a:fld id="{40BC62CA-3136-4E7E-8BA6-C9CCA915BF09}" type="datetimeFigureOut">
              <a:rPr lang="en-US"/>
              <a:pPr>
                <a:defRPr/>
              </a:pPr>
              <a:t>9/21/2026</a:t>
            </a:fld>
            <a:endParaRPr lang="en-US"/>
          </a:p>
        </p:txBody>
      </p:sp>
      <p:sp>
        <p:nvSpPr>
          <p:cNvPr id="6" name="Footer Placeholder 5">
            <a:extLst>
              <a:ext uri="{FF2B5EF4-FFF2-40B4-BE49-F238E27FC236}">
                <a16:creationId xmlns:a16="http://schemas.microsoft.com/office/drawing/2014/main" id="{F9202E9F-3E91-3FF6-DFD0-CCFBA9609C4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2091A631-864F-3DE5-807C-C2D5BE73A379}"/>
              </a:ext>
            </a:extLst>
          </p:cNvPr>
          <p:cNvSpPr>
            <a:spLocks noGrp="1"/>
          </p:cNvSpPr>
          <p:nvPr>
            <p:ph type="sldNum" sz="quarter" idx="12"/>
          </p:nvPr>
        </p:nvSpPr>
        <p:spPr/>
        <p:txBody>
          <a:bodyPr/>
          <a:lstStyle>
            <a:lvl1pPr>
              <a:defRPr/>
            </a:lvl1pPr>
          </a:lstStyle>
          <a:p>
            <a:pPr>
              <a:defRPr/>
            </a:pPr>
            <a:fld id="{D557D406-DDC3-4AC3-9FC3-F0C4C0A09E6F}" type="slidenum">
              <a:rPr lang="en-US" altLang="en-US"/>
              <a:pPr>
                <a:defRPr/>
              </a:pPr>
              <a:t>‹#›</a:t>
            </a:fld>
            <a:endParaRPr lang="en-US" altLang="en-US"/>
          </a:p>
        </p:txBody>
      </p:sp>
    </p:spTree>
    <p:extLst>
      <p:ext uri="{BB962C8B-B14F-4D97-AF65-F5344CB8AC3E}">
        <p14:creationId xmlns:p14="http://schemas.microsoft.com/office/powerpoint/2010/main" val="751511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847CD2F-5034-9B55-93A1-19C299EA84DE}"/>
              </a:ext>
            </a:extLst>
          </p:cNvPr>
          <p:cNvSpPr>
            <a:spLocks noGrp="1"/>
          </p:cNvSpPr>
          <p:nvPr>
            <p:ph type="dt" sz="half" idx="10"/>
          </p:nvPr>
        </p:nvSpPr>
        <p:spPr/>
        <p:txBody>
          <a:bodyPr/>
          <a:lstStyle>
            <a:lvl1pPr>
              <a:defRPr/>
            </a:lvl1pPr>
          </a:lstStyle>
          <a:p>
            <a:pPr>
              <a:defRPr/>
            </a:pPr>
            <a:fld id="{B9FCCFC7-1FE0-45F5-803A-0F9B74332FA4}" type="datetimeFigureOut">
              <a:rPr lang="en-US"/>
              <a:pPr>
                <a:defRPr/>
              </a:pPr>
              <a:t>9/21/2026</a:t>
            </a:fld>
            <a:endParaRPr lang="en-US"/>
          </a:p>
        </p:txBody>
      </p:sp>
      <p:sp>
        <p:nvSpPr>
          <p:cNvPr id="8" name="Footer Placeholder 7">
            <a:extLst>
              <a:ext uri="{FF2B5EF4-FFF2-40B4-BE49-F238E27FC236}">
                <a16:creationId xmlns:a16="http://schemas.microsoft.com/office/drawing/2014/main" id="{D60F4EF1-D2E4-2373-5630-3B197D77613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557B80E3-1111-3525-9381-1110AC213358}"/>
              </a:ext>
            </a:extLst>
          </p:cNvPr>
          <p:cNvSpPr>
            <a:spLocks noGrp="1"/>
          </p:cNvSpPr>
          <p:nvPr>
            <p:ph type="sldNum" sz="quarter" idx="12"/>
          </p:nvPr>
        </p:nvSpPr>
        <p:spPr/>
        <p:txBody>
          <a:bodyPr/>
          <a:lstStyle>
            <a:lvl1pPr>
              <a:defRPr/>
            </a:lvl1pPr>
          </a:lstStyle>
          <a:p>
            <a:pPr>
              <a:defRPr/>
            </a:pPr>
            <a:fld id="{C94E0A33-CE02-44E5-AB46-BDBB18C3FC66}" type="slidenum">
              <a:rPr lang="en-US" altLang="en-US"/>
              <a:pPr>
                <a:defRPr/>
              </a:pPr>
              <a:t>‹#›</a:t>
            </a:fld>
            <a:endParaRPr lang="en-US" altLang="en-US"/>
          </a:p>
        </p:txBody>
      </p:sp>
    </p:spTree>
    <p:extLst>
      <p:ext uri="{BB962C8B-B14F-4D97-AF65-F5344CB8AC3E}">
        <p14:creationId xmlns:p14="http://schemas.microsoft.com/office/powerpoint/2010/main" val="1855362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31A3D23-44FA-924A-1BB7-F6EFE0C08F6B}"/>
              </a:ext>
            </a:extLst>
          </p:cNvPr>
          <p:cNvSpPr>
            <a:spLocks noGrp="1"/>
          </p:cNvSpPr>
          <p:nvPr>
            <p:ph type="dt" sz="half" idx="10"/>
          </p:nvPr>
        </p:nvSpPr>
        <p:spPr/>
        <p:txBody>
          <a:bodyPr/>
          <a:lstStyle>
            <a:lvl1pPr>
              <a:defRPr/>
            </a:lvl1pPr>
          </a:lstStyle>
          <a:p>
            <a:pPr>
              <a:defRPr/>
            </a:pPr>
            <a:fld id="{5ABCF246-8478-4217-8F12-19F73534F766}" type="datetimeFigureOut">
              <a:rPr lang="en-US"/>
              <a:pPr>
                <a:defRPr/>
              </a:pPr>
              <a:t>9/21/2026</a:t>
            </a:fld>
            <a:endParaRPr lang="en-US"/>
          </a:p>
        </p:txBody>
      </p:sp>
      <p:sp>
        <p:nvSpPr>
          <p:cNvPr id="4" name="Footer Placeholder 3">
            <a:extLst>
              <a:ext uri="{FF2B5EF4-FFF2-40B4-BE49-F238E27FC236}">
                <a16:creationId xmlns:a16="http://schemas.microsoft.com/office/drawing/2014/main" id="{6D76A0CD-DFDA-456B-0A20-CF8E3C4AA42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D67F578B-126A-6586-0D96-2B36AAFFB682}"/>
              </a:ext>
            </a:extLst>
          </p:cNvPr>
          <p:cNvSpPr>
            <a:spLocks noGrp="1"/>
          </p:cNvSpPr>
          <p:nvPr>
            <p:ph type="sldNum" sz="quarter" idx="12"/>
          </p:nvPr>
        </p:nvSpPr>
        <p:spPr/>
        <p:txBody>
          <a:bodyPr/>
          <a:lstStyle>
            <a:lvl1pPr>
              <a:defRPr/>
            </a:lvl1pPr>
          </a:lstStyle>
          <a:p>
            <a:pPr>
              <a:defRPr/>
            </a:pPr>
            <a:fld id="{5CA6275D-C756-4F35-A9C2-64979F285ADE}" type="slidenum">
              <a:rPr lang="en-US" altLang="en-US"/>
              <a:pPr>
                <a:defRPr/>
              </a:pPr>
              <a:t>‹#›</a:t>
            </a:fld>
            <a:endParaRPr lang="en-US" altLang="en-US"/>
          </a:p>
        </p:txBody>
      </p:sp>
    </p:spTree>
    <p:extLst>
      <p:ext uri="{BB962C8B-B14F-4D97-AF65-F5344CB8AC3E}">
        <p14:creationId xmlns:p14="http://schemas.microsoft.com/office/powerpoint/2010/main" val="1476706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DFCD49-D348-276C-00FC-031B8A177BBE}"/>
              </a:ext>
            </a:extLst>
          </p:cNvPr>
          <p:cNvSpPr>
            <a:spLocks noGrp="1"/>
          </p:cNvSpPr>
          <p:nvPr>
            <p:ph type="dt" sz="half" idx="10"/>
          </p:nvPr>
        </p:nvSpPr>
        <p:spPr/>
        <p:txBody>
          <a:bodyPr/>
          <a:lstStyle>
            <a:lvl1pPr>
              <a:defRPr/>
            </a:lvl1pPr>
          </a:lstStyle>
          <a:p>
            <a:pPr>
              <a:defRPr/>
            </a:pPr>
            <a:fld id="{CD254B7C-C3E1-443D-A1E0-EA423BBCA9C0}" type="datetimeFigureOut">
              <a:rPr lang="en-US"/>
              <a:pPr>
                <a:defRPr/>
              </a:pPr>
              <a:t>9/21/2026</a:t>
            </a:fld>
            <a:endParaRPr lang="en-US"/>
          </a:p>
        </p:txBody>
      </p:sp>
      <p:sp>
        <p:nvSpPr>
          <p:cNvPr id="3" name="Footer Placeholder 2">
            <a:extLst>
              <a:ext uri="{FF2B5EF4-FFF2-40B4-BE49-F238E27FC236}">
                <a16:creationId xmlns:a16="http://schemas.microsoft.com/office/drawing/2014/main" id="{B7AFA167-4720-0346-3824-CF1FB2BD712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5E96843A-8E21-9430-045B-B06D0E6E5D26}"/>
              </a:ext>
            </a:extLst>
          </p:cNvPr>
          <p:cNvSpPr>
            <a:spLocks noGrp="1"/>
          </p:cNvSpPr>
          <p:nvPr>
            <p:ph type="sldNum" sz="quarter" idx="12"/>
          </p:nvPr>
        </p:nvSpPr>
        <p:spPr/>
        <p:txBody>
          <a:bodyPr/>
          <a:lstStyle>
            <a:lvl1pPr>
              <a:defRPr/>
            </a:lvl1pPr>
          </a:lstStyle>
          <a:p>
            <a:pPr>
              <a:defRPr/>
            </a:pPr>
            <a:fld id="{F191C8D2-3E3D-47E2-8B3A-6530328F6796}" type="slidenum">
              <a:rPr lang="en-US" altLang="en-US"/>
              <a:pPr>
                <a:defRPr/>
              </a:pPr>
              <a:t>‹#›</a:t>
            </a:fld>
            <a:endParaRPr lang="en-US" altLang="en-US"/>
          </a:p>
        </p:txBody>
      </p:sp>
    </p:spTree>
    <p:extLst>
      <p:ext uri="{BB962C8B-B14F-4D97-AF65-F5344CB8AC3E}">
        <p14:creationId xmlns:p14="http://schemas.microsoft.com/office/powerpoint/2010/main" val="3903644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29EE58-70ED-1906-718B-11E7AB9965BF}"/>
              </a:ext>
            </a:extLst>
          </p:cNvPr>
          <p:cNvSpPr>
            <a:spLocks noGrp="1"/>
          </p:cNvSpPr>
          <p:nvPr>
            <p:ph type="dt" sz="half" idx="10"/>
          </p:nvPr>
        </p:nvSpPr>
        <p:spPr/>
        <p:txBody>
          <a:bodyPr/>
          <a:lstStyle>
            <a:lvl1pPr>
              <a:defRPr/>
            </a:lvl1pPr>
          </a:lstStyle>
          <a:p>
            <a:pPr>
              <a:defRPr/>
            </a:pPr>
            <a:fld id="{86A8449C-8642-43FA-BDBD-CBB8D05C35E7}" type="datetimeFigureOut">
              <a:rPr lang="en-US"/>
              <a:pPr>
                <a:defRPr/>
              </a:pPr>
              <a:t>9/21/2026</a:t>
            </a:fld>
            <a:endParaRPr lang="en-US"/>
          </a:p>
        </p:txBody>
      </p:sp>
      <p:sp>
        <p:nvSpPr>
          <p:cNvPr id="6" name="Footer Placeholder 5">
            <a:extLst>
              <a:ext uri="{FF2B5EF4-FFF2-40B4-BE49-F238E27FC236}">
                <a16:creationId xmlns:a16="http://schemas.microsoft.com/office/drawing/2014/main" id="{6C49BAE8-F955-B493-C5BC-280C9419ED4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6D55AED1-203B-387F-E56A-8F825EFDAE50}"/>
              </a:ext>
            </a:extLst>
          </p:cNvPr>
          <p:cNvSpPr>
            <a:spLocks noGrp="1"/>
          </p:cNvSpPr>
          <p:nvPr>
            <p:ph type="sldNum" sz="quarter" idx="12"/>
          </p:nvPr>
        </p:nvSpPr>
        <p:spPr/>
        <p:txBody>
          <a:bodyPr/>
          <a:lstStyle>
            <a:lvl1pPr>
              <a:defRPr/>
            </a:lvl1pPr>
          </a:lstStyle>
          <a:p>
            <a:pPr>
              <a:defRPr/>
            </a:pPr>
            <a:fld id="{041A86B6-A770-4300-BAFC-546B7D4BEC48}" type="slidenum">
              <a:rPr lang="en-US" altLang="en-US"/>
              <a:pPr>
                <a:defRPr/>
              </a:pPr>
              <a:t>‹#›</a:t>
            </a:fld>
            <a:endParaRPr lang="en-US" altLang="en-US"/>
          </a:p>
        </p:txBody>
      </p:sp>
    </p:spTree>
    <p:extLst>
      <p:ext uri="{BB962C8B-B14F-4D97-AF65-F5344CB8AC3E}">
        <p14:creationId xmlns:p14="http://schemas.microsoft.com/office/powerpoint/2010/main" val="2527874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354590-71AA-B00B-54F8-71345932DD53}"/>
              </a:ext>
            </a:extLst>
          </p:cNvPr>
          <p:cNvSpPr>
            <a:spLocks noGrp="1"/>
          </p:cNvSpPr>
          <p:nvPr>
            <p:ph type="dt" sz="half" idx="10"/>
          </p:nvPr>
        </p:nvSpPr>
        <p:spPr/>
        <p:txBody>
          <a:bodyPr/>
          <a:lstStyle>
            <a:lvl1pPr>
              <a:defRPr/>
            </a:lvl1pPr>
          </a:lstStyle>
          <a:p>
            <a:pPr>
              <a:defRPr/>
            </a:pPr>
            <a:fld id="{D1AF471A-FB6A-4F80-BAB6-26A79FD1D5D7}" type="datetimeFigureOut">
              <a:rPr lang="en-US"/>
              <a:pPr>
                <a:defRPr/>
              </a:pPr>
              <a:t>9/21/2026</a:t>
            </a:fld>
            <a:endParaRPr lang="en-US"/>
          </a:p>
        </p:txBody>
      </p:sp>
      <p:sp>
        <p:nvSpPr>
          <p:cNvPr id="6" name="Footer Placeholder 5">
            <a:extLst>
              <a:ext uri="{FF2B5EF4-FFF2-40B4-BE49-F238E27FC236}">
                <a16:creationId xmlns:a16="http://schemas.microsoft.com/office/drawing/2014/main" id="{D2267927-C4B6-27A4-423C-629B6DA890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CBE1ACE-6A71-3EF8-2D7A-523CB72E2D68}"/>
              </a:ext>
            </a:extLst>
          </p:cNvPr>
          <p:cNvSpPr>
            <a:spLocks noGrp="1"/>
          </p:cNvSpPr>
          <p:nvPr>
            <p:ph type="sldNum" sz="quarter" idx="12"/>
          </p:nvPr>
        </p:nvSpPr>
        <p:spPr/>
        <p:txBody>
          <a:bodyPr/>
          <a:lstStyle>
            <a:lvl1pPr>
              <a:defRPr/>
            </a:lvl1pPr>
          </a:lstStyle>
          <a:p>
            <a:pPr>
              <a:defRPr/>
            </a:pPr>
            <a:fld id="{3F7A8717-CCBE-4779-B890-EE123CFA5084}" type="slidenum">
              <a:rPr lang="en-US" altLang="en-US"/>
              <a:pPr>
                <a:defRPr/>
              </a:pPr>
              <a:t>‹#›</a:t>
            </a:fld>
            <a:endParaRPr lang="en-US" altLang="en-US"/>
          </a:p>
        </p:txBody>
      </p:sp>
    </p:spTree>
    <p:extLst>
      <p:ext uri="{BB962C8B-B14F-4D97-AF65-F5344CB8AC3E}">
        <p14:creationId xmlns:p14="http://schemas.microsoft.com/office/powerpoint/2010/main" val="227380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5F24508-F1C5-7D86-E8E3-97C7A779FD70}"/>
              </a:ext>
            </a:extLst>
          </p:cNvPr>
          <p:cNvSpPr>
            <a:spLocks noGrp="1"/>
          </p:cNvSpPr>
          <p:nvPr>
            <p:ph type="dt" sz="half" idx="10"/>
          </p:nvPr>
        </p:nvSpPr>
        <p:spPr/>
        <p:txBody>
          <a:bodyPr/>
          <a:lstStyle>
            <a:lvl1pPr>
              <a:defRPr/>
            </a:lvl1pPr>
          </a:lstStyle>
          <a:p>
            <a:pPr>
              <a:defRPr/>
            </a:pPr>
            <a:fld id="{E09E8724-B71B-48F1-AF1A-C0EB9C40D060}" type="datetimeFigureOut">
              <a:rPr lang="en-US"/>
              <a:pPr>
                <a:defRPr/>
              </a:pPr>
              <a:t>9/21/2026</a:t>
            </a:fld>
            <a:endParaRPr lang="en-US"/>
          </a:p>
        </p:txBody>
      </p:sp>
      <p:sp>
        <p:nvSpPr>
          <p:cNvPr id="5" name="Footer Placeholder 4">
            <a:extLst>
              <a:ext uri="{FF2B5EF4-FFF2-40B4-BE49-F238E27FC236}">
                <a16:creationId xmlns:a16="http://schemas.microsoft.com/office/drawing/2014/main" id="{D1B6FF8D-9C02-493B-5718-78BA6D456D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969BE68-64CF-F866-5ACE-032E91B14441}"/>
              </a:ext>
            </a:extLst>
          </p:cNvPr>
          <p:cNvSpPr>
            <a:spLocks noGrp="1"/>
          </p:cNvSpPr>
          <p:nvPr>
            <p:ph type="sldNum" sz="quarter" idx="12"/>
          </p:nvPr>
        </p:nvSpPr>
        <p:spPr/>
        <p:txBody>
          <a:bodyPr/>
          <a:lstStyle>
            <a:lvl1pPr>
              <a:defRPr/>
            </a:lvl1pPr>
          </a:lstStyle>
          <a:p>
            <a:pPr>
              <a:defRPr/>
            </a:pPr>
            <a:fld id="{5721416D-CEC1-4061-9360-9A68142DFB0E}" type="slidenum">
              <a:rPr lang="en-US" altLang="en-US"/>
              <a:pPr>
                <a:defRPr/>
              </a:pPr>
              <a:t>‹#›</a:t>
            </a:fld>
            <a:endParaRPr lang="en-US" altLang="en-US"/>
          </a:p>
        </p:txBody>
      </p:sp>
    </p:spTree>
    <p:extLst>
      <p:ext uri="{BB962C8B-B14F-4D97-AF65-F5344CB8AC3E}">
        <p14:creationId xmlns:p14="http://schemas.microsoft.com/office/powerpoint/2010/main" val="714146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3F79A50-5279-7F6D-B1B2-13FAAF2E3DA5}"/>
              </a:ext>
            </a:extLst>
          </p:cNvPr>
          <p:cNvSpPr>
            <a:spLocks noGrp="1"/>
          </p:cNvSpPr>
          <p:nvPr>
            <p:ph type="dt" sz="half" idx="10"/>
          </p:nvPr>
        </p:nvSpPr>
        <p:spPr/>
        <p:txBody>
          <a:bodyPr/>
          <a:lstStyle>
            <a:lvl1pPr>
              <a:defRPr/>
            </a:lvl1pPr>
          </a:lstStyle>
          <a:p>
            <a:pPr>
              <a:defRPr/>
            </a:pPr>
            <a:fld id="{19F9045E-3F4C-4AE0-A3B9-06E5E76038A0}" type="datetimeFigureOut">
              <a:rPr lang="en-US"/>
              <a:pPr>
                <a:defRPr/>
              </a:pPr>
              <a:t>9/21/2026</a:t>
            </a:fld>
            <a:endParaRPr lang="en-US"/>
          </a:p>
        </p:txBody>
      </p:sp>
      <p:sp>
        <p:nvSpPr>
          <p:cNvPr id="5" name="Footer Placeholder 4">
            <a:extLst>
              <a:ext uri="{FF2B5EF4-FFF2-40B4-BE49-F238E27FC236}">
                <a16:creationId xmlns:a16="http://schemas.microsoft.com/office/drawing/2014/main" id="{D7A07C41-3717-C646-8888-82A2DFB52B0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7C07563-869E-9BBA-19E4-2FF69D20A022}"/>
              </a:ext>
            </a:extLst>
          </p:cNvPr>
          <p:cNvSpPr>
            <a:spLocks noGrp="1"/>
          </p:cNvSpPr>
          <p:nvPr>
            <p:ph type="sldNum" sz="quarter" idx="12"/>
          </p:nvPr>
        </p:nvSpPr>
        <p:spPr/>
        <p:txBody>
          <a:bodyPr/>
          <a:lstStyle>
            <a:lvl1pPr>
              <a:defRPr/>
            </a:lvl1pPr>
          </a:lstStyle>
          <a:p>
            <a:pPr>
              <a:defRPr/>
            </a:pPr>
            <a:fld id="{2B6E736A-9D02-4A72-80AB-097549869CF9}" type="slidenum">
              <a:rPr lang="en-US" altLang="en-US"/>
              <a:pPr>
                <a:defRPr/>
              </a:pPr>
              <a:t>‹#›</a:t>
            </a:fld>
            <a:endParaRPr lang="en-US" altLang="en-US"/>
          </a:p>
        </p:txBody>
      </p:sp>
    </p:spTree>
    <p:extLst>
      <p:ext uri="{BB962C8B-B14F-4D97-AF65-F5344CB8AC3E}">
        <p14:creationId xmlns:p14="http://schemas.microsoft.com/office/powerpoint/2010/main" val="58097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09/21/2026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136360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vox double dec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37C4F-B92E-1E2D-D640-6453A375F4B5}"/>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872EE1D6-E875-BC73-C0F1-ACBBEB438BBD}"/>
              </a:ext>
            </a:extLst>
          </p:cNvPr>
          <p:cNvSpPr>
            <a:spLocks noGrp="1"/>
          </p:cNvSpPr>
          <p:nvPr>
            <p:ph type="dt" sz="half" idx="10"/>
          </p:nvPr>
        </p:nvSpPr>
        <p:spPr/>
        <p:txBody>
          <a:bodyPr/>
          <a:lstStyle/>
          <a:p>
            <a:fld id="{1663657D-8E22-4681-BD7E-16E8F6F56673}" type="datetimeFigureOut">
              <a:rPr lang="en-FI" smtClean="0"/>
              <a:t>09/21/2026</a:t>
            </a:fld>
            <a:endParaRPr lang="en-FI"/>
          </a:p>
        </p:txBody>
      </p:sp>
      <p:sp>
        <p:nvSpPr>
          <p:cNvPr id="4" name="Footer Placeholder 3">
            <a:extLst>
              <a:ext uri="{FF2B5EF4-FFF2-40B4-BE49-F238E27FC236}">
                <a16:creationId xmlns:a16="http://schemas.microsoft.com/office/drawing/2014/main" id="{E904571B-68EF-9D7B-0A35-F71996C84128}"/>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1BE06B6A-CB89-EBFF-94F3-3663DAF52C98}"/>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46DA7FF6-8C19-BA4D-02FE-C99E3C5CBD78}"/>
              </a:ext>
            </a:extLst>
          </p:cNvPr>
          <p:cNvSpPr>
            <a:spLocks noGrp="1"/>
          </p:cNvSpPr>
          <p:nvPr>
            <p:ph sz="quarter" idx="13"/>
          </p:nvPr>
        </p:nvSpPr>
        <p:spPr>
          <a:xfrm>
            <a:off x="628650" y="1838325"/>
            <a:ext cx="3867150" cy="4398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9" name="Content Placeholder 8">
            <a:extLst>
              <a:ext uri="{FF2B5EF4-FFF2-40B4-BE49-F238E27FC236}">
                <a16:creationId xmlns:a16="http://schemas.microsoft.com/office/drawing/2014/main" id="{9A01FD0F-07FA-89FA-36B2-E925D1119362}"/>
              </a:ext>
            </a:extLst>
          </p:cNvPr>
          <p:cNvSpPr>
            <a:spLocks noGrp="1"/>
          </p:cNvSpPr>
          <p:nvPr>
            <p:ph sz="quarter" idx="14"/>
          </p:nvPr>
        </p:nvSpPr>
        <p:spPr>
          <a:xfrm>
            <a:off x="4648200" y="1828801"/>
            <a:ext cx="3867150" cy="4398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2981765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031">
            <a:extLst>
              <a:ext uri="{FF2B5EF4-FFF2-40B4-BE49-F238E27FC236}">
                <a16:creationId xmlns:a16="http://schemas.microsoft.com/office/drawing/2014/main" id="{7C32C42F-2ED3-3908-4470-F11FFF29B4AD}"/>
              </a:ext>
            </a:extLst>
          </p:cNvPr>
          <p:cNvSpPr>
            <a:spLocks noChangeArrowheads="1"/>
          </p:cNvSpPr>
          <p:nvPr/>
        </p:nvSpPr>
        <p:spPr bwMode="auto">
          <a:xfrm>
            <a:off x="-79375" y="3200400"/>
            <a:ext cx="9223375" cy="3657600"/>
          </a:xfrm>
          <a:prstGeom prst="rect">
            <a:avLst/>
          </a:prstGeom>
          <a:gradFill rotWithShape="0">
            <a:gsLst>
              <a:gs pos="0">
                <a:srgbClr val="014359"/>
              </a:gs>
              <a:gs pos="100000">
                <a:srgbClr val="007275"/>
              </a:gs>
            </a:gsLst>
            <a:lin ang="5400000" scaled="1"/>
          </a:gradFill>
          <a:ln>
            <a:noFill/>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defRPr/>
            </a:pPr>
            <a:endParaRPr lang="en-US" altLang="en-US"/>
          </a:p>
        </p:txBody>
      </p:sp>
      <p:sp>
        <p:nvSpPr>
          <p:cNvPr id="3" name="Rectangle 1032">
            <a:extLst>
              <a:ext uri="{FF2B5EF4-FFF2-40B4-BE49-F238E27FC236}">
                <a16:creationId xmlns:a16="http://schemas.microsoft.com/office/drawing/2014/main" id="{4F6543EF-17E6-681C-97FF-DBD2B72DE826}"/>
              </a:ext>
            </a:extLst>
          </p:cNvPr>
          <p:cNvSpPr>
            <a:spLocks noChangeArrowheads="1"/>
          </p:cNvSpPr>
          <p:nvPr/>
        </p:nvSpPr>
        <p:spPr bwMode="auto">
          <a:xfrm>
            <a:off x="-79375" y="0"/>
            <a:ext cx="9223375" cy="3276600"/>
          </a:xfrm>
          <a:prstGeom prst="rect">
            <a:avLst/>
          </a:prstGeom>
          <a:solidFill>
            <a:srgbClr val="014359"/>
          </a:solidFill>
          <a:ln>
            <a:noFill/>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defRPr/>
            </a:pPr>
            <a:endParaRPr lang="en-US" altLang="en-US" sz="2400">
              <a:latin typeface="Arial" panose="020B0604020202020204" pitchFamily="34" charset="0"/>
            </a:endParaRPr>
          </a:p>
        </p:txBody>
      </p:sp>
      <p:pic>
        <p:nvPicPr>
          <p:cNvPr id="4" name="Picture 1038" descr="electronics">
            <a:extLst>
              <a:ext uri="{FF2B5EF4-FFF2-40B4-BE49-F238E27FC236}">
                <a16:creationId xmlns:a16="http://schemas.microsoft.com/office/drawing/2014/main" id="{C36D761F-97C2-B62C-7DF3-E6CCB46A4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381000"/>
            <a:ext cx="2771775"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1026"/>
          <p:cNvSpPr>
            <a:spLocks noGrp="1" noChangeArrowheads="1"/>
          </p:cNvSpPr>
          <p:nvPr>
            <p:ph type="ctrTitle"/>
          </p:nvPr>
        </p:nvSpPr>
        <p:spPr>
          <a:xfrm>
            <a:off x="323850" y="1700213"/>
            <a:ext cx="8496300" cy="2160587"/>
          </a:xfrm>
        </p:spPr>
        <p:txBody>
          <a:bodyPr lIns="91440"/>
          <a:lstStyle>
            <a:lvl1pPr>
              <a:defRPr sz="7500">
                <a:solidFill>
                  <a:schemeClr val="bg1"/>
                </a:solidFill>
              </a:defRPr>
            </a:lvl1pPr>
          </a:lstStyle>
          <a:p>
            <a:pPr lvl="0"/>
            <a:r>
              <a:rPr lang="en-GB" noProof="0"/>
              <a:t>Click to edit Master title style</a:t>
            </a:r>
          </a:p>
        </p:txBody>
      </p:sp>
      <p:sp>
        <p:nvSpPr>
          <p:cNvPr id="10243" name="Rectangle 1027"/>
          <p:cNvSpPr>
            <a:spLocks noGrp="1" noChangeArrowheads="1"/>
          </p:cNvSpPr>
          <p:nvPr>
            <p:ph type="subTitle" idx="1"/>
          </p:nvPr>
        </p:nvSpPr>
        <p:spPr>
          <a:xfrm>
            <a:off x="323850" y="3933825"/>
            <a:ext cx="8496300" cy="1752600"/>
          </a:xfrm>
        </p:spPr>
        <p:txBody>
          <a:bodyPr lIns="91440"/>
          <a:lstStyle>
            <a:lvl1pPr marL="0" indent="0">
              <a:buFontTx/>
              <a:buNone/>
              <a:defRPr sz="3500">
                <a:solidFill>
                  <a:schemeClr val="accent1"/>
                </a:solidFill>
              </a:defRPr>
            </a:lvl1pPr>
          </a:lstStyle>
          <a:p>
            <a:pPr lvl="0"/>
            <a:r>
              <a:rPr lang="en-GB" noProof="0"/>
              <a:t>Click to edit Master subtitle style</a:t>
            </a:r>
          </a:p>
        </p:txBody>
      </p:sp>
      <p:sp>
        <p:nvSpPr>
          <p:cNvPr id="5" name="Rectangle 1030">
            <a:extLst>
              <a:ext uri="{FF2B5EF4-FFF2-40B4-BE49-F238E27FC236}">
                <a16:creationId xmlns:a16="http://schemas.microsoft.com/office/drawing/2014/main" id="{FA80D65F-6D83-1934-B83F-6B97D014A4C1}"/>
              </a:ext>
            </a:extLst>
          </p:cNvPr>
          <p:cNvSpPr>
            <a:spLocks noGrp="1" noChangeArrowheads="1"/>
          </p:cNvSpPr>
          <p:nvPr>
            <p:ph type="sldNum" sz="quarter" idx="10"/>
          </p:nvPr>
        </p:nvSpPr>
        <p:spPr>
          <a:xfrm>
            <a:off x="6553200" y="6245225"/>
            <a:ext cx="2133600" cy="476250"/>
          </a:xfrm>
        </p:spPr>
        <p:txBody>
          <a:bodyPr rIns="91440"/>
          <a:lstStyle>
            <a:lvl1pPr>
              <a:defRPr smtClean="0">
                <a:latin typeface="Arial" panose="020B0604020202020204" pitchFamily="34" charset="0"/>
              </a:defRPr>
            </a:lvl1pPr>
          </a:lstStyle>
          <a:p>
            <a:pPr>
              <a:defRPr/>
            </a:pPr>
            <a:fld id="{37D1625A-16E8-4BF7-A980-BF363791B3CA}" type="slidenum">
              <a:rPr lang="en-GB" altLang="en-US"/>
              <a:pPr>
                <a:defRPr/>
              </a:pPr>
              <a:t>‹#›</a:t>
            </a:fld>
            <a:endParaRPr lang="en-GB" altLang="en-US"/>
          </a:p>
        </p:txBody>
      </p:sp>
    </p:spTree>
    <p:extLst>
      <p:ext uri="{BB962C8B-B14F-4D97-AF65-F5344CB8AC3E}">
        <p14:creationId xmlns:p14="http://schemas.microsoft.com/office/powerpoint/2010/main" val="2018564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C2486FCE-A968-B781-1B08-43093553C16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68528BB-A3FE-9D3E-AC19-C5187305FD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29134A2-6527-D247-F87A-7EEAE13F9884}"/>
              </a:ext>
            </a:extLst>
          </p:cNvPr>
          <p:cNvSpPr>
            <a:spLocks noGrp="1" noChangeArrowheads="1"/>
          </p:cNvSpPr>
          <p:nvPr>
            <p:ph type="sldNum" sz="quarter" idx="12"/>
          </p:nvPr>
        </p:nvSpPr>
        <p:spPr>
          <a:ln/>
        </p:spPr>
        <p:txBody>
          <a:bodyPr/>
          <a:lstStyle>
            <a:lvl1pPr>
              <a:defRPr/>
            </a:lvl1pPr>
          </a:lstStyle>
          <a:p>
            <a:pPr>
              <a:defRPr/>
            </a:pPr>
            <a:fld id="{7F93F356-6B15-41C5-A869-0AD19EE6C84C}" type="slidenum">
              <a:rPr lang="en-GB" altLang="en-US"/>
              <a:pPr>
                <a:defRPr/>
              </a:pPr>
              <a:t>‹#›</a:t>
            </a:fld>
            <a:endParaRPr lang="en-GB" altLang="en-US"/>
          </a:p>
        </p:txBody>
      </p:sp>
    </p:spTree>
    <p:extLst>
      <p:ext uri="{BB962C8B-B14F-4D97-AF65-F5344CB8AC3E}">
        <p14:creationId xmlns:p14="http://schemas.microsoft.com/office/powerpoint/2010/main" val="1293120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F111F50-47F8-2E9E-4B62-0EA6527A70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328342-A284-D4BD-8954-48FA4C027E8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A77E618-592A-E2F4-B020-EE88C2A022D2}"/>
              </a:ext>
            </a:extLst>
          </p:cNvPr>
          <p:cNvSpPr>
            <a:spLocks noGrp="1" noChangeArrowheads="1"/>
          </p:cNvSpPr>
          <p:nvPr>
            <p:ph type="sldNum" sz="quarter" idx="12"/>
          </p:nvPr>
        </p:nvSpPr>
        <p:spPr>
          <a:ln/>
        </p:spPr>
        <p:txBody>
          <a:bodyPr/>
          <a:lstStyle>
            <a:lvl1pPr>
              <a:defRPr/>
            </a:lvl1pPr>
          </a:lstStyle>
          <a:p>
            <a:pPr>
              <a:defRPr/>
            </a:pPr>
            <a:fld id="{0385256C-CAA7-4F3D-8898-A3A41F27D0B2}" type="slidenum">
              <a:rPr lang="en-GB" altLang="en-US"/>
              <a:pPr>
                <a:defRPr/>
              </a:pPr>
              <a:t>‹#›</a:t>
            </a:fld>
            <a:endParaRPr lang="en-GB" altLang="en-US"/>
          </a:p>
        </p:txBody>
      </p:sp>
    </p:spTree>
    <p:extLst>
      <p:ext uri="{BB962C8B-B14F-4D97-AF65-F5344CB8AC3E}">
        <p14:creationId xmlns:p14="http://schemas.microsoft.com/office/powerpoint/2010/main" val="481458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23850" y="1700213"/>
            <a:ext cx="41719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700213"/>
            <a:ext cx="41719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B3ED7C63-DB6F-65D7-FF67-C22DE0D059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5D55712-BAD8-8FFB-41B9-D75397A122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4A65935-09C6-717D-9F3D-1298D2154638}"/>
              </a:ext>
            </a:extLst>
          </p:cNvPr>
          <p:cNvSpPr>
            <a:spLocks noGrp="1" noChangeArrowheads="1"/>
          </p:cNvSpPr>
          <p:nvPr>
            <p:ph type="sldNum" sz="quarter" idx="12"/>
          </p:nvPr>
        </p:nvSpPr>
        <p:spPr>
          <a:ln/>
        </p:spPr>
        <p:txBody>
          <a:bodyPr/>
          <a:lstStyle>
            <a:lvl1pPr>
              <a:defRPr/>
            </a:lvl1pPr>
          </a:lstStyle>
          <a:p>
            <a:pPr>
              <a:defRPr/>
            </a:pPr>
            <a:fld id="{92FA3B12-08B5-41B8-983C-AFB644878963}" type="slidenum">
              <a:rPr lang="en-GB" altLang="en-US"/>
              <a:pPr>
                <a:defRPr/>
              </a:pPr>
              <a:t>‹#›</a:t>
            </a:fld>
            <a:endParaRPr lang="en-GB" altLang="en-US"/>
          </a:p>
        </p:txBody>
      </p:sp>
    </p:spTree>
    <p:extLst>
      <p:ext uri="{BB962C8B-B14F-4D97-AF65-F5344CB8AC3E}">
        <p14:creationId xmlns:p14="http://schemas.microsoft.com/office/powerpoint/2010/main" val="2343496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3F750743-50A8-5EA9-EA2C-D931DFFDD14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32D3207-67A0-F9EA-A3BB-F3DFF54373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D016921-69D6-36E1-B52B-D0388CB8870E}"/>
              </a:ext>
            </a:extLst>
          </p:cNvPr>
          <p:cNvSpPr>
            <a:spLocks noGrp="1" noChangeArrowheads="1"/>
          </p:cNvSpPr>
          <p:nvPr>
            <p:ph type="sldNum" sz="quarter" idx="12"/>
          </p:nvPr>
        </p:nvSpPr>
        <p:spPr>
          <a:ln/>
        </p:spPr>
        <p:txBody>
          <a:bodyPr/>
          <a:lstStyle>
            <a:lvl1pPr>
              <a:defRPr/>
            </a:lvl1pPr>
          </a:lstStyle>
          <a:p>
            <a:pPr>
              <a:defRPr/>
            </a:pPr>
            <a:fld id="{CC736A60-2017-4546-86A5-B1326C6539A7}" type="slidenum">
              <a:rPr lang="en-GB" altLang="en-US"/>
              <a:pPr>
                <a:defRPr/>
              </a:pPr>
              <a:t>‹#›</a:t>
            </a:fld>
            <a:endParaRPr lang="en-GB" altLang="en-US"/>
          </a:p>
        </p:txBody>
      </p:sp>
    </p:spTree>
    <p:extLst>
      <p:ext uri="{BB962C8B-B14F-4D97-AF65-F5344CB8AC3E}">
        <p14:creationId xmlns:p14="http://schemas.microsoft.com/office/powerpoint/2010/main" val="14080695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BFC40C8F-4BAD-4593-8C7F-D1A56A5EF0E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F7E6086-5D9C-2E32-ABC3-64AF6F484D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2DC49A1-C221-CF02-6CBE-73ACD59DC739}"/>
              </a:ext>
            </a:extLst>
          </p:cNvPr>
          <p:cNvSpPr>
            <a:spLocks noGrp="1" noChangeArrowheads="1"/>
          </p:cNvSpPr>
          <p:nvPr>
            <p:ph type="sldNum" sz="quarter" idx="12"/>
          </p:nvPr>
        </p:nvSpPr>
        <p:spPr>
          <a:ln/>
        </p:spPr>
        <p:txBody>
          <a:bodyPr/>
          <a:lstStyle>
            <a:lvl1pPr>
              <a:defRPr/>
            </a:lvl1pPr>
          </a:lstStyle>
          <a:p>
            <a:pPr>
              <a:defRPr/>
            </a:pPr>
            <a:fld id="{A2AFC096-95B5-445B-9549-378F2F23CAF5}" type="slidenum">
              <a:rPr lang="en-GB" altLang="en-US"/>
              <a:pPr>
                <a:defRPr/>
              </a:pPr>
              <a:t>‹#›</a:t>
            </a:fld>
            <a:endParaRPr lang="en-GB" altLang="en-US"/>
          </a:p>
        </p:txBody>
      </p:sp>
    </p:spTree>
    <p:extLst>
      <p:ext uri="{BB962C8B-B14F-4D97-AF65-F5344CB8AC3E}">
        <p14:creationId xmlns:p14="http://schemas.microsoft.com/office/powerpoint/2010/main" val="19406807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5C4FBC0-D47C-766F-8F05-87E16F25742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DFC4EEE-5997-4C12-F8A4-C140433C1DB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F4331FE0-5E46-DFA4-B1DA-B1CEFBEC2E0F}"/>
              </a:ext>
            </a:extLst>
          </p:cNvPr>
          <p:cNvSpPr>
            <a:spLocks noGrp="1" noChangeArrowheads="1"/>
          </p:cNvSpPr>
          <p:nvPr>
            <p:ph type="sldNum" sz="quarter" idx="12"/>
          </p:nvPr>
        </p:nvSpPr>
        <p:spPr>
          <a:ln/>
        </p:spPr>
        <p:txBody>
          <a:bodyPr/>
          <a:lstStyle>
            <a:lvl1pPr>
              <a:defRPr/>
            </a:lvl1pPr>
          </a:lstStyle>
          <a:p>
            <a:pPr>
              <a:defRPr/>
            </a:pPr>
            <a:fld id="{0DD5198F-B50A-4C6A-99A6-AB7B21712DE0}" type="slidenum">
              <a:rPr lang="en-GB" altLang="en-US"/>
              <a:pPr>
                <a:defRPr/>
              </a:pPr>
              <a:t>‹#›</a:t>
            </a:fld>
            <a:endParaRPr lang="en-GB" altLang="en-US"/>
          </a:p>
        </p:txBody>
      </p:sp>
    </p:spTree>
    <p:extLst>
      <p:ext uri="{BB962C8B-B14F-4D97-AF65-F5344CB8AC3E}">
        <p14:creationId xmlns:p14="http://schemas.microsoft.com/office/powerpoint/2010/main" val="930936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1AB8070-0527-31A8-C737-8088B2C7CC3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91E46B9-CA5A-CA58-A686-828FE51C5C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DB53267-1F43-7315-3F59-9F74AF2DA0FB}"/>
              </a:ext>
            </a:extLst>
          </p:cNvPr>
          <p:cNvSpPr>
            <a:spLocks noGrp="1" noChangeArrowheads="1"/>
          </p:cNvSpPr>
          <p:nvPr>
            <p:ph type="sldNum" sz="quarter" idx="12"/>
          </p:nvPr>
        </p:nvSpPr>
        <p:spPr>
          <a:ln/>
        </p:spPr>
        <p:txBody>
          <a:bodyPr/>
          <a:lstStyle>
            <a:lvl1pPr>
              <a:defRPr/>
            </a:lvl1pPr>
          </a:lstStyle>
          <a:p>
            <a:pPr>
              <a:defRPr/>
            </a:pPr>
            <a:fld id="{779BB928-253E-47C4-BF6E-AA3B8A90E5A0}" type="slidenum">
              <a:rPr lang="en-GB" altLang="en-US"/>
              <a:pPr>
                <a:defRPr/>
              </a:pPr>
              <a:t>‹#›</a:t>
            </a:fld>
            <a:endParaRPr lang="en-GB" altLang="en-US"/>
          </a:p>
        </p:txBody>
      </p:sp>
    </p:spTree>
    <p:extLst>
      <p:ext uri="{BB962C8B-B14F-4D97-AF65-F5344CB8AC3E}">
        <p14:creationId xmlns:p14="http://schemas.microsoft.com/office/powerpoint/2010/main" val="28619665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C319086-D4C4-77C0-A37D-F7AD9CF464F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35FA924-AF6C-B0A1-EEC6-E4D4189492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B4C5625-BF5C-2968-EFE4-42BA9B28891A}"/>
              </a:ext>
            </a:extLst>
          </p:cNvPr>
          <p:cNvSpPr>
            <a:spLocks noGrp="1" noChangeArrowheads="1"/>
          </p:cNvSpPr>
          <p:nvPr>
            <p:ph type="sldNum" sz="quarter" idx="12"/>
          </p:nvPr>
        </p:nvSpPr>
        <p:spPr>
          <a:ln/>
        </p:spPr>
        <p:txBody>
          <a:bodyPr/>
          <a:lstStyle>
            <a:lvl1pPr>
              <a:defRPr/>
            </a:lvl1pPr>
          </a:lstStyle>
          <a:p>
            <a:pPr>
              <a:defRPr/>
            </a:pPr>
            <a:fld id="{9C368FB2-4017-4913-BEC4-7874B38FFF9D}" type="slidenum">
              <a:rPr lang="en-GB" altLang="en-US"/>
              <a:pPr>
                <a:defRPr/>
              </a:pPr>
              <a:t>‹#›</a:t>
            </a:fld>
            <a:endParaRPr lang="en-GB" altLang="en-US"/>
          </a:p>
        </p:txBody>
      </p:sp>
    </p:spTree>
    <p:extLst>
      <p:ext uri="{BB962C8B-B14F-4D97-AF65-F5344CB8AC3E}">
        <p14:creationId xmlns:p14="http://schemas.microsoft.com/office/powerpoint/2010/main" val="27438251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8A4A5CAC-8A60-BC14-6449-9EF601D1FBA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F9B1FCD-254A-FC4D-5A19-3AB3ACEA41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A536389-896E-5687-3E14-B44C73C8CD58}"/>
              </a:ext>
            </a:extLst>
          </p:cNvPr>
          <p:cNvSpPr>
            <a:spLocks noGrp="1" noChangeArrowheads="1"/>
          </p:cNvSpPr>
          <p:nvPr>
            <p:ph type="sldNum" sz="quarter" idx="12"/>
          </p:nvPr>
        </p:nvSpPr>
        <p:spPr>
          <a:ln/>
        </p:spPr>
        <p:txBody>
          <a:bodyPr/>
          <a:lstStyle>
            <a:lvl1pPr>
              <a:defRPr/>
            </a:lvl1pPr>
          </a:lstStyle>
          <a:p>
            <a:pPr>
              <a:defRPr/>
            </a:pPr>
            <a:fld id="{ACE8CFB7-D998-4D7D-A66B-BECE6F104FCB}" type="slidenum">
              <a:rPr lang="en-GB" altLang="en-US"/>
              <a:pPr>
                <a:defRPr/>
              </a:pPr>
              <a:t>‹#›</a:t>
            </a:fld>
            <a:endParaRPr lang="en-GB" altLang="en-US"/>
          </a:p>
        </p:txBody>
      </p:sp>
    </p:spTree>
    <p:extLst>
      <p:ext uri="{BB962C8B-B14F-4D97-AF65-F5344CB8AC3E}">
        <p14:creationId xmlns:p14="http://schemas.microsoft.com/office/powerpoint/2010/main" val="3178248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6075" y="908050"/>
            <a:ext cx="2124075" cy="49069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3850" y="908050"/>
            <a:ext cx="6219825" cy="4906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81647F3-74F3-3843-BF1B-DC01F1DC068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87FD87-885B-5362-F018-1216046E98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6BBECD5-E916-85DF-BD32-7B76C00BFA54}"/>
              </a:ext>
            </a:extLst>
          </p:cNvPr>
          <p:cNvSpPr>
            <a:spLocks noGrp="1" noChangeArrowheads="1"/>
          </p:cNvSpPr>
          <p:nvPr>
            <p:ph type="sldNum" sz="quarter" idx="12"/>
          </p:nvPr>
        </p:nvSpPr>
        <p:spPr>
          <a:ln/>
        </p:spPr>
        <p:txBody>
          <a:bodyPr/>
          <a:lstStyle>
            <a:lvl1pPr>
              <a:defRPr/>
            </a:lvl1pPr>
          </a:lstStyle>
          <a:p>
            <a:pPr>
              <a:defRPr/>
            </a:pPr>
            <a:fld id="{3A671C1D-2B68-4CDF-9980-4FC0C584F034}" type="slidenum">
              <a:rPr lang="en-GB" altLang="en-US"/>
              <a:pPr>
                <a:defRPr/>
              </a:pPr>
              <a:t>‹#›</a:t>
            </a:fld>
            <a:endParaRPr lang="en-GB" altLang="en-US"/>
          </a:p>
        </p:txBody>
      </p:sp>
    </p:spTree>
    <p:extLst>
      <p:ext uri="{BB962C8B-B14F-4D97-AF65-F5344CB8AC3E}">
        <p14:creationId xmlns:p14="http://schemas.microsoft.com/office/powerpoint/2010/main" val="2696678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23850" y="908050"/>
            <a:ext cx="8496300" cy="649288"/>
          </a:xfrm>
        </p:spPr>
        <p:txBody>
          <a:bodyPr/>
          <a:lstStyle/>
          <a:p>
            <a:r>
              <a:rPr lang="en-US"/>
              <a:t>Click to edit Master title style</a:t>
            </a:r>
            <a:endParaRPr lang="en-GB"/>
          </a:p>
        </p:txBody>
      </p:sp>
      <p:sp>
        <p:nvSpPr>
          <p:cNvPr id="3" name="Table Placeholder 2"/>
          <p:cNvSpPr>
            <a:spLocks noGrp="1"/>
          </p:cNvSpPr>
          <p:nvPr>
            <p:ph type="tbl" idx="1"/>
          </p:nvPr>
        </p:nvSpPr>
        <p:spPr>
          <a:xfrm>
            <a:off x="323850" y="1700213"/>
            <a:ext cx="8496300" cy="4114800"/>
          </a:xfrm>
        </p:spPr>
        <p:txBody>
          <a:bodyPr/>
          <a:lstStyle/>
          <a:p>
            <a:pPr lvl="0"/>
            <a:endParaRPr lang="en-GB" noProof="0"/>
          </a:p>
        </p:txBody>
      </p:sp>
      <p:sp>
        <p:nvSpPr>
          <p:cNvPr id="4" name="Rectangle 4">
            <a:extLst>
              <a:ext uri="{FF2B5EF4-FFF2-40B4-BE49-F238E27FC236}">
                <a16:creationId xmlns:a16="http://schemas.microsoft.com/office/drawing/2014/main" id="{98863CA6-D5E2-490D-0028-66C91352D70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05CA777-62E6-18D1-4344-7F70901246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FDF0447-030E-B1BF-DD73-8E4481B20B40}"/>
              </a:ext>
            </a:extLst>
          </p:cNvPr>
          <p:cNvSpPr>
            <a:spLocks noGrp="1" noChangeArrowheads="1"/>
          </p:cNvSpPr>
          <p:nvPr>
            <p:ph type="sldNum" sz="quarter" idx="12"/>
          </p:nvPr>
        </p:nvSpPr>
        <p:spPr>
          <a:ln/>
        </p:spPr>
        <p:txBody>
          <a:bodyPr/>
          <a:lstStyle>
            <a:lvl1pPr>
              <a:defRPr/>
            </a:lvl1pPr>
          </a:lstStyle>
          <a:p>
            <a:pPr>
              <a:defRPr/>
            </a:pPr>
            <a:fld id="{E1940B11-6BBC-475C-BEFC-2774A5A27C44}" type="slidenum">
              <a:rPr lang="en-GB" altLang="en-US"/>
              <a:pPr>
                <a:defRPr/>
              </a:pPr>
              <a:t>‹#›</a:t>
            </a:fld>
            <a:endParaRPr lang="en-GB" altLang="en-US"/>
          </a:p>
        </p:txBody>
      </p:sp>
    </p:spTree>
    <p:extLst>
      <p:ext uri="{BB962C8B-B14F-4D97-AF65-F5344CB8AC3E}">
        <p14:creationId xmlns:p14="http://schemas.microsoft.com/office/powerpoint/2010/main" val="8776701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3852909B-09F8-4BD5-AF55-A665955BBD60}" type="datetimeFigureOut">
              <a:rPr lang="en-US" dirty="0"/>
              <a:t>9/21/2026</a:t>
            </a:fld>
            <a:endParaRPr lang="en-US" dirty="0"/>
          </a:p>
        </p:txBody>
      </p:sp>
      <p:sp>
        <p:nvSpPr>
          <p:cNvPr id="5" name="Footer Placeholder 4"/>
          <p:cNvSpPr>
            <a:spLocks noGrp="1"/>
          </p:cNvSpPr>
          <p:nvPr>
            <p:ph type="ftr" sz="quarter" idx="11"/>
          </p:nvPr>
        </p:nvSpPr>
        <p:spPr>
          <a:xfrm>
            <a:off x="533401" y="5936189"/>
            <a:ext cx="4021666" cy="365125"/>
          </a:xfrm>
        </p:spPr>
        <p:txBody>
          <a:bodyPr/>
          <a:lstStyle/>
          <a:p>
            <a:endParaRPr lang="en-US" dirty="0"/>
          </a:p>
        </p:txBody>
      </p:sp>
      <p:sp>
        <p:nvSpPr>
          <p:cNvPr id="6" name="Slide Number Placeholder 5"/>
          <p:cNvSpPr>
            <a:spLocks noGrp="1"/>
          </p:cNvSpPr>
          <p:nvPr>
            <p:ph type="sldNum" sz="quarter" idx="12"/>
          </p:nvPr>
        </p:nvSpPr>
        <p:spPr>
          <a:xfrm>
            <a:off x="7010399" y="2750337"/>
            <a:ext cx="1370293" cy="1356442"/>
          </a:xfrm>
        </p:spPr>
        <p:txBody>
          <a:bodyPr/>
          <a:lstStyle/>
          <a:p>
            <a:pPr>
              <a:defRPr/>
            </a:pPr>
            <a:fld id="{37D1625A-16E8-4BF7-A980-BF363791B3CA}" type="slidenum">
              <a:rPr lang="en-GB" altLang="en-US" smtClean="0"/>
              <a:pPr>
                <a:defRPr/>
              </a:pPr>
              <a:t>‹#›</a:t>
            </a:fld>
            <a:endParaRPr lang="en-GB" altLang="en-US"/>
          </a:p>
        </p:txBody>
      </p:sp>
    </p:spTree>
    <p:extLst>
      <p:ext uri="{BB962C8B-B14F-4D97-AF65-F5344CB8AC3E}">
        <p14:creationId xmlns:p14="http://schemas.microsoft.com/office/powerpoint/2010/main" val="28029489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F93F356-6B15-41C5-A869-0AD19EE6C84C}" type="slidenum">
              <a:rPr lang="en-GB" altLang="en-US" smtClean="0"/>
              <a:pPr>
                <a:defRPr/>
              </a:pPr>
              <a:t>‹#›</a:t>
            </a:fld>
            <a:endParaRPr lang="en-GB" altLang="en-US"/>
          </a:p>
        </p:txBody>
      </p:sp>
    </p:spTree>
    <p:extLst>
      <p:ext uri="{BB962C8B-B14F-4D97-AF65-F5344CB8AC3E}">
        <p14:creationId xmlns:p14="http://schemas.microsoft.com/office/powerpoint/2010/main" val="22296749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pPr>
              <a:defRPr/>
            </a:pPr>
            <a:endParaRPr lang="en-US"/>
          </a:p>
        </p:txBody>
      </p:sp>
      <p:sp>
        <p:nvSpPr>
          <p:cNvPr id="5" name="Footer Placeholder 4"/>
          <p:cNvSpPr>
            <a:spLocks noGrp="1"/>
          </p:cNvSpPr>
          <p:nvPr>
            <p:ph type="ftr" sz="quarter" idx="11"/>
          </p:nvPr>
        </p:nvSpPr>
        <p:spPr>
          <a:xfrm>
            <a:off x="533400" y="5936189"/>
            <a:ext cx="4834673" cy="365125"/>
          </a:xfrm>
        </p:spPr>
        <p:txBody>
          <a:bodyPr/>
          <a:lstStyle/>
          <a:p>
            <a:pPr>
              <a:defRPr/>
            </a:pPr>
            <a:endParaRPr lang="en-US"/>
          </a:p>
        </p:txBody>
      </p:sp>
      <p:sp>
        <p:nvSpPr>
          <p:cNvPr id="6" name="Slide Number Placeholder 5"/>
          <p:cNvSpPr>
            <a:spLocks noGrp="1"/>
          </p:cNvSpPr>
          <p:nvPr>
            <p:ph type="sldNum" sz="quarter" idx="12"/>
          </p:nvPr>
        </p:nvSpPr>
        <p:spPr>
          <a:xfrm>
            <a:off x="7856438" y="2869896"/>
            <a:ext cx="1149836" cy="1090789"/>
          </a:xfrm>
        </p:spPr>
        <p:txBody>
          <a:bodyPr/>
          <a:lstStyle/>
          <a:p>
            <a:pPr>
              <a:defRPr/>
            </a:pPr>
            <a:fld id="{0385256C-CAA7-4F3D-8898-A3A41F27D0B2}" type="slidenum">
              <a:rPr lang="en-GB" altLang="en-US" smtClean="0"/>
              <a:pPr>
                <a:defRPr/>
              </a:pPr>
              <a:t>‹#›</a:t>
            </a:fld>
            <a:endParaRPr lang="en-GB" altLang="en-US"/>
          </a:p>
        </p:txBody>
      </p:sp>
    </p:spTree>
    <p:extLst>
      <p:ext uri="{BB962C8B-B14F-4D97-AF65-F5344CB8AC3E}">
        <p14:creationId xmlns:p14="http://schemas.microsoft.com/office/powerpoint/2010/main" val="790819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2FA3B12-08B5-41B8-983C-AFB644878963}" type="slidenum">
              <a:rPr lang="en-GB" altLang="en-US" smtClean="0"/>
              <a:pPr>
                <a:defRPr/>
              </a:pPr>
              <a:t>‹#›</a:t>
            </a:fld>
            <a:endParaRPr lang="en-GB" altLang="en-US"/>
          </a:p>
        </p:txBody>
      </p:sp>
    </p:spTree>
    <p:extLst>
      <p:ext uri="{BB962C8B-B14F-4D97-AF65-F5344CB8AC3E}">
        <p14:creationId xmlns:p14="http://schemas.microsoft.com/office/powerpoint/2010/main" val="30137817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C736A60-2017-4546-86A5-B1326C6539A7}" type="slidenum">
              <a:rPr lang="en-GB" altLang="en-US" smtClean="0"/>
              <a:pPr>
                <a:defRPr/>
              </a:pPr>
              <a:t>‹#›</a:t>
            </a:fld>
            <a:endParaRPr lang="en-GB" altLang="en-US"/>
          </a:p>
        </p:txBody>
      </p:sp>
    </p:spTree>
    <p:extLst>
      <p:ext uri="{BB962C8B-B14F-4D97-AF65-F5344CB8AC3E}">
        <p14:creationId xmlns:p14="http://schemas.microsoft.com/office/powerpoint/2010/main" val="29361011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A2AFC096-95B5-445B-9549-378F2F23CAF5}" type="slidenum">
              <a:rPr lang="en-GB" altLang="en-US" smtClean="0"/>
              <a:pPr>
                <a:defRPr/>
              </a:pPr>
              <a:t>‹#›</a:t>
            </a:fld>
            <a:endParaRPr lang="en-GB" altLang="en-US"/>
          </a:p>
        </p:txBody>
      </p:sp>
    </p:spTree>
    <p:extLst>
      <p:ext uri="{BB962C8B-B14F-4D97-AF65-F5344CB8AC3E}">
        <p14:creationId xmlns:p14="http://schemas.microsoft.com/office/powerpoint/2010/main" val="41465317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DD5198F-B50A-4C6A-99A6-AB7B21712DE0}" type="slidenum">
              <a:rPr lang="en-GB" altLang="en-US" smtClean="0"/>
              <a:pPr>
                <a:defRPr/>
              </a:pPr>
              <a:t>‹#›</a:t>
            </a:fld>
            <a:endParaRPr lang="en-GB" altLang="en-US"/>
          </a:p>
        </p:txBody>
      </p:sp>
    </p:spTree>
    <p:extLst>
      <p:ext uri="{BB962C8B-B14F-4D97-AF65-F5344CB8AC3E}">
        <p14:creationId xmlns:p14="http://schemas.microsoft.com/office/powerpoint/2010/main" val="24670037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79BB928-253E-47C4-BF6E-AA3B8A90E5A0}" type="slidenum">
              <a:rPr lang="en-GB" altLang="en-US" smtClean="0"/>
              <a:pPr>
                <a:defRPr/>
              </a:pPr>
              <a:t>‹#›</a:t>
            </a:fld>
            <a:endParaRPr lang="en-GB" altLang="en-US"/>
          </a:p>
        </p:txBody>
      </p:sp>
    </p:spTree>
    <p:extLst>
      <p:ext uri="{BB962C8B-B14F-4D97-AF65-F5344CB8AC3E}">
        <p14:creationId xmlns:p14="http://schemas.microsoft.com/office/powerpoint/2010/main" val="19365423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C368FB2-4017-4913-BEC4-7874B38FFF9D}" type="slidenum">
              <a:rPr lang="en-GB" altLang="en-US" smtClean="0"/>
              <a:pPr>
                <a:defRPr/>
              </a:pPr>
              <a:t>‹#›</a:t>
            </a:fld>
            <a:endParaRPr lang="en-GB" altLang="en-US"/>
          </a:p>
        </p:txBody>
      </p:sp>
    </p:spTree>
    <p:extLst>
      <p:ext uri="{BB962C8B-B14F-4D97-AF65-F5344CB8AC3E}">
        <p14:creationId xmlns:p14="http://schemas.microsoft.com/office/powerpoint/2010/main" val="17126873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7856438" y="4711310"/>
            <a:ext cx="1149836" cy="1090789"/>
          </a:xfrm>
        </p:spPr>
        <p:txBody>
          <a:body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418238847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7856438" y="4711616"/>
            <a:ext cx="1149836" cy="1090789"/>
          </a:xfrm>
        </p:spPr>
        <p:txBody>
          <a:body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131339722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7856438" y="4709926"/>
            <a:ext cx="1149836" cy="1090789"/>
          </a:xfrm>
        </p:spPr>
        <p:txBody>
          <a:bodyPr/>
          <a:lstStyle/>
          <a:p>
            <a:pPr>
              <a:defRPr/>
            </a:pPr>
            <a:fld id="{BE7B45AE-D02E-4124-92D0-442066E2AB9B}" type="slidenum">
              <a:rPr lang="en-GB" altLang="en-US" smtClean="0"/>
              <a:pPr>
                <a:defRPr/>
              </a:pPr>
              <a:t>‹#›</a:t>
            </a:fld>
            <a:endParaRPr lang="en-GB" alt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952140497"/>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7856438" y="4709926"/>
            <a:ext cx="1149836" cy="1090789"/>
          </a:xfrm>
        </p:spPr>
        <p:txBody>
          <a:body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710747556"/>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3837035278"/>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1935060526"/>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CE8CFB7-D998-4D7D-A66B-BECE6F104FCB}" type="slidenum">
              <a:rPr lang="en-GB" altLang="en-US" smtClean="0"/>
              <a:pPr>
                <a:defRPr/>
              </a:pPr>
              <a:t>‹#›</a:t>
            </a:fld>
            <a:endParaRPr lang="en-GB" altLang="en-US"/>
          </a:p>
        </p:txBody>
      </p:sp>
    </p:spTree>
    <p:extLst>
      <p:ext uri="{BB962C8B-B14F-4D97-AF65-F5344CB8AC3E}">
        <p14:creationId xmlns:p14="http://schemas.microsoft.com/office/powerpoint/2010/main" val="174757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pPr>
              <a:defRPr/>
            </a:pPr>
            <a:endParaRPr lang="en-US"/>
          </a:p>
        </p:txBody>
      </p:sp>
      <p:sp>
        <p:nvSpPr>
          <p:cNvPr id="5" name="Footer Placeholder 4"/>
          <p:cNvSpPr>
            <a:spLocks noGrp="1"/>
          </p:cNvSpPr>
          <p:nvPr>
            <p:ph type="ftr" sz="quarter" idx="11"/>
          </p:nvPr>
        </p:nvSpPr>
        <p:spPr>
          <a:xfrm>
            <a:off x="510241" y="5936189"/>
            <a:ext cx="4518959" cy="365125"/>
          </a:xfrm>
        </p:spPr>
        <p:txBody>
          <a:bodyPr/>
          <a:lstStyle/>
          <a:p>
            <a:pPr>
              <a:defRPr/>
            </a:pPr>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pPr>
              <a:defRPr/>
            </a:pPr>
            <a:fld id="{3A671C1D-2B68-4CDF-9980-4FC0C584F034}" type="slidenum">
              <a:rPr lang="en-GB" altLang="en-US" smtClean="0"/>
              <a:pPr>
                <a:defRPr/>
              </a:pPr>
              <a:t>‹#›</a:t>
            </a:fld>
            <a:endParaRPr lang="en-GB" altLang="en-US"/>
          </a:p>
        </p:txBody>
      </p:sp>
    </p:spTree>
    <p:extLst>
      <p:ext uri="{BB962C8B-B14F-4D97-AF65-F5344CB8AC3E}">
        <p14:creationId xmlns:p14="http://schemas.microsoft.com/office/powerpoint/2010/main" val="940092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image" Target="../media/image3.png"/><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039EFB4-D661-6C3B-C83E-703AEDB94154}"/>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1F0EF11F-0D9A-DFDF-05D4-CBBFAF193471}"/>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86EF94E-0827-3CD1-8A77-AA364DE3F28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82000"/>
                  </a:schemeClr>
                </a:solidFill>
                <a:latin typeface="+mn-lt"/>
              </a:defRPr>
            </a:lvl1pPr>
          </a:lstStyle>
          <a:p>
            <a:pPr>
              <a:defRPr/>
            </a:pPr>
            <a:fld id="{8C1CCBD3-41E3-4B33-9096-8ED9B467E8C8}" type="datetimeFigureOut">
              <a:rPr lang="en-US"/>
              <a:pPr>
                <a:defRPr/>
              </a:pPr>
              <a:t>9/21/2026</a:t>
            </a:fld>
            <a:endParaRPr lang="en-US"/>
          </a:p>
        </p:txBody>
      </p:sp>
      <p:sp>
        <p:nvSpPr>
          <p:cNvPr id="5" name="Footer Placeholder 4">
            <a:extLst>
              <a:ext uri="{FF2B5EF4-FFF2-40B4-BE49-F238E27FC236}">
                <a16:creationId xmlns:a16="http://schemas.microsoft.com/office/drawing/2014/main" id="{1B177777-86B6-53AD-A5B3-32299BD86650}"/>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7F3CFE2-583D-D612-43FF-63AD5786D31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82000"/>
                  </a:schemeClr>
                </a:solidFill>
                <a:latin typeface="+mn-lt"/>
              </a:defRPr>
            </a:lvl1pPr>
          </a:lstStyle>
          <a:p>
            <a:pPr>
              <a:defRPr/>
            </a:pPr>
            <a:r>
              <a:rPr lang="en-US" altLang="en-US"/>
              <a:t>  COMP6031  					</a:t>
            </a:r>
            <a:fld id="{6F7186DF-E9EA-4A0B-B63F-E7642335C037}"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236" r:id="rId1"/>
    <p:sldLayoutId id="2147484237" r:id="rId2"/>
    <p:sldLayoutId id="2147484238" r:id="rId3"/>
    <p:sldLayoutId id="2147484239" r:id="rId4"/>
    <p:sldLayoutId id="2147484240" r:id="rId5"/>
    <p:sldLayoutId id="2147484241" r:id="rId6"/>
    <p:sldLayoutId id="2147484242" r:id="rId7"/>
    <p:sldLayoutId id="2147484243" r:id="rId8"/>
    <p:sldLayoutId id="2147484244" r:id="rId9"/>
    <p:sldLayoutId id="2147484245" r:id="rId10"/>
    <p:sldLayoutId id="2147484246" r:id="rId11"/>
    <p:sldLayoutId id="2147484247" r:id="rId12"/>
    <p:sldLayoutId id="2147484279" r:id="rId13"/>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8">
            <a:extLst>
              <a:ext uri="{FF2B5EF4-FFF2-40B4-BE49-F238E27FC236}">
                <a16:creationId xmlns:a16="http://schemas.microsoft.com/office/drawing/2014/main" id="{B1251F50-68C2-F37A-68B7-121E317BD6AB}"/>
              </a:ext>
            </a:extLst>
          </p:cNvPr>
          <p:cNvSpPr>
            <a:spLocks noChangeArrowheads="1"/>
          </p:cNvSpPr>
          <p:nvPr/>
        </p:nvSpPr>
        <p:spPr bwMode="auto">
          <a:xfrm>
            <a:off x="-79375" y="0"/>
            <a:ext cx="9223375" cy="3810000"/>
          </a:xfrm>
          <a:prstGeom prst="rect">
            <a:avLst/>
          </a:prstGeom>
          <a:solidFill>
            <a:schemeClr val="bg1"/>
          </a:solidFill>
          <a:ln>
            <a:noFill/>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defRPr/>
            </a:pPr>
            <a:endParaRPr lang="en-US" altLang="en-US" sz="2400">
              <a:latin typeface="Arial" panose="020B0604020202020204" pitchFamily="34" charset="0"/>
            </a:endParaRPr>
          </a:p>
        </p:txBody>
      </p:sp>
      <p:sp>
        <p:nvSpPr>
          <p:cNvPr id="1027" name="Rectangle 9">
            <a:extLst>
              <a:ext uri="{FF2B5EF4-FFF2-40B4-BE49-F238E27FC236}">
                <a16:creationId xmlns:a16="http://schemas.microsoft.com/office/drawing/2014/main" id="{68528E56-B328-C840-4C24-42D50F906E84}"/>
              </a:ext>
            </a:extLst>
          </p:cNvPr>
          <p:cNvSpPr>
            <a:spLocks noChangeArrowheads="1"/>
          </p:cNvSpPr>
          <p:nvPr/>
        </p:nvSpPr>
        <p:spPr bwMode="auto">
          <a:xfrm>
            <a:off x="-79375" y="3048000"/>
            <a:ext cx="9223375" cy="3810000"/>
          </a:xfrm>
          <a:prstGeom prst="rect">
            <a:avLst/>
          </a:prstGeom>
          <a:gradFill rotWithShape="0">
            <a:gsLst>
              <a:gs pos="0">
                <a:schemeClr val="bg1"/>
              </a:gs>
              <a:gs pos="100000">
                <a:srgbClr val="DCDEDE"/>
              </a:gs>
            </a:gsLst>
            <a:lin ang="5400000" scaled="1"/>
          </a:gradFill>
          <a:ln>
            <a:noFill/>
          </a:ln>
        </p:spPr>
        <p:txBody>
          <a:bodyPr wrap="none" anchor="ct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algn="ctr"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algn="ctr">
              <a:defRPr/>
            </a:pPr>
            <a:endParaRPr lang="en-US" altLang="en-US"/>
          </a:p>
        </p:txBody>
      </p:sp>
      <p:sp>
        <p:nvSpPr>
          <p:cNvPr id="1028" name="Rectangle 2">
            <a:extLst>
              <a:ext uri="{FF2B5EF4-FFF2-40B4-BE49-F238E27FC236}">
                <a16:creationId xmlns:a16="http://schemas.microsoft.com/office/drawing/2014/main" id="{4334DB73-5E7B-E06B-7ACB-63576FE251A1}"/>
              </a:ext>
            </a:extLst>
          </p:cNvPr>
          <p:cNvSpPr>
            <a:spLocks noGrp="1" noChangeArrowheads="1"/>
          </p:cNvSpPr>
          <p:nvPr>
            <p:ph type="title"/>
          </p:nvPr>
        </p:nvSpPr>
        <p:spPr bwMode="auto">
          <a:xfrm>
            <a:off x="323850" y="908050"/>
            <a:ext cx="8496300" cy="649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GB" altLang="en-US"/>
              <a:t>Click to edit Master title style</a:t>
            </a:r>
          </a:p>
        </p:txBody>
      </p:sp>
      <p:sp>
        <p:nvSpPr>
          <p:cNvPr id="1029" name="Rectangle 3">
            <a:extLst>
              <a:ext uri="{FF2B5EF4-FFF2-40B4-BE49-F238E27FC236}">
                <a16:creationId xmlns:a16="http://schemas.microsoft.com/office/drawing/2014/main" id="{F8F2B44F-6CF9-4A46-C296-1031C38A1FE5}"/>
              </a:ext>
            </a:extLst>
          </p:cNvPr>
          <p:cNvSpPr>
            <a:spLocks noGrp="1" noChangeArrowheads="1"/>
          </p:cNvSpPr>
          <p:nvPr>
            <p:ph type="body" idx="1"/>
          </p:nvPr>
        </p:nvSpPr>
        <p:spPr bwMode="auto">
          <a:xfrm>
            <a:off x="323850" y="1700213"/>
            <a:ext cx="84963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9D044FA9-F039-3FB2-1789-A33EC8D81CA4}"/>
              </a:ext>
            </a:extLst>
          </p:cNvPr>
          <p:cNvSpPr>
            <a:spLocks noGrp="1" noChangeArrowheads="1"/>
          </p:cNvSpPr>
          <p:nvPr>
            <p:ph type="dt" sz="half" idx="2"/>
          </p:nvPr>
        </p:nvSpPr>
        <p:spPr bwMode="auto">
          <a:xfrm>
            <a:off x="6858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a:defRPr sz="1400">
                <a:latin typeface="Arial" charset="0"/>
                <a:ea typeface="ＭＳ Ｐゴシック" pitchFamily="50" charset="-128"/>
              </a:defRPr>
            </a:lvl1pPr>
          </a:lstStyle>
          <a:p>
            <a:pPr>
              <a:defRPr/>
            </a:pPr>
            <a:endParaRPr lang="en-US"/>
          </a:p>
        </p:txBody>
      </p:sp>
      <p:sp>
        <p:nvSpPr>
          <p:cNvPr id="3" name="Rectangle 5">
            <a:extLst>
              <a:ext uri="{FF2B5EF4-FFF2-40B4-BE49-F238E27FC236}">
                <a16:creationId xmlns:a16="http://schemas.microsoft.com/office/drawing/2014/main" id="{3754EA9C-1037-7488-AA1D-221AE4E954E2}"/>
              </a:ext>
            </a:extLst>
          </p:cNvPr>
          <p:cNvSpPr>
            <a:spLocks noGrp="1" noChangeArrowheads="1"/>
          </p:cNvSpPr>
          <p:nvPr>
            <p:ph type="ftr" sz="quarter" idx="3"/>
          </p:nvPr>
        </p:nvSpPr>
        <p:spPr bwMode="auto">
          <a:xfrm>
            <a:off x="31242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pitchFamily="50" charset="-128"/>
              </a:defRPr>
            </a:lvl1pPr>
          </a:lstStyle>
          <a:p>
            <a:pPr>
              <a:defRPr/>
            </a:pPr>
            <a:endParaRPr lang="en-US"/>
          </a:p>
        </p:txBody>
      </p:sp>
      <p:sp>
        <p:nvSpPr>
          <p:cNvPr id="1030" name="Rectangle 6">
            <a:extLst>
              <a:ext uri="{FF2B5EF4-FFF2-40B4-BE49-F238E27FC236}">
                <a16:creationId xmlns:a16="http://schemas.microsoft.com/office/drawing/2014/main" id="{5396B4FD-8EED-52B0-A151-D9BE0A43B13A}"/>
              </a:ext>
            </a:extLst>
          </p:cNvPr>
          <p:cNvSpPr>
            <a:spLocks noGrp="1" noChangeArrowheads="1"/>
          </p:cNvSpPr>
          <p:nvPr>
            <p:ph type="sldNum" sz="quarter" idx="4"/>
          </p:nvPr>
        </p:nvSpPr>
        <p:spPr bwMode="auto">
          <a:xfrm>
            <a:off x="6877050" y="6308725"/>
            <a:ext cx="1905000" cy="457200"/>
          </a:xfrm>
          <a:prstGeom prst="rect">
            <a:avLst/>
          </a:prstGeom>
          <a:noFill/>
          <a:ln>
            <a:noFill/>
          </a:ln>
        </p:spPr>
        <p:txBody>
          <a:bodyPr vert="horz" wrap="square" lIns="91440" tIns="45720" rIns="0" bIns="45720" numCol="1" anchor="t" anchorCtr="0" compatLnSpc="1">
            <a:prstTxWarp prst="textNoShape">
              <a:avLst/>
            </a:prstTxWarp>
          </a:bodyPr>
          <a:lstStyle>
            <a:lvl1pPr algn="r">
              <a:defRPr sz="1400" smtClean="0">
                <a:latin typeface="Georgia" panose="02040502050405020303" pitchFamily="18" charset="0"/>
              </a:defRPr>
            </a:lvl1pPr>
          </a:lstStyle>
          <a:p>
            <a:pPr>
              <a:defRPr/>
            </a:pPr>
            <a:fld id="{BE7B45AE-D02E-4124-92D0-442066E2AB9B}" type="slidenum">
              <a:rPr lang="en-GB" altLang="en-US"/>
              <a:pPr>
                <a:defRPr/>
              </a:pPr>
              <a:t>‹#›</a:t>
            </a:fld>
            <a:endParaRPr lang="en-GB" altLang="en-US"/>
          </a:p>
        </p:txBody>
      </p:sp>
      <p:pic>
        <p:nvPicPr>
          <p:cNvPr id="1033" name="Picture 11" descr="electronics">
            <a:extLst>
              <a:ext uri="{FF2B5EF4-FFF2-40B4-BE49-F238E27FC236}">
                <a16:creationId xmlns:a16="http://schemas.microsoft.com/office/drawing/2014/main" id="{D1F8DC0E-26F0-B5AC-A852-2117BE9904F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88125" y="260350"/>
            <a:ext cx="21669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812264"/>
      </p:ext>
    </p:extLst>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 id="2147484260" r:id="rId12"/>
  </p:sldLayoutIdLst>
  <p:hf hdr="0" ftr="0" dt="0"/>
  <p:txStyles>
    <p:titleStyle>
      <a:lvl1pPr algn="l" rtl="0" eaLnBrk="0" fontAlgn="base" hangingPunct="0">
        <a:spcBef>
          <a:spcPct val="0"/>
        </a:spcBef>
        <a:spcAft>
          <a:spcPct val="0"/>
        </a:spcAft>
        <a:defRPr sz="3500">
          <a:solidFill>
            <a:schemeClr val="tx2"/>
          </a:solidFill>
          <a:latin typeface="+mj-lt"/>
          <a:ea typeface="+mj-ea"/>
          <a:cs typeface="+mj-cs"/>
        </a:defRPr>
      </a:lvl1pPr>
      <a:lvl2pPr algn="l" rtl="0" eaLnBrk="0" fontAlgn="base" hangingPunct="0">
        <a:spcBef>
          <a:spcPct val="0"/>
        </a:spcBef>
        <a:spcAft>
          <a:spcPct val="0"/>
        </a:spcAft>
        <a:defRPr sz="3500">
          <a:solidFill>
            <a:schemeClr val="tx2"/>
          </a:solidFill>
          <a:latin typeface="Georgia" pitchFamily="18" charset="0"/>
          <a:ea typeface="ＭＳ Ｐゴシック" pitchFamily="50" charset="-128"/>
        </a:defRPr>
      </a:lvl2pPr>
      <a:lvl3pPr algn="l" rtl="0" eaLnBrk="0" fontAlgn="base" hangingPunct="0">
        <a:spcBef>
          <a:spcPct val="0"/>
        </a:spcBef>
        <a:spcAft>
          <a:spcPct val="0"/>
        </a:spcAft>
        <a:defRPr sz="3500">
          <a:solidFill>
            <a:schemeClr val="tx2"/>
          </a:solidFill>
          <a:latin typeface="Georgia" pitchFamily="18" charset="0"/>
          <a:ea typeface="ＭＳ Ｐゴシック" pitchFamily="50" charset="-128"/>
        </a:defRPr>
      </a:lvl3pPr>
      <a:lvl4pPr algn="l" rtl="0" eaLnBrk="0" fontAlgn="base" hangingPunct="0">
        <a:spcBef>
          <a:spcPct val="0"/>
        </a:spcBef>
        <a:spcAft>
          <a:spcPct val="0"/>
        </a:spcAft>
        <a:defRPr sz="3500">
          <a:solidFill>
            <a:schemeClr val="tx2"/>
          </a:solidFill>
          <a:latin typeface="Georgia" pitchFamily="18" charset="0"/>
          <a:ea typeface="ＭＳ Ｐゴシック" pitchFamily="50" charset="-128"/>
        </a:defRPr>
      </a:lvl4pPr>
      <a:lvl5pPr algn="l" rtl="0" eaLnBrk="0" fontAlgn="base" hangingPunct="0">
        <a:spcBef>
          <a:spcPct val="0"/>
        </a:spcBef>
        <a:spcAft>
          <a:spcPct val="0"/>
        </a:spcAft>
        <a:defRPr sz="3500">
          <a:solidFill>
            <a:schemeClr val="tx2"/>
          </a:solidFill>
          <a:latin typeface="Georgia" pitchFamily="18" charset="0"/>
          <a:ea typeface="ＭＳ Ｐゴシック" pitchFamily="50" charset="-128"/>
        </a:defRPr>
      </a:lvl5pPr>
      <a:lvl6pPr marL="457200" algn="l" rtl="0" fontAlgn="base">
        <a:spcBef>
          <a:spcPct val="0"/>
        </a:spcBef>
        <a:spcAft>
          <a:spcPct val="0"/>
        </a:spcAft>
        <a:defRPr sz="3500">
          <a:solidFill>
            <a:schemeClr val="tx2"/>
          </a:solidFill>
          <a:latin typeface="Georgia" pitchFamily="18" charset="0"/>
          <a:ea typeface="ＭＳ Ｐゴシック" pitchFamily="50" charset="-128"/>
        </a:defRPr>
      </a:lvl6pPr>
      <a:lvl7pPr marL="914400" algn="l" rtl="0" fontAlgn="base">
        <a:spcBef>
          <a:spcPct val="0"/>
        </a:spcBef>
        <a:spcAft>
          <a:spcPct val="0"/>
        </a:spcAft>
        <a:defRPr sz="3500">
          <a:solidFill>
            <a:schemeClr val="tx2"/>
          </a:solidFill>
          <a:latin typeface="Georgia" pitchFamily="18" charset="0"/>
          <a:ea typeface="ＭＳ Ｐゴシック" pitchFamily="50" charset="-128"/>
        </a:defRPr>
      </a:lvl7pPr>
      <a:lvl8pPr marL="1371600" algn="l" rtl="0" fontAlgn="base">
        <a:spcBef>
          <a:spcPct val="0"/>
        </a:spcBef>
        <a:spcAft>
          <a:spcPct val="0"/>
        </a:spcAft>
        <a:defRPr sz="3500">
          <a:solidFill>
            <a:schemeClr val="tx2"/>
          </a:solidFill>
          <a:latin typeface="Georgia" pitchFamily="18" charset="0"/>
          <a:ea typeface="ＭＳ Ｐゴシック" pitchFamily="50" charset="-128"/>
        </a:defRPr>
      </a:lvl8pPr>
      <a:lvl9pPr marL="1828800" algn="l" rtl="0" fontAlgn="base">
        <a:spcBef>
          <a:spcPct val="0"/>
        </a:spcBef>
        <a:spcAft>
          <a:spcPct val="0"/>
        </a:spcAft>
        <a:defRPr sz="3500">
          <a:solidFill>
            <a:schemeClr val="tx2"/>
          </a:solidFill>
          <a:latin typeface="Georgia" pitchFamily="18" charset="0"/>
          <a:ea typeface="ＭＳ Ｐゴシック" pitchFamily="50" charset="-128"/>
        </a:defRPr>
      </a:lvl9pPr>
    </p:titleStyle>
    <p:bodyStyle>
      <a:lvl1pPr marL="342900" indent="-342900" algn="l" rtl="0" eaLnBrk="0" fontAlgn="base" hangingPunct="0">
        <a:spcBef>
          <a:spcPct val="0"/>
        </a:spcBef>
        <a:spcAft>
          <a:spcPct val="70000"/>
        </a:spcAft>
        <a:buChar char="•"/>
        <a:defRPr sz="2400">
          <a:solidFill>
            <a:schemeClr val="tx1"/>
          </a:solidFill>
          <a:latin typeface="+mn-lt"/>
          <a:ea typeface="+mn-ea"/>
          <a:cs typeface="+mn-cs"/>
        </a:defRPr>
      </a:lvl1pPr>
      <a:lvl2pPr marL="811213" indent="-288925" algn="l" rtl="0" eaLnBrk="0" fontAlgn="base" hangingPunct="0">
        <a:lnSpc>
          <a:spcPct val="90000"/>
        </a:lnSpc>
        <a:spcBef>
          <a:spcPct val="0"/>
        </a:spcBef>
        <a:spcAft>
          <a:spcPct val="50000"/>
        </a:spcAft>
        <a:buChar char="–"/>
        <a:defRPr sz="2400">
          <a:solidFill>
            <a:schemeClr val="tx1"/>
          </a:solidFill>
          <a:latin typeface="+mn-lt"/>
          <a:ea typeface="+mn-ea"/>
        </a:defRPr>
      </a:lvl2pPr>
      <a:lvl3pPr marL="1219200" indent="-228600" algn="l" rtl="0" eaLnBrk="0" fontAlgn="base" hangingPunct="0">
        <a:lnSpc>
          <a:spcPct val="90000"/>
        </a:lnSpc>
        <a:spcBef>
          <a:spcPct val="20000"/>
        </a:spcBef>
        <a:spcAft>
          <a:spcPct val="0"/>
        </a:spcAft>
        <a:buChar char="•"/>
        <a:defRPr sz="2400">
          <a:solidFill>
            <a:schemeClr val="tx1"/>
          </a:solidFill>
          <a:latin typeface="+mn-lt"/>
          <a:ea typeface="+mn-ea"/>
        </a:defRPr>
      </a:lvl3pPr>
      <a:lvl4pPr marL="1627188" indent="-228600" algn="l" rtl="0" eaLnBrk="0" fontAlgn="base" hangingPunct="0">
        <a:lnSpc>
          <a:spcPct val="90000"/>
        </a:lnSpc>
        <a:spcBef>
          <a:spcPct val="20000"/>
        </a:spcBef>
        <a:spcAft>
          <a:spcPct val="0"/>
        </a:spcAft>
        <a:buChar char="–"/>
        <a:defRPr sz="2400">
          <a:solidFill>
            <a:schemeClr val="tx1"/>
          </a:solidFill>
          <a:latin typeface="+mn-lt"/>
          <a:ea typeface="+mn-ea"/>
        </a:defRPr>
      </a:lvl4pPr>
      <a:lvl5pPr marL="2057400" indent="-228600" algn="l" rtl="0" eaLnBrk="0" fontAlgn="base" hangingPunct="0">
        <a:lnSpc>
          <a:spcPct val="90000"/>
        </a:lnSpc>
        <a:spcBef>
          <a:spcPct val="20000"/>
        </a:spcBef>
        <a:spcAft>
          <a:spcPct val="0"/>
        </a:spcAft>
        <a:buChar char="»"/>
        <a:defRPr sz="2400">
          <a:solidFill>
            <a:schemeClr val="tx1"/>
          </a:solidFill>
          <a:latin typeface="+mn-lt"/>
          <a:ea typeface="+mn-ea"/>
        </a:defRPr>
      </a:lvl5pPr>
      <a:lvl6pPr marL="2514600" indent="-228600" algn="l" rtl="0" fontAlgn="base">
        <a:lnSpc>
          <a:spcPct val="90000"/>
        </a:lnSpc>
        <a:spcBef>
          <a:spcPct val="20000"/>
        </a:spcBef>
        <a:spcAft>
          <a:spcPct val="0"/>
        </a:spcAft>
        <a:buChar char="»"/>
        <a:defRPr sz="2400">
          <a:solidFill>
            <a:schemeClr val="tx1"/>
          </a:solidFill>
          <a:latin typeface="+mn-lt"/>
          <a:ea typeface="+mn-ea"/>
        </a:defRPr>
      </a:lvl6pPr>
      <a:lvl7pPr marL="2971800" indent="-228600" algn="l" rtl="0" fontAlgn="base">
        <a:lnSpc>
          <a:spcPct val="90000"/>
        </a:lnSpc>
        <a:spcBef>
          <a:spcPct val="20000"/>
        </a:spcBef>
        <a:spcAft>
          <a:spcPct val="0"/>
        </a:spcAft>
        <a:buChar char="»"/>
        <a:defRPr sz="2400">
          <a:solidFill>
            <a:schemeClr val="tx1"/>
          </a:solidFill>
          <a:latin typeface="+mn-lt"/>
          <a:ea typeface="+mn-ea"/>
        </a:defRPr>
      </a:lvl7pPr>
      <a:lvl8pPr marL="3429000" indent="-228600" algn="l" rtl="0" fontAlgn="base">
        <a:lnSpc>
          <a:spcPct val="90000"/>
        </a:lnSpc>
        <a:spcBef>
          <a:spcPct val="20000"/>
        </a:spcBef>
        <a:spcAft>
          <a:spcPct val="0"/>
        </a:spcAft>
        <a:buChar char="»"/>
        <a:defRPr sz="2400">
          <a:solidFill>
            <a:schemeClr val="tx1"/>
          </a:solidFill>
          <a:latin typeface="+mn-lt"/>
          <a:ea typeface="+mn-ea"/>
        </a:defRPr>
      </a:lvl8pPr>
      <a:lvl9pPr marL="3886200" indent="-228600" algn="l" rtl="0" fontAlgn="base">
        <a:lnSpc>
          <a:spcPct val="90000"/>
        </a:lnSpc>
        <a:spcBef>
          <a:spcPct val="20000"/>
        </a:spcBef>
        <a:spcAft>
          <a:spcPct val="0"/>
        </a:spcAft>
        <a:buChar char="»"/>
        <a:defRPr sz="24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a:defRPr/>
            </a:pPr>
            <a:fld id="{BE7B45AE-D02E-4124-92D0-442066E2AB9B}" type="slidenum">
              <a:rPr lang="en-GB" altLang="en-US" smtClean="0"/>
              <a:pPr>
                <a:defRPr/>
              </a:pPr>
              <a:t>‹#›</a:t>
            </a:fld>
            <a:endParaRPr lang="en-GB" altLang="en-US"/>
          </a:p>
        </p:txBody>
      </p:sp>
    </p:spTree>
    <p:extLst>
      <p:ext uri="{BB962C8B-B14F-4D97-AF65-F5344CB8AC3E}">
        <p14:creationId xmlns:p14="http://schemas.microsoft.com/office/powerpoint/2010/main" val="327581740"/>
      </p:ext>
    </p:extLst>
  </p:cSld>
  <p:clrMap bg1="dk1" tx1="lt1" bg2="dk2" tx2="lt2" accent1="accent1" accent2="accent2" accent3="accent3" accent4="accent4" accent5="accent5" accent6="accent6" hlink="hlink" folHlink="folHlink"/>
  <p:sldLayoutIdLst>
    <p:sldLayoutId id="2147484262" r:id="rId1"/>
    <p:sldLayoutId id="2147484263" r:id="rId2"/>
    <p:sldLayoutId id="2147484264" r:id="rId3"/>
    <p:sldLayoutId id="2147484265" r:id="rId4"/>
    <p:sldLayoutId id="2147484266" r:id="rId5"/>
    <p:sldLayoutId id="2147484267" r:id="rId6"/>
    <p:sldLayoutId id="2147484268" r:id="rId7"/>
    <p:sldLayoutId id="2147484269" r:id="rId8"/>
    <p:sldLayoutId id="2147484270" r:id="rId9"/>
    <p:sldLayoutId id="2147484271" r:id="rId10"/>
    <p:sldLayoutId id="2147484272" r:id="rId11"/>
    <p:sldLayoutId id="2147484273" r:id="rId12"/>
    <p:sldLayoutId id="2147484274" r:id="rId13"/>
    <p:sldLayoutId id="2147484275" r:id="rId14"/>
    <p:sldLayoutId id="2147484276" r:id="rId15"/>
    <p:sldLayoutId id="2147484277" r:id="rId16"/>
    <p:sldLayoutId id="2147484278" r:id="rId1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ima.cs.berkeley.edu/index.html" TargetMode="External"/><Relationship Id="rId2" Type="http://schemas.openxmlformats.org/officeDocument/2006/relationships/hyperlink" Target="https://secure.ecs.soton.ac.uk/noteswiki/w/COMP232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102" Type="http://schemas.openxmlformats.org/officeDocument/2006/relationships/tags" Target="../tags/tag102.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0" Type="http://schemas.openxmlformats.org/officeDocument/2006/relationships/tags" Target="../tags/tag80.xml"/><Relationship Id="rId85" Type="http://schemas.openxmlformats.org/officeDocument/2006/relationships/tags" Target="../tags/tag85.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103" Type="http://schemas.openxmlformats.org/officeDocument/2006/relationships/slideLayout" Target="../slideLayouts/slideLayout12.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96" Type="http://schemas.openxmlformats.org/officeDocument/2006/relationships/tags" Target="../tags/tag96.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98" Type="http://schemas.openxmlformats.org/officeDocument/2006/relationships/tags" Target="../tags/tag98.xml"/><Relationship Id="rId3" Type="http://schemas.openxmlformats.org/officeDocument/2006/relationships/tags" Target="../tags/tag3.xml"/></Relationships>
</file>

<file path=ppt/slides/_rels/slide8.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slideLayout" Target="../slideLayouts/slideLayout12.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0" Type="http://schemas.openxmlformats.org/officeDocument/2006/relationships/tags" Target="../tags/tag112.xml"/><Relationship Id="rId4" Type="http://schemas.openxmlformats.org/officeDocument/2006/relationships/tags" Target="../tags/tag106.xml"/><Relationship Id="rId9" Type="http://schemas.openxmlformats.org/officeDocument/2006/relationships/tags" Target="../tags/tag111.xml"/></Relationships>
</file>

<file path=ppt/slides/_rels/slide9.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Layout" Target="../slideLayouts/slideLayout12.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s/_rels/slide10.xml.rels><?xml version="1.0" encoding="UTF-8" standalone="yes"?>
<Relationships xmlns="http://schemas.openxmlformats.org/package/2006/relationships"><Relationship Id="rId13" Type="http://schemas.openxmlformats.org/officeDocument/2006/relationships/tags" Target="../tags/tag137.xml"/><Relationship Id="rId18" Type="http://schemas.openxmlformats.org/officeDocument/2006/relationships/tags" Target="../tags/tag142.xml"/><Relationship Id="rId26" Type="http://schemas.openxmlformats.org/officeDocument/2006/relationships/tags" Target="../tags/tag150.xml"/><Relationship Id="rId39" Type="http://schemas.openxmlformats.org/officeDocument/2006/relationships/tags" Target="../tags/tag163.xml"/><Relationship Id="rId21" Type="http://schemas.openxmlformats.org/officeDocument/2006/relationships/tags" Target="../tags/tag145.xml"/><Relationship Id="rId34" Type="http://schemas.openxmlformats.org/officeDocument/2006/relationships/tags" Target="../tags/tag158.xml"/><Relationship Id="rId42" Type="http://schemas.openxmlformats.org/officeDocument/2006/relationships/tags" Target="../tags/tag166.xml"/><Relationship Id="rId47" Type="http://schemas.openxmlformats.org/officeDocument/2006/relationships/tags" Target="../tags/tag171.xml"/><Relationship Id="rId50" Type="http://schemas.openxmlformats.org/officeDocument/2006/relationships/tags" Target="../tags/tag174.xml"/><Relationship Id="rId55" Type="http://schemas.openxmlformats.org/officeDocument/2006/relationships/tags" Target="../tags/tag179.xml"/><Relationship Id="rId63" Type="http://schemas.openxmlformats.org/officeDocument/2006/relationships/tags" Target="../tags/tag187.xml"/><Relationship Id="rId7" Type="http://schemas.openxmlformats.org/officeDocument/2006/relationships/tags" Target="../tags/tag131.xml"/><Relationship Id="rId2" Type="http://schemas.openxmlformats.org/officeDocument/2006/relationships/tags" Target="../tags/tag126.xml"/><Relationship Id="rId16" Type="http://schemas.openxmlformats.org/officeDocument/2006/relationships/tags" Target="../tags/tag140.xml"/><Relationship Id="rId29" Type="http://schemas.openxmlformats.org/officeDocument/2006/relationships/tags" Target="../tags/tag153.xml"/><Relationship Id="rId11" Type="http://schemas.openxmlformats.org/officeDocument/2006/relationships/tags" Target="../tags/tag135.xml"/><Relationship Id="rId24" Type="http://schemas.openxmlformats.org/officeDocument/2006/relationships/tags" Target="../tags/tag148.xml"/><Relationship Id="rId32" Type="http://schemas.openxmlformats.org/officeDocument/2006/relationships/tags" Target="../tags/tag156.xml"/><Relationship Id="rId37" Type="http://schemas.openxmlformats.org/officeDocument/2006/relationships/tags" Target="../tags/tag161.xml"/><Relationship Id="rId40" Type="http://schemas.openxmlformats.org/officeDocument/2006/relationships/tags" Target="../tags/tag164.xml"/><Relationship Id="rId45" Type="http://schemas.openxmlformats.org/officeDocument/2006/relationships/tags" Target="../tags/tag169.xml"/><Relationship Id="rId53" Type="http://schemas.openxmlformats.org/officeDocument/2006/relationships/tags" Target="../tags/tag177.xml"/><Relationship Id="rId58" Type="http://schemas.openxmlformats.org/officeDocument/2006/relationships/tags" Target="../tags/tag182.xml"/><Relationship Id="rId5" Type="http://schemas.openxmlformats.org/officeDocument/2006/relationships/tags" Target="../tags/tag129.xml"/><Relationship Id="rId61" Type="http://schemas.openxmlformats.org/officeDocument/2006/relationships/tags" Target="../tags/tag185.xml"/><Relationship Id="rId19" Type="http://schemas.openxmlformats.org/officeDocument/2006/relationships/tags" Target="../tags/tag143.xml"/><Relationship Id="rId14" Type="http://schemas.openxmlformats.org/officeDocument/2006/relationships/tags" Target="../tags/tag138.xml"/><Relationship Id="rId22" Type="http://schemas.openxmlformats.org/officeDocument/2006/relationships/tags" Target="../tags/tag146.xml"/><Relationship Id="rId27" Type="http://schemas.openxmlformats.org/officeDocument/2006/relationships/tags" Target="../tags/tag151.xml"/><Relationship Id="rId30" Type="http://schemas.openxmlformats.org/officeDocument/2006/relationships/tags" Target="../tags/tag154.xml"/><Relationship Id="rId35" Type="http://schemas.openxmlformats.org/officeDocument/2006/relationships/tags" Target="../tags/tag159.xml"/><Relationship Id="rId43" Type="http://schemas.openxmlformats.org/officeDocument/2006/relationships/tags" Target="../tags/tag167.xml"/><Relationship Id="rId48" Type="http://schemas.openxmlformats.org/officeDocument/2006/relationships/tags" Target="../tags/tag172.xml"/><Relationship Id="rId56" Type="http://schemas.openxmlformats.org/officeDocument/2006/relationships/tags" Target="../tags/tag180.xml"/><Relationship Id="rId64" Type="http://schemas.openxmlformats.org/officeDocument/2006/relationships/slideLayout" Target="../slideLayouts/slideLayout12.xml"/><Relationship Id="rId8" Type="http://schemas.openxmlformats.org/officeDocument/2006/relationships/tags" Target="../tags/tag132.xml"/><Relationship Id="rId51" Type="http://schemas.openxmlformats.org/officeDocument/2006/relationships/tags" Target="../tags/tag175.xml"/><Relationship Id="rId3" Type="http://schemas.openxmlformats.org/officeDocument/2006/relationships/tags" Target="../tags/tag127.xml"/><Relationship Id="rId12" Type="http://schemas.openxmlformats.org/officeDocument/2006/relationships/tags" Target="../tags/tag136.xml"/><Relationship Id="rId17" Type="http://schemas.openxmlformats.org/officeDocument/2006/relationships/tags" Target="../tags/tag141.xml"/><Relationship Id="rId25" Type="http://schemas.openxmlformats.org/officeDocument/2006/relationships/tags" Target="../tags/tag149.xml"/><Relationship Id="rId33" Type="http://schemas.openxmlformats.org/officeDocument/2006/relationships/tags" Target="../tags/tag157.xml"/><Relationship Id="rId38" Type="http://schemas.openxmlformats.org/officeDocument/2006/relationships/tags" Target="../tags/tag162.xml"/><Relationship Id="rId46" Type="http://schemas.openxmlformats.org/officeDocument/2006/relationships/tags" Target="../tags/tag170.xml"/><Relationship Id="rId59" Type="http://schemas.openxmlformats.org/officeDocument/2006/relationships/tags" Target="../tags/tag183.xml"/><Relationship Id="rId20" Type="http://schemas.openxmlformats.org/officeDocument/2006/relationships/tags" Target="../tags/tag144.xml"/><Relationship Id="rId41" Type="http://schemas.openxmlformats.org/officeDocument/2006/relationships/tags" Target="../tags/tag165.xml"/><Relationship Id="rId54" Type="http://schemas.openxmlformats.org/officeDocument/2006/relationships/tags" Target="../tags/tag178.xml"/><Relationship Id="rId62" Type="http://schemas.openxmlformats.org/officeDocument/2006/relationships/tags" Target="../tags/tag186.xml"/><Relationship Id="rId1" Type="http://schemas.openxmlformats.org/officeDocument/2006/relationships/tags" Target="../tags/tag125.xml"/><Relationship Id="rId6" Type="http://schemas.openxmlformats.org/officeDocument/2006/relationships/tags" Target="../tags/tag130.xml"/><Relationship Id="rId15" Type="http://schemas.openxmlformats.org/officeDocument/2006/relationships/tags" Target="../tags/tag139.xml"/><Relationship Id="rId23" Type="http://schemas.openxmlformats.org/officeDocument/2006/relationships/tags" Target="../tags/tag147.xml"/><Relationship Id="rId28" Type="http://schemas.openxmlformats.org/officeDocument/2006/relationships/tags" Target="../tags/tag152.xml"/><Relationship Id="rId36" Type="http://schemas.openxmlformats.org/officeDocument/2006/relationships/tags" Target="../tags/tag160.xml"/><Relationship Id="rId49" Type="http://schemas.openxmlformats.org/officeDocument/2006/relationships/tags" Target="../tags/tag173.xml"/><Relationship Id="rId57" Type="http://schemas.openxmlformats.org/officeDocument/2006/relationships/tags" Target="../tags/tag181.xml"/><Relationship Id="rId10" Type="http://schemas.openxmlformats.org/officeDocument/2006/relationships/tags" Target="../tags/tag134.xml"/><Relationship Id="rId31" Type="http://schemas.openxmlformats.org/officeDocument/2006/relationships/tags" Target="../tags/tag155.xml"/><Relationship Id="rId44" Type="http://schemas.openxmlformats.org/officeDocument/2006/relationships/tags" Target="../tags/tag168.xml"/><Relationship Id="rId52" Type="http://schemas.openxmlformats.org/officeDocument/2006/relationships/tags" Target="../tags/tag176.xml"/><Relationship Id="rId60" Type="http://schemas.openxmlformats.org/officeDocument/2006/relationships/tags" Target="../tags/tag184.xml"/><Relationship Id="rId4" Type="http://schemas.openxmlformats.org/officeDocument/2006/relationships/tags" Target="../tags/tag128.xml"/><Relationship Id="rId9" Type="http://schemas.openxmlformats.org/officeDocument/2006/relationships/tags" Target="../tags/tag133.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195.xml"/><Relationship Id="rId3" Type="http://schemas.openxmlformats.org/officeDocument/2006/relationships/tags" Target="../tags/tag190.xml"/><Relationship Id="rId7" Type="http://schemas.openxmlformats.org/officeDocument/2006/relationships/tags" Target="../tags/tag19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5" Type="http://schemas.openxmlformats.org/officeDocument/2006/relationships/tags" Target="../tags/tag192.xml"/><Relationship Id="rId10" Type="http://schemas.openxmlformats.org/officeDocument/2006/relationships/slideLayout" Target="../slideLayouts/slideLayout12.xml"/><Relationship Id="rId4" Type="http://schemas.openxmlformats.org/officeDocument/2006/relationships/tags" Target="../tags/tag191.xml"/><Relationship Id="rId9" Type="http://schemas.openxmlformats.org/officeDocument/2006/relationships/tags" Target="../tags/tag19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hyperlink" Target="https://www.cs.bham.ac.uk/research/projects/cogaff/talks/whatsai.openday.pdf" TargetMode="Externa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27.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picture of the brain made up of patterns">
            <a:extLst>
              <a:ext uri="{FF2B5EF4-FFF2-40B4-BE49-F238E27FC236}">
                <a16:creationId xmlns:a16="http://schemas.microsoft.com/office/drawing/2014/main" id="{539E56FF-A5AB-58BF-67D5-EE12D9A3954E}"/>
              </a:ext>
            </a:extLst>
          </p:cNvPr>
          <p:cNvPicPr>
            <a:picLocks noChangeAspect="1"/>
          </p:cNvPicPr>
          <p:nvPr/>
        </p:nvPicPr>
        <p:blipFill>
          <a:blip r:embed="rId2"/>
          <a:srcRect l="27761" r="25794" b="1"/>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7ADCB-1A32-B8EF-ED52-072F5A50BC8A}"/>
              </a:ext>
            </a:extLst>
          </p:cNvPr>
          <p:cNvSpPr>
            <a:spLocks noGrp="1"/>
          </p:cNvSpPr>
          <p:nvPr>
            <p:ph type="title"/>
          </p:nvPr>
        </p:nvSpPr>
        <p:spPr>
          <a:xfrm>
            <a:off x="4283968" y="2221928"/>
            <a:ext cx="4098726" cy="1559301"/>
          </a:xfrm>
        </p:spPr>
        <p:txBody>
          <a:bodyPr>
            <a:normAutofit fontScale="90000"/>
          </a:bodyPr>
          <a:lstStyle/>
          <a:p>
            <a:r>
              <a:rPr lang="en-GB" sz="3500" dirty="0"/>
              <a:t>COMP6231</a:t>
            </a:r>
            <a:br>
              <a:rPr lang="en-GB" sz="3500" dirty="0"/>
            </a:br>
            <a:r>
              <a:rPr lang="en-GB" sz="3600" dirty="0">
                <a:latin typeface="Amasis MT Pro Black" panose="02040A04050005020304" pitchFamily="18" charset="0"/>
                <a:ea typeface="ＭＳ Ｐゴシック" panose="020B0600070205080204" pitchFamily="34" charset="-128"/>
              </a:rPr>
              <a:t>Foundations of </a:t>
            </a:r>
            <a:r>
              <a:rPr lang="en-GB" altLang="en-US" sz="3600" dirty="0">
                <a:latin typeface="Amasis MT Pro Black" panose="02040A04050005020304" pitchFamily="18" charset="0"/>
                <a:ea typeface="ＭＳ Ｐゴシック" panose="020B0600070205080204" pitchFamily="34" charset="-128"/>
              </a:rPr>
              <a:t>Artificial Intelligence</a:t>
            </a:r>
            <a:endParaRPr lang="en-US" sz="3500" dirty="0"/>
          </a:p>
        </p:txBody>
      </p:sp>
      <p:sp>
        <p:nvSpPr>
          <p:cNvPr id="3" name="Content Placeholder 2">
            <a:extLst>
              <a:ext uri="{FF2B5EF4-FFF2-40B4-BE49-F238E27FC236}">
                <a16:creationId xmlns:a16="http://schemas.microsoft.com/office/drawing/2014/main" id="{078BBC12-7EDC-3BB9-9EFA-8997AB4BC48B}"/>
              </a:ext>
            </a:extLst>
          </p:cNvPr>
          <p:cNvSpPr>
            <a:spLocks noGrp="1"/>
          </p:cNvSpPr>
          <p:nvPr>
            <p:ph idx="1"/>
          </p:nvPr>
        </p:nvSpPr>
        <p:spPr>
          <a:xfrm>
            <a:off x="4586487" y="6198904"/>
            <a:ext cx="3935505" cy="506822"/>
          </a:xfrm>
        </p:spPr>
        <p:txBody>
          <a:bodyPr anchor="ctr">
            <a:normAutofit/>
          </a:bodyPr>
          <a:lstStyle/>
          <a:p>
            <a:pPr marL="0" indent="0" algn="r">
              <a:buNone/>
            </a:pPr>
            <a:r>
              <a:rPr lang="en-GB" altLang="en-US" sz="1800" dirty="0"/>
              <a:t>Richard Watson</a:t>
            </a:r>
            <a:endParaRPr lang="en-US" sz="1700" dirty="0"/>
          </a:p>
        </p:txBody>
      </p:sp>
    </p:spTree>
    <p:extLst>
      <p:ext uri="{BB962C8B-B14F-4D97-AF65-F5344CB8AC3E}">
        <p14:creationId xmlns:p14="http://schemas.microsoft.com/office/powerpoint/2010/main" val="1883936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B53B-FDC8-5916-A0EA-969795D5A400}"/>
              </a:ext>
            </a:extLst>
          </p:cNvPr>
          <p:cNvSpPr>
            <a:spLocks noGrp="1"/>
          </p:cNvSpPr>
          <p:nvPr>
            <p:ph type="title"/>
          </p:nvPr>
        </p:nvSpPr>
        <p:spPr/>
        <p:txBody>
          <a:bodyPr/>
          <a:lstStyle/>
          <a:p>
            <a:pPr eaLnBrk="1" hangingPunct="1">
              <a:defRPr/>
            </a:pPr>
            <a:r>
              <a:rPr lang="en-GB" sz="2800" b="1" dirty="0">
                <a:latin typeface="+mn-lt"/>
                <a:ea typeface="+mn-ea"/>
                <a:cs typeface="+mn-cs"/>
              </a:rPr>
              <a:t>Comp6231 Overview: </a:t>
            </a:r>
            <a:endParaRPr lang="en-US" dirty="0"/>
          </a:p>
        </p:txBody>
      </p:sp>
      <p:graphicFrame>
        <p:nvGraphicFramePr>
          <p:cNvPr id="16389" name="Content Placeholder 2">
            <a:extLst>
              <a:ext uri="{FF2B5EF4-FFF2-40B4-BE49-F238E27FC236}">
                <a16:creationId xmlns:a16="http://schemas.microsoft.com/office/drawing/2014/main" id="{FABA9E46-D703-C28A-B270-578DEEB98D08}"/>
              </a:ext>
            </a:extLst>
          </p:cNvPr>
          <p:cNvGraphicFramePr>
            <a:graphicFrameLocks noGrp="1"/>
          </p:cNvGraphicFramePr>
          <p:nvPr>
            <p:ph idx="1"/>
            <p:extLst>
              <p:ext uri="{D42A27DB-BD31-4B8C-83A1-F6EECF244321}">
                <p14:modId xmlns:p14="http://schemas.microsoft.com/office/powerpoint/2010/main" val="2206708013"/>
              </p:ext>
            </p:extLst>
          </p:nvPr>
        </p:nvGraphicFramePr>
        <p:xfrm>
          <a:off x="628650" y="1412875"/>
          <a:ext cx="8191500" cy="4764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BD8-8589-FAD4-1112-4740CC2547D8}"/>
              </a:ext>
            </a:extLst>
          </p:cNvPr>
          <p:cNvSpPr>
            <a:spLocks noGrp="1"/>
          </p:cNvSpPr>
          <p:nvPr>
            <p:ph type="title"/>
          </p:nvPr>
        </p:nvSpPr>
        <p:spPr>
          <a:xfrm>
            <a:off x="628650" y="-315913"/>
            <a:ext cx="7886700" cy="1325563"/>
          </a:xfrm>
        </p:spPr>
        <p:txBody>
          <a:bodyPr/>
          <a:lstStyle/>
          <a:p>
            <a:pPr eaLnBrk="1" hangingPunct="1">
              <a:defRPr/>
            </a:pPr>
            <a:r>
              <a:rPr lang="en-GB" dirty="0">
                <a:latin typeface="+mn-lt"/>
                <a:ea typeface="+mn-ea"/>
                <a:cs typeface="+mn-cs"/>
              </a:rPr>
              <a:t>Scope of AI types</a:t>
            </a:r>
            <a:endParaRPr lang="en-US" dirty="0"/>
          </a:p>
        </p:txBody>
      </p:sp>
      <p:sp>
        <p:nvSpPr>
          <p:cNvPr id="17411" name="Content Placeholder 2">
            <a:extLst>
              <a:ext uri="{FF2B5EF4-FFF2-40B4-BE49-F238E27FC236}">
                <a16:creationId xmlns:a16="http://schemas.microsoft.com/office/drawing/2014/main" id="{EF3908ED-5441-D698-2173-BE01176AAAD7}"/>
              </a:ext>
            </a:extLst>
          </p:cNvPr>
          <p:cNvSpPr>
            <a:spLocks noGrp="1" noChangeArrowheads="1"/>
          </p:cNvSpPr>
          <p:nvPr>
            <p:ph idx="1"/>
          </p:nvPr>
        </p:nvSpPr>
        <p:spPr>
          <a:xfrm>
            <a:off x="323850" y="981075"/>
            <a:ext cx="7272338" cy="5543550"/>
          </a:xfrm>
        </p:spPr>
        <p:txBody>
          <a:bodyPr/>
          <a:lstStyle/>
          <a:p>
            <a:pPr eaLnBrk="1" hangingPunct="1"/>
            <a:r>
              <a:rPr lang="en-GB" altLang="en-US" dirty="0"/>
              <a:t>Symbolic reasoning and search </a:t>
            </a:r>
            <a:r>
              <a:rPr lang="en-GB" altLang="en-US" sz="2400" dirty="0"/>
              <a:t>(non-learning)</a:t>
            </a:r>
            <a:endParaRPr lang="en-GB" altLang="en-US" dirty="0"/>
          </a:p>
          <a:p>
            <a:pPr lvl="1" eaLnBrk="1" hangingPunct="1"/>
            <a:r>
              <a:rPr lang="en-GB" altLang="en-US" sz="2000" dirty="0"/>
              <a:t>blind search, heuristic search, adversarial search, MCTS, constraint sat/solve, planning, logical reasoning</a:t>
            </a:r>
            <a:endParaRPr lang="en-GB" altLang="en-US" dirty="0"/>
          </a:p>
          <a:p>
            <a:pPr eaLnBrk="1" hangingPunct="1"/>
            <a:r>
              <a:rPr lang="en-GB" altLang="en-US" dirty="0"/>
              <a:t>Machine learning</a:t>
            </a:r>
          </a:p>
          <a:p>
            <a:pPr lvl="1" eaLnBrk="1" hangingPunct="1"/>
            <a:r>
              <a:rPr lang="en-GB" altLang="en-US" sz="2200" dirty="0"/>
              <a:t>Non-ANN: </a:t>
            </a:r>
          </a:p>
          <a:p>
            <a:pPr lvl="2" eaLnBrk="1" hangingPunct="1"/>
            <a:r>
              <a:rPr lang="en-GB" altLang="en-US" sz="1800" dirty="0"/>
              <a:t>R</a:t>
            </a:r>
            <a:r>
              <a:rPr lang="en-US" altLang="en-US" sz="1800" dirty="0"/>
              <a:t>egression models, decision trees, random forests, Support Vector Machines (SVMs), K-Nearest Neighbors (KNN), Naive Bayes classifiers, Bayesian networks</a:t>
            </a:r>
            <a:endParaRPr lang="en-GB" altLang="en-US" sz="1800" dirty="0"/>
          </a:p>
          <a:p>
            <a:pPr lvl="1" eaLnBrk="1" hangingPunct="1"/>
            <a:r>
              <a:rPr lang="en-GB" altLang="en-US" dirty="0"/>
              <a:t>Artificial Neural Networks</a:t>
            </a:r>
          </a:p>
          <a:p>
            <a:pPr lvl="2" eaLnBrk="1" hangingPunct="1"/>
            <a:r>
              <a:rPr lang="en-GB" altLang="en-US" dirty="0"/>
              <a:t>Classification, clustering, regression/curve fitting</a:t>
            </a:r>
          </a:p>
          <a:p>
            <a:pPr lvl="2" eaLnBrk="1" hangingPunct="1"/>
            <a:r>
              <a:rPr lang="en-GB" altLang="en-US" dirty="0"/>
              <a:t>Deep learning</a:t>
            </a:r>
          </a:p>
          <a:p>
            <a:pPr lvl="3" eaLnBrk="1" hangingPunct="1"/>
            <a:r>
              <a:rPr lang="en-GB" altLang="en-US" dirty="0"/>
              <a:t>Generative AI</a:t>
            </a:r>
          </a:p>
          <a:p>
            <a:pPr lvl="4" eaLnBrk="1" hangingPunct="1"/>
            <a:r>
              <a:rPr lang="en-GB" altLang="en-US" dirty="0"/>
              <a:t>CNNs, GANs, image generation</a:t>
            </a:r>
          </a:p>
          <a:p>
            <a:pPr lvl="4" eaLnBrk="1" hangingPunct="1"/>
            <a:r>
              <a:rPr lang="en-GB" altLang="en-US" dirty="0"/>
              <a:t>Large Language Models: chatbots</a:t>
            </a:r>
            <a:endParaRPr lang="en-US" altLang="en-US" dirty="0"/>
          </a:p>
        </p:txBody>
      </p:sp>
      <p:sp>
        <p:nvSpPr>
          <p:cNvPr id="7" name="Rectangle 6">
            <a:extLst>
              <a:ext uri="{FF2B5EF4-FFF2-40B4-BE49-F238E27FC236}">
                <a16:creationId xmlns:a16="http://schemas.microsoft.com/office/drawing/2014/main" id="{AE814DF1-DEB6-2114-AD89-B43D48E0E5BF}"/>
              </a:ext>
            </a:extLst>
          </p:cNvPr>
          <p:cNvSpPr/>
          <p:nvPr/>
        </p:nvSpPr>
        <p:spPr>
          <a:xfrm rot="5400000">
            <a:off x="6977063" y="1584325"/>
            <a:ext cx="1460500" cy="355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GB" dirty="0"/>
              <a:t>Classical AI</a:t>
            </a:r>
            <a:endParaRPr lang="en-US" dirty="0"/>
          </a:p>
        </p:txBody>
      </p:sp>
      <p:grpSp>
        <p:nvGrpSpPr>
          <p:cNvPr id="14" name="Group 13">
            <a:extLst>
              <a:ext uri="{FF2B5EF4-FFF2-40B4-BE49-F238E27FC236}">
                <a16:creationId xmlns:a16="http://schemas.microsoft.com/office/drawing/2014/main" id="{EE06AB36-23F4-B5E8-C859-30D22FAC406C}"/>
              </a:ext>
            </a:extLst>
          </p:cNvPr>
          <p:cNvGrpSpPr>
            <a:grpSpLocks/>
          </p:cNvGrpSpPr>
          <p:nvPr/>
        </p:nvGrpSpPr>
        <p:grpSpPr bwMode="auto">
          <a:xfrm>
            <a:off x="8070851" y="1031874"/>
            <a:ext cx="388939" cy="3762869"/>
            <a:chOff x="8070970" y="815417"/>
            <a:chExt cx="391826" cy="4419233"/>
          </a:xfrm>
        </p:grpSpPr>
        <p:sp>
          <p:nvSpPr>
            <p:cNvPr id="8" name="Rectangle 7">
              <a:extLst>
                <a:ext uri="{FF2B5EF4-FFF2-40B4-BE49-F238E27FC236}">
                  <a16:creationId xmlns:a16="http://schemas.microsoft.com/office/drawing/2014/main" id="{C4507168-2D33-7248-6BAA-2E908372DF78}"/>
                </a:ext>
              </a:extLst>
            </p:cNvPr>
            <p:cNvSpPr/>
            <p:nvPr/>
          </p:nvSpPr>
          <p:spPr>
            <a:xfrm rot="5400000">
              <a:off x="6631039" y="2255349"/>
              <a:ext cx="3238104" cy="358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GB" dirty="0"/>
                <a:t>This module</a:t>
              </a:r>
              <a:endParaRPr lang="en-US" dirty="0"/>
            </a:p>
          </p:txBody>
        </p:sp>
        <p:sp>
          <p:nvSpPr>
            <p:cNvPr id="11" name="Rectangle 10">
              <a:extLst>
                <a:ext uri="{FF2B5EF4-FFF2-40B4-BE49-F238E27FC236}">
                  <a16:creationId xmlns:a16="http://schemas.microsoft.com/office/drawing/2014/main" id="{3BC7055B-3C8A-A0A9-000B-2FACE7C6D49A}"/>
                </a:ext>
              </a:extLst>
            </p:cNvPr>
            <p:cNvSpPr/>
            <p:nvPr/>
          </p:nvSpPr>
          <p:spPr>
            <a:xfrm rot="5400000">
              <a:off x="8157628" y="4389706"/>
              <a:ext cx="216922" cy="390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 name="Rectangle 11">
              <a:extLst>
                <a:ext uri="{FF2B5EF4-FFF2-40B4-BE49-F238E27FC236}">
                  <a16:creationId xmlns:a16="http://schemas.microsoft.com/office/drawing/2014/main" id="{D72C4871-17D4-FB88-01C0-B95436B70269}"/>
                </a:ext>
              </a:extLst>
            </p:cNvPr>
            <p:cNvSpPr/>
            <p:nvPr/>
          </p:nvSpPr>
          <p:spPr>
            <a:xfrm rot="5400000">
              <a:off x="8208730" y="4763033"/>
              <a:ext cx="117893" cy="390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3" name="Rectangle 12">
              <a:extLst>
                <a:ext uri="{FF2B5EF4-FFF2-40B4-BE49-F238E27FC236}">
                  <a16:creationId xmlns:a16="http://schemas.microsoft.com/office/drawing/2014/main" id="{FB3F908D-81E4-5421-8039-98F64E024D18}"/>
                </a:ext>
              </a:extLst>
            </p:cNvPr>
            <p:cNvSpPr/>
            <p:nvPr/>
          </p:nvSpPr>
          <p:spPr>
            <a:xfrm rot="5400000">
              <a:off x="8225220" y="4998662"/>
              <a:ext cx="81739" cy="390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1">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1">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AC684D77-9B43-6D5A-E46C-52C68248710E}"/>
              </a:ext>
            </a:extLst>
          </p:cNvPr>
          <p:cNvSpPr>
            <a:spLocks noGrp="1" noChangeArrowheads="1"/>
          </p:cNvSpPr>
          <p:nvPr>
            <p:ph type="title"/>
          </p:nvPr>
        </p:nvSpPr>
        <p:spPr/>
        <p:txBody>
          <a:bodyPr/>
          <a:lstStyle/>
          <a:p>
            <a:pPr eaLnBrk="1" hangingPunct="1"/>
            <a:r>
              <a:rPr lang="en-GB" altLang="en-US" dirty="0"/>
              <a:t>Teaching methods/resources</a:t>
            </a:r>
            <a:endParaRPr lang="en-US" altLang="en-US" dirty="0"/>
          </a:p>
        </p:txBody>
      </p:sp>
      <p:sp>
        <p:nvSpPr>
          <p:cNvPr id="27651" name="Content Placeholder 2">
            <a:extLst>
              <a:ext uri="{FF2B5EF4-FFF2-40B4-BE49-F238E27FC236}">
                <a16:creationId xmlns:a16="http://schemas.microsoft.com/office/drawing/2014/main" id="{53AB1EC6-A077-E8A7-8744-0ED4075A389C}"/>
              </a:ext>
            </a:extLst>
          </p:cNvPr>
          <p:cNvSpPr>
            <a:spLocks noGrp="1" noChangeArrowheads="1"/>
          </p:cNvSpPr>
          <p:nvPr>
            <p:ph idx="1"/>
          </p:nvPr>
        </p:nvSpPr>
        <p:spPr/>
        <p:txBody>
          <a:bodyPr/>
          <a:lstStyle/>
          <a:p>
            <a:pPr eaLnBrk="1" hangingPunct="1"/>
            <a:r>
              <a:rPr lang="en-GB" altLang="en-US" dirty="0">
                <a:hlinkClick r:id="rId2"/>
              </a:rPr>
              <a:t>Wiki</a:t>
            </a:r>
            <a:r>
              <a:rPr lang="en-GB" altLang="en-US" dirty="0"/>
              <a:t> is being retired </a:t>
            </a:r>
            <a:r>
              <a:rPr lang="en-GB" altLang="en-US" dirty="0">
                <a:sym typeface="Wingdings" panose="05000000000000000000" pitchFamily="2" charset="2"/>
              </a:rPr>
              <a:t> Moodle</a:t>
            </a:r>
            <a:endParaRPr lang="en-GB" altLang="en-US" dirty="0"/>
          </a:p>
          <a:p>
            <a:pPr eaLnBrk="1" hangingPunct="1"/>
            <a:r>
              <a:rPr lang="en-GB" altLang="en-US" dirty="0"/>
              <a:t>Readings and viewings</a:t>
            </a:r>
          </a:p>
          <a:p>
            <a:pPr lvl="1" eaLnBrk="1" hangingPunct="1"/>
            <a:r>
              <a:rPr lang="en-GB" altLang="en-US" dirty="0"/>
              <a:t>The Social Dilemma </a:t>
            </a:r>
          </a:p>
          <a:p>
            <a:pPr lvl="2" eaLnBrk="1" hangingPunct="1"/>
            <a:r>
              <a:rPr lang="en-GB" altLang="en-US" dirty="0"/>
              <a:t>viewing parties</a:t>
            </a:r>
          </a:p>
          <a:p>
            <a:pPr lvl="1" eaLnBrk="1" hangingPunct="1"/>
            <a:r>
              <a:rPr lang="en-GB" altLang="en-US" dirty="0"/>
              <a:t>The AI dilemma </a:t>
            </a:r>
          </a:p>
          <a:p>
            <a:pPr eaLnBrk="1" hangingPunct="1"/>
            <a:endParaRPr lang="en-GB" altLang="en-US" dirty="0"/>
          </a:p>
          <a:p>
            <a:pPr lvl="1" eaLnBrk="1" hangingPunct="1"/>
            <a:endParaRPr lang="en-US" altLang="en-US" dirty="0"/>
          </a:p>
        </p:txBody>
      </p:sp>
      <p:sp>
        <p:nvSpPr>
          <p:cNvPr id="46085" name="Rectangle 4">
            <a:extLst>
              <a:ext uri="{FF2B5EF4-FFF2-40B4-BE49-F238E27FC236}">
                <a16:creationId xmlns:a16="http://schemas.microsoft.com/office/drawing/2014/main" id="{525E1466-683D-976B-4C09-6273685A0190}"/>
              </a:ext>
            </a:extLst>
          </p:cNvPr>
          <p:cNvSpPr txBox="1">
            <a:spLocks noChangeArrowheads="1"/>
          </p:cNvSpPr>
          <p:nvPr/>
        </p:nvSpPr>
        <p:spPr bwMode="auto">
          <a:xfrm>
            <a:off x="647700" y="4018244"/>
            <a:ext cx="84963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a:lstStyle>
          <a:p>
            <a:pPr defTabSz="914400" eaLnBrk="1" hangingPunct="1"/>
            <a:r>
              <a:rPr lang="en-GB" altLang="en-US" dirty="0"/>
              <a:t>Text book…</a:t>
            </a:r>
          </a:p>
        </p:txBody>
      </p:sp>
      <p:sp>
        <p:nvSpPr>
          <p:cNvPr id="46086" name="Text Box 5">
            <a:extLst>
              <a:ext uri="{FF2B5EF4-FFF2-40B4-BE49-F238E27FC236}">
                <a16:creationId xmlns:a16="http://schemas.microsoft.com/office/drawing/2014/main" id="{B6E7F97F-59D0-80BE-FF1F-A1D674706610}"/>
              </a:ext>
            </a:extLst>
          </p:cNvPr>
          <p:cNvSpPr txBox="1">
            <a:spLocks noChangeArrowheads="1"/>
          </p:cNvSpPr>
          <p:nvPr/>
        </p:nvSpPr>
        <p:spPr bwMode="auto">
          <a:xfrm>
            <a:off x="659730" y="4667532"/>
            <a:ext cx="8507413"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lvl1pPr marL="358775" indent="-358775">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896938" indent="-358775">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358775" marR="0" lvl="0" indent="-358775" algn="l" defTabSz="914400" rtl="0" eaLnBrk="0" fontAlgn="base" latinLnBrk="0" hangingPunct="0">
              <a:lnSpc>
                <a:spcPct val="100000"/>
              </a:lnSpc>
              <a:spcBef>
                <a:spcPct val="0"/>
              </a:spcBef>
              <a:spcAft>
                <a:spcPct val="70000"/>
              </a:spcAft>
              <a:buClrTx/>
              <a:buSzTx/>
              <a:buFontTx/>
              <a:buChar char="•"/>
              <a:tabLst/>
              <a:defRPr/>
            </a:pPr>
            <a:r>
              <a:rPr kumimoji="0" lang="en-GB" altLang="en-US" sz="2400" b="0" i="0" u="none" strike="noStrike" kern="1200" cap="none" spc="0" normalizeH="0" baseline="0" noProof="0" dirty="0">
                <a:ln>
                  <a:noFill/>
                </a:ln>
                <a:solidFill>
                  <a:srgbClr val="323D43"/>
                </a:solidFill>
                <a:effectLst/>
                <a:uLnTx/>
                <a:uFillTx/>
                <a:latin typeface="Georgia" panose="02040502050405020303" pitchFamily="18" charset="0"/>
                <a:ea typeface="ＭＳ Ｐゴシック" panose="020B0600070205080204" pitchFamily="34" charset="-128"/>
                <a:cs typeface="+mn-cs"/>
                <a:hlinkClick r:id="rId3"/>
              </a:rPr>
              <a:t>Artificial Intelligence a Modern Approach </a:t>
            </a:r>
            <a:r>
              <a:rPr kumimoji="0" lang="en-GB" altLang="en-US" sz="2400" b="0" i="0" u="none" strike="noStrike" kern="1200" cap="none" spc="0" normalizeH="0" baseline="0" noProof="0" dirty="0">
                <a:ln>
                  <a:noFill/>
                </a:ln>
                <a:solidFill>
                  <a:srgbClr val="323D43"/>
                </a:solidFill>
                <a:effectLst/>
                <a:uLnTx/>
                <a:uFillTx/>
                <a:latin typeface="Georgia" panose="02040502050405020303" pitchFamily="18" charset="0"/>
                <a:ea typeface="ＭＳ Ｐゴシック" panose="020B0600070205080204" pitchFamily="34" charset="-128"/>
                <a:cs typeface="+mn-cs"/>
              </a:rPr>
              <a:t> </a:t>
            </a:r>
            <a:br>
              <a:rPr kumimoji="0" lang="en-GB" altLang="en-US" sz="2400" b="0" i="0" u="none" strike="noStrike" kern="1200" cap="none" spc="0" normalizeH="0" baseline="0" noProof="0" dirty="0">
                <a:ln>
                  <a:noFill/>
                </a:ln>
                <a:solidFill>
                  <a:srgbClr val="323D43"/>
                </a:solidFill>
                <a:effectLst/>
                <a:uLnTx/>
                <a:uFillTx/>
                <a:latin typeface="Georgia" panose="02040502050405020303" pitchFamily="18" charset="0"/>
                <a:ea typeface="ＭＳ Ｐゴシック" panose="020B0600070205080204" pitchFamily="34" charset="-128"/>
                <a:cs typeface="+mn-cs"/>
              </a:rPr>
            </a:br>
            <a:r>
              <a:rPr kumimoji="0" lang="en-GB" altLang="en-US" sz="2400" b="0" i="0" u="none" strike="noStrike" kern="1200" cap="none" spc="0" normalizeH="0" baseline="0" noProof="0" dirty="0">
                <a:ln>
                  <a:noFill/>
                </a:ln>
                <a:solidFill>
                  <a:srgbClr val="323D43"/>
                </a:solidFill>
                <a:effectLst/>
                <a:uLnTx/>
                <a:uFillTx/>
                <a:latin typeface="Georgia" panose="02040502050405020303" pitchFamily="18" charset="0"/>
                <a:ea typeface="ＭＳ Ｐゴシック" panose="020B0600070205080204" pitchFamily="34" charset="-128"/>
                <a:cs typeface="+mn-cs"/>
              </a:rPr>
              <a:t>(Russel and Norvig)</a:t>
            </a:r>
          </a:p>
        </p:txBody>
      </p:sp>
      <p:sp>
        <p:nvSpPr>
          <p:cNvPr id="2" name="Title 1">
            <a:extLst>
              <a:ext uri="{FF2B5EF4-FFF2-40B4-BE49-F238E27FC236}">
                <a16:creationId xmlns:a16="http://schemas.microsoft.com/office/drawing/2014/main" id="{9675AF84-DF49-9237-E763-619A5F63DFD5}"/>
              </a:ext>
            </a:extLst>
          </p:cNvPr>
          <p:cNvSpPr txBox="1">
            <a:spLocks/>
          </p:cNvSpPr>
          <p:nvPr/>
        </p:nvSpPr>
        <p:spPr bwMode="auto">
          <a:xfrm>
            <a:off x="676012" y="5565992"/>
            <a:ext cx="78867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a:lstStyle>
          <a:p>
            <a:pPr defTabSz="914400"/>
            <a:r>
              <a:rPr lang="en-GB" dirty="0"/>
              <a:t>Assessment: 100% exam</a:t>
            </a:r>
            <a:endParaRPr lang="en-US" dirty="0"/>
          </a:p>
        </p:txBody>
      </p:sp>
    </p:spTree>
    <p:extLst>
      <p:ext uri="{BB962C8B-B14F-4D97-AF65-F5344CB8AC3E}">
        <p14:creationId xmlns:p14="http://schemas.microsoft.com/office/powerpoint/2010/main" val="3955618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2" name="Rectangle 18441">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Title 1">
            <a:extLst>
              <a:ext uri="{FF2B5EF4-FFF2-40B4-BE49-F238E27FC236}">
                <a16:creationId xmlns:a16="http://schemas.microsoft.com/office/drawing/2014/main" id="{D66616DD-C7BD-CE8C-FEFE-E54EB121E25B}"/>
              </a:ext>
            </a:extLst>
          </p:cNvPr>
          <p:cNvSpPr>
            <a:spLocks noGrp="1" noChangeArrowheads="1"/>
          </p:cNvSpPr>
          <p:nvPr>
            <p:ph type="title"/>
          </p:nvPr>
        </p:nvSpPr>
        <p:spPr>
          <a:xfrm>
            <a:off x="3415299" y="548464"/>
            <a:ext cx="5098906" cy="1675623"/>
          </a:xfrm>
        </p:spPr>
        <p:txBody>
          <a:bodyPr anchor="b">
            <a:normAutofit/>
          </a:bodyPr>
          <a:lstStyle/>
          <a:p>
            <a:pPr eaLnBrk="1" hangingPunct="1"/>
            <a:r>
              <a:rPr lang="en-GB" altLang="en-US" sz="3500"/>
              <a:t>You and AI</a:t>
            </a:r>
            <a:endParaRPr lang="en-US" altLang="en-US" sz="3500"/>
          </a:p>
        </p:txBody>
      </p:sp>
      <p:pic>
        <p:nvPicPr>
          <p:cNvPr id="18438" name="Picture 18437">
            <a:extLst>
              <a:ext uri="{FF2B5EF4-FFF2-40B4-BE49-F238E27FC236}">
                <a16:creationId xmlns:a16="http://schemas.microsoft.com/office/drawing/2014/main" id="{D7C6AF81-51C3-E11B-3651-0A81ADA9EE05}"/>
              </a:ext>
            </a:extLst>
          </p:cNvPr>
          <p:cNvPicPr>
            <a:picLocks noChangeAspect="1"/>
          </p:cNvPicPr>
          <p:nvPr/>
        </p:nvPicPr>
        <p:blipFill>
          <a:blip r:embed="rId2"/>
          <a:srcRect l="27892" r="41474" b="-1"/>
          <a:stretch>
            <a:fillRect/>
          </a:stretch>
        </p:blipFill>
        <p:spPr>
          <a:xfrm>
            <a:off x="20" y="10"/>
            <a:ext cx="3147352" cy="6857990"/>
          </a:xfrm>
          <a:prstGeom prst="rect">
            <a:avLst/>
          </a:prstGeom>
          <a:effectLst/>
        </p:spPr>
      </p:pic>
      <p:graphicFrame>
        <p:nvGraphicFramePr>
          <p:cNvPr id="18437" name="Content Placeholder 2">
            <a:extLst>
              <a:ext uri="{FF2B5EF4-FFF2-40B4-BE49-F238E27FC236}">
                <a16:creationId xmlns:a16="http://schemas.microsoft.com/office/drawing/2014/main" id="{EE3DE38B-BB86-F77E-994B-826B8D6ADCB8}"/>
              </a:ext>
            </a:extLst>
          </p:cNvPr>
          <p:cNvGraphicFramePr>
            <a:graphicFrameLocks noGrp="1"/>
          </p:cNvGraphicFramePr>
          <p:nvPr>
            <p:ph idx="1"/>
            <p:extLst>
              <p:ext uri="{D42A27DB-BD31-4B8C-83A1-F6EECF244321}">
                <p14:modId xmlns:p14="http://schemas.microsoft.com/office/powerpoint/2010/main" val="1213319646"/>
              </p:ext>
            </p:extLst>
          </p:nvPr>
        </p:nvGraphicFramePr>
        <p:xfrm>
          <a:off x="3415300" y="2409830"/>
          <a:ext cx="5098904"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9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491" name="Rectangle 2049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Title 1">
            <a:extLst>
              <a:ext uri="{FF2B5EF4-FFF2-40B4-BE49-F238E27FC236}">
                <a16:creationId xmlns:a16="http://schemas.microsoft.com/office/drawing/2014/main" id="{0AB0E17E-97D3-F941-6B9A-7FF66ECC1FFB}"/>
              </a:ext>
            </a:extLst>
          </p:cNvPr>
          <p:cNvSpPr>
            <a:spLocks noGrp="1" noChangeArrowheads="1"/>
          </p:cNvSpPr>
          <p:nvPr>
            <p:ph type="title"/>
          </p:nvPr>
        </p:nvSpPr>
        <p:spPr>
          <a:xfrm>
            <a:off x="571352" y="350196"/>
            <a:ext cx="3485178" cy="1624520"/>
          </a:xfrm>
        </p:spPr>
        <p:txBody>
          <a:bodyPr anchor="ctr">
            <a:normAutofit/>
          </a:bodyPr>
          <a:lstStyle/>
          <a:p>
            <a:pPr eaLnBrk="1" hangingPunct="1"/>
            <a:r>
              <a:rPr lang="en-GB" altLang="en-US" sz="3500"/>
              <a:t>AI now and future</a:t>
            </a:r>
            <a:endParaRPr lang="en-US" altLang="en-US" sz="3500"/>
          </a:p>
        </p:txBody>
      </p:sp>
      <p:sp>
        <p:nvSpPr>
          <p:cNvPr id="20483" name="Content Placeholder 2">
            <a:extLst>
              <a:ext uri="{FF2B5EF4-FFF2-40B4-BE49-F238E27FC236}">
                <a16:creationId xmlns:a16="http://schemas.microsoft.com/office/drawing/2014/main" id="{5E33A1A1-C272-8D66-346B-A3490D5B6569}"/>
              </a:ext>
            </a:extLst>
          </p:cNvPr>
          <p:cNvSpPr>
            <a:spLocks noGrp="1" noChangeArrowheads="1"/>
          </p:cNvSpPr>
          <p:nvPr>
            <p:ph idx="1"/>
          </p:nvPr>
        </p:nvSpPr>
        <p:spPr>
          <a:xfrm>
            <a:off x="571351" y="2743200"/>
            <a:ext cx="3485179" cy="3613149"/>
          </a:xfrm>
        </p:spPr>
        <p:txBody>
          <a:bodyPr anchor="ctr">
            <a:normAutofit/>
          </a:bodyPr>
          <a:lstStyle/>
          <a:p>
            <a:pPr eaLnBrk="1" hangingPunct="1"/>
            <a:r>
              <a:rPr lang="en-GB" altLang="en-US" sz="1700" dirty="0"/>
              <a:t>Your hopes for AI?</a:t>
            </a:r>
          </a:p>
          <a:p>
            <a:pPr lvl="1" eaLnBrk="1" hangingPunct="1"/>
            <a:r>
              <a:rPr lang="en-GB" altLang="en-US" sz="1700" dirty="0"/>
              <a:t>What </a:t>
            </a:r>
            <a:r>
              <a:rPr lang="en-US" sz="1800" dirty="0"/>
              <a:t>are the most exciting/beneficial areas of AI?</a:t>
            </a:r>
            <a:endParaRPr lang="en-GB" altLang="en-US" sz="1700" dirty="0"/>
          </a:p>
          <a:p>
            <a:pPr lvl="1" eaLnBrk="1" hangingPunct="1"/>
            <a:r>
              <a:rPr lang="en-GB" altLang="en-US" sz="1700" dirty="0"/>
              <a:t>…now or in the near future?</a:t>
            </a:r>
          </a:p>
        </p:txBody>
      </p:sp>
      <p:pic>
        <p:nvPicPr>
          <p:cNvPr id="20493" name="Picture 20492" descr="Robot hands and technology">
            <a:extLst>
              <a:ext uri="{FF2B5EF4-FFF2-40B4-BE49-F238E27FC236}">
                <a16:creationId xmlns:a16="http://schemas.microsoft.com/office/drawing/2014/main" id="{7101C21A-09B4-3B61-44F4-BFE9BB05B92B}"/>
              </a:ext>
            </a:extLst>
          </p:cNvPr>
          <p:cNvPicPr>
            <a:picLocks noChangeAspect="1"/>
          </p:cNvPicPr>
          <p:nvPr/>
        </p:nvPicPr>
        <p:blipFill>
          <a:blip r:embed="rId2"/>
          <a:srcRect l="25853" r="24091"/>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Lst>
          </p:cNvPr>
          <p:cNvSpPr>
            <a:spLocks noGrp="1"/>
          </p:cNvSpPr>
          <p:nvPr>
            <p:ph type="title"/>
            <p:custDataLst>
              <p:tags r:id="rId2"/>
            </p:custDataLst>
          </p:nvPr>
        </p:nvSpPr>
        <p:spPr>
          <a:xfrm>
            <a:off x="628650" y="365125"/>
            <a:ext cx="7886700" cy="1325563"/>
          </a:xfrm>
        </p:spPr>
        <p:txBody>
          <a:bodyPr/>
          <a:lstStyle/>
          <a:p>
            <a:r>
              <a:rPr lang="en-US"/>
              <a:t>What do you think are the most exciting/optimistic areas of AI?</a:t>
            </a:r>
            <a:endParaRPr lang="en-FI"/>
          </a:p>
        </p:txBody>
      </p:sp>
      <p:sp>
        <p:nvSpPr>
          <p:cNvPr id="3" name="Content Placeholder 2">
            <a:extLst>
              <a:ext uri="{FF2B5EF4-FFF2-40B4-BE49-F238E27FC236}">
                <a16:creationId xmlns:a16="http://schemas.microsoft.com/office/drawing/2014/main" id="{69BB87DD-025D-AE43-4A03-910135B61E5D}"/>
              </a:ext>
            </a:extLst>
          </p:cNvPr>
          <p:cNvSpPr>
            <a:spLocks noGrp="1"/>
          </p:cNvSpPr>
          <p:nvPr>
            <p:ph sz="quarter" idx="13"/>
            <p:custDataLst>
              <p:tags r:id="rId3"/>
            </p:custDataLst>
          </p:nvPr>
        </p:nvSpPr>
        <p:spPr>
          <a:xfrm>
            <a:off x="628650" y="1798320"/>
            <a:ext cx="7886700" cy="4429760"/>
          </a:xfrm>
        </p:spPr>
        <p:txBody>
          <a:bodyPr/>
          <a:lstStyle/>
          <a:p>
            <a:r>
              <a:rPr lang="en-FI"/>
              <a:t> </a:t>
            </a:r>
            <a:endParaRPr lang="en-FI" dirty="0"/>
          </a:p>
        </p:txBody>
      </p:sp>
      <p:sp>
        <p:nvSpPr>
          <p:cNvPr id="4" name="Rectangle 3">
            <a:extLst>
              <a:ext uri="{FF2B5EF4-FFF2-40B4-BE49-F238E27FC236}">
                <a16:creationId xmlns:a16="http://schemas.microsoft.com/office/drawing/2014/main" id="{2027D873-2C0C-2FAE-C285-94FF890F42D0}"/>
              </a:ext>
            </a:extLst>
          </p:cNvPr>
          <p:cNvSpPr/>
          <p:nvPr>
            <p:custDataLst>
              <p:tags r:id="rId4"/>
            </p:custDataLst>
          </p:nvPr>
        </p:nvSpPr>
        <p:spPr>
          <a:xfrm>
            <a:off x="-2540000" y="190500"/>
            <a:ext cx="0" cy="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5" name="Rectangle 4">
            <a:extLst>
              <a:ext uri="{FF2B5EF4-FFF2-40B4-BE49-F238E27FC236}">
                <a16:creationId xmlns:a16="http://schemas.microsoft.com/office/drawing/2014/main" id="{98B97BF0-4D4C-481C-67BC-B5E1C2041849}"/>
              </a:ext>
            </a:extLst>
          </p:cNvPr>
          <p:cNvSpPr/>
          <p:nvPr>
            <p:custDataLst>
              <p:tags r:id="rId5"/>
            </p:custDataLst>
          </p:nvPr>
        </p:nvSpPr>
        <p:spPr>
          <a:xfrm>
            <a:off x="-2540000" y="381000"/>
            <a:ext cx="0" cy="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dirty="0"/>
          </a:p>
        </p:txBody>
      </p:sp>
      <p:sp>
        <p:nvSpPr>
          <p:cNvPr id="6" name="Rectangle 5">
            <a:extLst>
              <a:ext uri="{FF2B5EF4-FFF2-40B4-BE49-F238E27FC236}">
                <a16:creationId xmlns:a16="http://schemas.microsoft.com/office/drawing/2014/main" id="{6D7F7CD5-3FCD-C7F7-C116-CBEA49170231}"/>
              </a:ext>
            </a:extLst>
          </p:cNvPr>
          <p:cNvSpPr/>
          <p:nvPr>
            <p:custDataLst>
              <p:tags r:id="rId6"/>
            </p:custDataLst>
          </p:nvPr>
        </p:nvSpPr>
        <p:spPr>
          <a:xfrm>
            <a:off x="-254000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7" name="Rectangle 6">
            <a:extLst>
              <a:ext uri="{FF2B5EF4-FFF2-40B4-BE49-F238E27FC236}">
                <a16:creationId xmlns:a16="http://schemas.microsoft.com/office/drawing/2014/main" id="{0B62CD57-B2E9-F4BD-279D-974AA1F84153}"/>
              </a:ext>
            </a:extLst>
          </p:cNvPr>
          <p:cNvSpPr/>
          <p:nvPr>
            <p:custDataLst>
              <p:tags r:id="rId7"/>
            </p:custDataLst>
          </p:nvPr>
        </p:nvSpPr>
        <p:spPr>
          <a:xfrm>
            <a:off x="-2540000" y="571500"/>
            <a:ext cx="0" cy="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8" name="Rectangle 7">
            <a:extLst>
              <a:ext uri="{FF2B5EF4-FFF2-40B4-BE49-F238E27FC236}">
                <a16:creationId xmlns:a16="http://schemas.microsoft.com/office/drawing/2014/main" id="{0E70DA46-7AE2-44B7-7C46-36BE5904F3BD}"/>
              </a:ext>
            </a:extLst>
          </p:cNvPr>
          <p:cNvSpPr/>
          <p:nvPr>
            <p:custDataLst>
              <p:tags r:id="rId8"/>
            </p:custDataLst>
          </p:nvPr>
        </p:nvSpPr>
        <p:spPr>
          <a:xfrm>
            <a:off x="-2540000" y="762000"/>
            <a:ext cx="0" cy="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9" name="Rectangle 8">
            <a:extLst>
              <a:ext uri="{FF2B5EF4-FFF2-40B4-BE49-F238E27FC236}">
                <a16:creationId xmlns:a16="http://schemas.microsoft.com/office/drawing/2014/main" id="{2FA965C6-2143-8D42-170D-2D8FFD20C58E}"/>
              </a:ext>
            </a:extLst>
          </p:cNvPr>
          <p:cNvSpPr/>
          <p:nvPr>
            <p:custDataLst>
              <p:tags r:id="rId9"/>
            </p:custDataLst>
          </p:nvPr>
        </p:nvSpPr>
        <p:spPr>
          <a:xfrm>
            <a:off x="-2540000" y="952500"/>
            <a:ext cx="0" cy="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12" name="Rectangle: Top Corners Snipped 11">
            <a:extLst>
              <a:ext uri="{FF2B5EF4-FFF2-40B4-BE49-F238E27FC236}">
                <a16:creationId xmlns:a16="http://schemas.microsoft.com/office/drawing/2014/main" id="{F8E8593C-29F2-44EB-8CA5-A64C19D626D8}"/>
              </a:ext>
            </a:extLst>
          </p:cNvPr>
          <p:cNvSpPr/>
          <p:nvPr>
            <p:custDataLst>
              <p:tags r:id="rId10"/>
            </p:custDataLst>
          </p:nvPr>
        </p:nvSpPr>
        <p:spPr>
          <a:xfrm>
            <a:off x="165100" y="254000"/>
            <a:ext cx="177800" cy="127000"/>
          </a:xfrm>
          <a:prstGeom prst="snip2Same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AF0A013B-83BC-4216-8D18-62708C891FB4}"/>
              </a:ext>
            </a:extLst>
          </p:cNvPr>
          <p:cNvSpPr/>
          <p:nvPr>
            <p:custDataLst>
              <p:tags r:id="rId11"/>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580A5796-7D39-48D2-84F1-3574B59FB8F4}"/>
              </a:ext>
            </a:extLst>
          </p:cNvPr>
          <p:cNvSpPr/>
          <p:nvPr>
            <p:custDataLst>
              <p:tags r:id="rId12"/>
            </p:custDataLst>
          </p:nvPr>
        </p:nvSpPr>
        <p:spPr>
          <a:xfrm>
            <a:off x="628650" y="1798638"/>
            <a:ext cx="7886700" cy="4429125"/>
          </a:xfrm>
          <a:prstGeom prst="rect">
            <a:avLst/>
          </a:prstGeom>
          <a:solidFill>
            <a:srgbClr val="156082">
              <a:alpha val="0"/>
            </a:srgbClr>
          </a:solidFill>
          <a:ln w="12700" cap="flat" cmpd="sng" algn="ctr">
            <a:no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8" name="TextBox 107">
            <a:extLst>
              <a:ext uri="{FF2B5EF4-FFF2-40B4-BE49-F238E27FC236}">
                <a16:creationId xmlns:a16="http://schemas.microsoft.com/office/drawing/2014/main" id="{703205F7-0C89-49D5-A968-2595AA55E506}"/>
              </a:ext>
            </a:extLst>
          </p:cNvPr>
          <p:cNvSpPr txBox="1"/>
          <p:nvPr>
            <p:custDataLst>
              <p:tags r:id="rId13"/>
            </p:custDataLst>
          </p:nvPr>
        </p:nvSpPr>
        <p:spPr>
          <a:xfrm>
            <a:off x="3644900" y="3111500"/>
            <a:ext cx="5765800" cy="2590800"/>
          </a:xfrm>
          <a:prstGeom prst="rect">
            <a:avLst/>
          </a:prstGeom>
          <a:noFill/>
        </p:spPr>
        <p:txBody>
          <a:bodyPr vertOverflow="overflow" vert="horz" wrap="square" lIns="0" tIns="0" rIns="0" bIns="0" rtlCol="0" anchor="t">
            <a:spAutoFit/>
          </a:bodyPr>
          <a:lstStyle/>
          <a:p>
            <a:pPr algn="l"/>
            <a:r>
              <a:rPr lang="en-US" sz="9700">
                <a:solidFill>
                  <a:srgbClr val="156082"/>
                </a:solidFill>
                <a:latin typeface="Aptos"/>
              </a:rPr>
              <a:t>medicine</a:t>
            </a:r>
          </a:p>
        </p:txBody>
      </p:sp>
      <p:sp>
        <p:nvSpPr>
          <p:cNvPr id="109" name="TextBox 108">
            <a:extLst>
              <a:ext uri="{FF2B5EF4-FFF2-40B4-BE49-F238E27FC236}">
                <a16:creationId xmlns:a16="http://schemas.microsoft.com/office/drawing/2014/main" id="{3DDA1394-0B8E-4EFD-B643-2C7FE66E8CD3}"/>
              </a:ext>
            </a:extLst>
          </p:cNvPr>
          <p:cNvSpPr txBox="1"/>
          <p:nvPr>
            <p:custDataLst>
              <p:tags r:id="rId14"/>
            </p:custDataLst>
          </p:nvPr>
        </p:nvSpPr>
        <p:spPr>
          <a:xfrm>
            <a:off x="2628900" y="4457700"/>
            <a:ext cx="2921000" cy="990600"/>
          </a:xfrm>
          <a:prstGeom prst="rect">
            <a:avLst/>
          </a:prstGeom>
          <a:noFill/>
        </p:spPr>
        <p:txBody>
          <a:bodyPr vertOverflow="overflow" vert="horz" wrap="square" lIns="0" tIns="0" rIns="0" bIns="0" rtlCol="0" anchor="t">
            <a:spAutoFit/>
          </a:bodyPr>
          <a:lstStyle/>
          <a:p>
            <a:pPr algn="l"/>
            <a:r>
              <a:rPr lang="en-US" sz="3400">
                <a:solidFill>
                  <a:srgbClr val="E97132"/>
                </a:solidFill>
                <a:latin typeface="Aptos"/>
              </a:rPr>
              <a:t>healthcare</a:t>
            </a:r>
          </a:p>
        </p:txBody>
      </p:sp>
      <p:sp>
        <p:nvSpPr>
          <p:cNvPr id="110" name="TextBox 109">
            <a:extLst>
              <a:ext uri="{FF2B5EF4-FFF2-40B4-BE49-F238E27FC236}">
                <a16:creationId xmlns:a16="http://schemas.microsoft.com/office/drawing/2014/main" id="{1BE2A0BA-9001-45E0-B14A-6790A50DAC5A}"/>
              </a:ext>
            </a:extLst>
          </p:cNvPr>
          <p:cNvSpPr txBox="1"/>
          <p:nvPr>
            <p:custDataLst>
              <p:tags r:id="rId15"/>
            </p:custDataLst>
          </p:nvPr>
        </p:nvSpPr>
        <p:spPr>
          <a:xfrm>
            <a:off x="3378200" y="2933700"/>
            <a:ext cx="2108200" cy="635000"/>
          </a:xfrm>
          <a:prstGeom prst="rect">
            <a:avLst/>
          </a:prstGeom>
          <a:noFill/>
        </p:spPr>
        <p:txBody>
          <a:bodyPr vertOverflow="overflow" vert="horz" wrap="square" lIns="0" tIns="0" rIns="0" bIns="0" rtlCol="0" anchor="t">
            <a:spAutoFit/>
          </a:bodyPr>
          <a:lstStyle/>
          <a:p>
            <a:pPr algn="l"/>
            <a:r>
              <a:rPr lang="en-US" sz="2000">
                <a:solidFill>
                  <a:srgbClr val="196B24"/>
                </a:solidFill>
                <a:latin typeface="Aptos"/>
              </a:rPr>
              <a:t>education</a:t>
            </a:r>
          </a:p>
        </p:txBody>
      </p:sp>
      <p:sp>
        <p:nvSpPr>
          <p:cNvPr id="111" name="TextBox 110">
            <a:extLst>
              <a:ext uri="{FF2B5EF4-FFF2-40B4-BE49-F238E27FC236}">
                <a16:creationId xmlns:a16="http://schemas.microsoft.com/office/drawing/2014/main" id="{41AE1910-A3E2-4FBA-9B42-C7311ACC5437}"/>
              </a:ext>
            </a:extLst>
          </p:cNvPr>
          <p:cNvSpPr txBox="1"/>
          <p:nvPr>
            <p:custDataLst>
              <p:tags r:id="rId16"/>
            </p:custDataLst>
          </p:nvPr>
        </p:nvSpPr>
        <p:spPr>
          <a:xfrm>
            <a:off x="2921000" y="4965700"/>
            <a:ext cx="1701800" cy="533400"/>
          </a:xfrm>
          <a:prstGeom prst="rect">
            <a:avLst/>
          </a:prstGeom>
          <a:noFill/>
        </p:spPr>
        <p:txBody>
          <a:bodyPr vertOverflow="overflow" vert="horz" wrap="square" lIns="0" tIns="0" rIns="0" bIns="0" rtlCol="0" anchor="t">
            <a:spAutoFit/>
          </a:bodyPr>
          <a:lstStyle/>
          <a:p>
            <a:pPr algn="l"/>
            <a:r>
              <a:rPr lang="en-US" sz="1600">
                <a:solidFill>
                  <a:srgbClr val="0F9ED5"/>
                </a:solidFill>
                <a:latin typeface="Aptos"/>
              </a:rPr>
              <a:t>medical</a:t>
            </a:r>
          </a:p>
        </p:txBody>
      </p:sp>
      <p:sp>
        <p:nvSpPr>
          <p:cNvPr id="112" name="TextBox 111">
            <a:extLst>
              <a:ext uri="{FF2B5EF4-FFF2-40B4-BE49-F238E27FC236}">
                <a16:creationId xmlns:a16="http://schemas.microsoft.com/office/drawing/2014/main" id="{156E3987-6E2A-417C-AD09-D87022716CD7}"/>
              </a:ext>
            </a:extLst>
          </p:cNvPr>
          <p:cNvSpPr txBox="1"/>
          <p:nvPr>
            <p:custDataLst>
              <p:tags r:id="rId17"/>
            </p:custDataLst>
          </p:nvPr>
        </p:nvSpPr>
        <p:spPr>
          <a:xfrm>
            <a:off x="5397500" y="4432300"/>
            <a:ext cx="2921000" cy="533400"/>
          </a:xfrm>
          <a:prstGeom prst="rect">
            <a:avLst/>
          </a:prstGeom>
          <a:noFill/>
        </p:spPr>
        <p:txBody>
          <a:bodyPr vertOverflow="overflow" vert="horz" wrap="square" lIns="0" tIns="0" rIns="0" bIns="0" rtlCol="0" anchor="t">
            <a:spAutoFit/>
          </a:bodyPr>
          <a:lstStyle/>
          <a:p>
            <a:pPr algn="l"/>
            <a:r>
              <a:rPr lang="en-US" sz="1600">
                <a:solidFill>
                  <a:srgbClr val="A02B93"/>
                </a:solidFill>
                <a:latin typeface="Aptos"/>
              </a:rPr>
              <a:t>medical applications</a:t>
            </a:r>
          </a:p>
        </p:txBody>
      </p:sp>
      <p:sp>
        <p:nvSpPr>
          <p:cNvPr id="113" name="TextBox 112">
            <a:extLst>
              <a:ext uri="{FF2B5EF4-FFF2-40B4-BE49-F238E27FC236}">
                <a16:creationId xmlns:a16="http://schemas.microsoft.com/office/drawing/2014/main" id="{4EA59AFA-DFBE-499A-A0D3-297B981D5641}"/>
              </a:ext>
            </a:extLst>
          </p:cNvPr>
          <p:cNvSpPr txBox="1"/>
          <p:nvPr>
            <p:custDataLst>
              <p:tags r:id="rId18"/>
            </p:custDataLst>
          </p:nvPr>
        </p:nvSpPr>
        <p:spPr>
          <a:xfrm>
            <a:off x="4572000" y="4724400"/>
            <a:ext cx="2514600" cy="533400"/>
          </a:xfrm>
          <a:prstGeom prst="rect">
            <a:avLst/>
          </a:prstGeom>
          <a:noFill/>
        </p:spPr>
        <p:txBody>
          <a:bodyPr vertOverflow="overflow" vert="horz" wrap="square" lIns="0" tIns="0" rIns="0" bIns="0" rtlCol="0" anchor="t">
            <a:spAutoFit/>
          </a:bodyPr>
          <a:lstStyle/>
          <a:p>
            <a:pPr algn="l"/>
            <a:r>
              <a:rPr lang="en-US" sz="1600">
                <a:solidFill>
                  <a:srgbClr val="4EA72E"/>
                </a:solidFill>
                <a:latin typeface="Aptos"/>
              </a:rPr>
              <a:t>italian brainrot</a:t>
            </a:r>
          </a:p>
        </p:txBody>
      </p:sp>
      <p:sp>
        <p:nvSpPr>
          <p:cNvPr id="114" name="TextBox 113">
            <a:extLst>
              <a:ext uri="{FF2B5EF4-FFF2-40B4-BE49-F238E27FC236}">
                <a16:creationId xmlns:a16="http://schemas.microsoft.com/office/drawing/2014/main" id="{DF5FFEF8-CA10-4D7C-93DD-3E072C9E71B0}"/>
              </a:ext>
            </a:extLst>
          </p:cNvPr>
          <p:cNvSpPr txBox="1"/>
          <p:nvPr>
            <p:custDataLst>
              <p:tags r:id="rId19"/>
            </p:custDataLst>
          </p:nvPr>
        </p:nvSpPr>
        <p:spPr>
          <a:xfrm>
            <a:off x="2438400" y="3238500"/>
            <a:ext cx="2514600" cy="533400"/>
          </a:xfrm>
          <a:prstGeom prst="rect">
            <a:avLst/>
          </a:prstGeom>
          <a:noFill/>
        </p:spPr>
        <p:txBody>
          <a:bodyPr vertOverflow="overflow" vert="horz" wrap="square" lIns="0" tIns="0" rIns="0" bIns="0" rtlCol="0" anchor="t">
            <a:spAutoFit/>
          </a:bodyPr>
          <a:lstStyle/>
          <a:p>
            <a:pPr algn="l"/>
            <a:r>
              <a:rPr lang="en-US" sz="1600">
                <a:solidFill>
                  <a:srgbClr val="156082"/>
                </a:solidFill>
                <a:latin typeface="Aptos"/>
              </a:rPr>
              <a:t>self driving cars</a:t>
            </a:r>
          </a:p>
        </p:txBody>
      </p:sp>
      <p:sp>
        <p:nvSpPr>
          <p:cNvPr id="115" name="TextBox 114">
            <a:extLst>
              <a:ext uri="{FF2B5EF4-FFF2-40B4-BE49-F238E27FC236}">
                <a16:creationId xmlns:a16="http://schemas.microsoft.com/office/drawing/2014/main" id="{92AE375F-D0EC-476E-890E-B059FA53AF19}"/>
              </a:ext>
            </a:extLst>
          </p:cNvPr>
          <p:cNvSpPr txBox="1"/>
          <p:nvPr>
            <p:custDataLst>
              <p:tags r:id="rId20"/>
            </p:custDataLst>
          </p:nvPr>
        </p:nvSpPr>
        <p:spPr>
          <a:xfrm>
            <a:off x="4000500" y="3378200"/>
            <a:ext cx="2514600" cy="457200"/>
          </a:xfrm>
          <a:prstGeom prst="rect">
            <a:avLst/>
          </a:prstGeom>
          <a:noFill/>
        </p:spPr>
        <p:txBody>
          <a:bodyPr vertOverflow="overflow" vert="horz" wrap="square" lIns="0" tIns="0" rIns="0" bIns="0" rtlCol="0" anchor="t">
            <a:spAutoFit/>
          </a:bodyPr>
          <a:lstStyle/>
          <a:p>
            <a:pPr algn="l"/>
            <a:r>
              <a:rPr lang="en-US" sz="1300">
                <a:solidFill>
                  <a:srgbClr val="E97132"/>
                </a:solidFill>
                <a:latin typeface="Aptos"/>
              </a:rPr>
              <a:t>pattern recognition</a:t>
            </a:r>
          </a:p>
        </p:txBody>
      </p:sp>
      <p:sp>
        <p:nvSpPr>
          <p:cNvPr id="116" name="TextBox 115">
            <a:extLst>
              <a:ext uri="{FF2B5EF4-FFF2-40B4-BE49-F238E27FC236}">
                <a16:creationId xmlns:a16="http://schemas.microsoft.com/office/drawing/2014/main" id="{25E8117D-A233-45F3-A571-51EB14313D0F}"/>
              </a:ext>
            </a:extLst>
          </p:cNvPr>
          <p:cNvSpPr txBox="1"/>
          <p:nvPr>
            <p:custDataLst>
              <p:tags r:id="rId21"/>
            </p:custDataLst>
          </p:nvPr>
        </p:nvSpPr>
        <p:spPr>
          <a:xfrm>
            <a:off x="2870200" y="2692400"/>
            <a:ext cx="2514600" cy="457200"/>
          </a:xfrm>
          <a:prstGeom prst="rect">
            <a:avLst/>
          </a:prstGeom>
          <a:noFill/>
        </p:spPr>
        <p:txBody>
          <a:bodyPr vertOverflow="overflow" vert="horz" wrap="square" lIns="0" tIns="0" rIns="0" bIns="0" rtlCol="0" anchor="t">
            <a:spAutoFit/>
          </a:bodyPr>
          <a:lstStyle/>
          <a:p>
            <a:pPr algn="l"/>
            <a:r>
              <a:rPr lang="en-US" sz="1300">
                <a:solidFill>
                  <a:srgbClr val="196B24"/>
                </a:solidFill>
                <a:latin typeface="Aptos"/>
              </a:rPr>
              <a:t>medical diagnosis</a:t>
            </a:r>
          </a:p>
        </p:txBody>
      </p:sp>
      <p:sp>
        <p:nvSpPr>
          <p:cNvPr id="117" name="TextBox 116">
            <a:extLst>
              <a:ext uri="{FF2B5EF4-FFF2-40B4-BE49-F238E27FC236}">
                <a16:creationId xmlns:a16="http://schemas.microsoft.com/office/drawing/2014/main" id="{7FADCC7A-96A7-4DAF-99F8-56B5D1A81E9C}"/>
              </a:ext>
            </a:extLst>
          </p:cNvPr>
          <p:cNvSpPr txBox="1"/>
          <p:nvPr>
            <p:custDataLst>
              <p:tags r:id="rId22"/>
            </p:custDataLst>
          </p:nvPr>
        </p:nvSpPr>
        <p:spPr>
          <a:xfrm>
            <a:off x="2578100" y="2946400"/>
            <a:ext cx="1701800" cy="457200"/>
          </a:xfrm>
          <a:prstGeom prst="rect">
            <a:avLst/>
          </a:prstGeom>
          <a:noFill/>
        </p:spPr>
        <p:txBody>
          <a:bodyPr vertOverflow="overflow" vert="horz" wrap="square" lIns="0" tIns="0" rIns="0" bIns="0" rtlCol="0" anchor="t">
            <a:spAutoFit/>
          </a:bodyPr>
          <a:lstStyle/>
          <a:p>
            <a:pPr algn="l"/>
            <a:r>
              <a:rPr lang="en-US" sz="1300">
                <a:solidFill>
                  <a:srgbClr val="0F9ED5"/>
                </a:solidFill>
                <a:latin typeface="Aptos"/>
              </a:rPr>
              <a:t>automation</a:t>
            </a:r>
          </a:p>
        </p:txBody>
      </p:sp>
      <p:sp>
        <p:nvSpPr>
          <p:cNvPr id="118" name="TextBox 117">
            <a:extLst>
              <a:ext uri="{FF2B5EF4-FFF2-40B4-BE49-F238E27FC236}">
                <a16:creationId xmlns:a16="http://schemas.microsoft.com/office/drawing/2014/main" id="{58E1E7D9-7582-4E5F-A820-139089FA11CB}"/>
              </a:ext>
            </a:extLst>
          </p:cNvPr>
          <p:cNvSpPr txBox="1"/>
          <p:nvPr>
            <p:custDataLst>
              <p:tags r:id="rId23"/>
            </p:custDataLst>
          </p:nvPr>
        </p:nvSpPr>
        <p:spPr>
          <a:xfrm>
            <a:off x="2070100" y="3606800"/>
            <a:ext cx="2108200" cy="457200"/>
          </a:xfrm>
          <a:prstGeom prst="rect">
            <a:avLst/>
          </a:prstGeom>
          <a:noFill/>
        </p:spPr>
        <p:txBody>
          <a:bodyPr vertOverflow="overflow" vert="horz" wrap="square" lIns="0" tIns="0" rIns="0" bIns="0" rtlCol="0" anchor="t">
            <a:spAutoFit/>
          </a:bodyPr>
          <a:lstStyle/>
          <a:p>
            <a:pPr algn="l"/>
            <a:r>
              <a:rPr lang="en-US" sz="1300">
                <a:solidFill>
                  <a:srgbClr val="A02B93"/>
                </a:solidFill>
                <a:latin typeface="Aptos"/>
              </a:rPr>
              <a:t>ai girlfriend</a:t>
            </a:r>
          </a:p>
        </p:txBody>
      </p:sp>
      <p:sp>
        <p:nvSpPr>
          <p:cNvPr id="119" name="TextBox 118">
            <a:extLst>
              <a:ext uri="{FF2B5EF4-FFF2-40B4-BE49-F238E27FC236}">
                <a16:creationId xmlns:a16="http://schemas.microsoft.com/office/drawing/2014/main" id="{618E4404-037B-4099-A922-21660C04F715}"/>
              </a:ext>
            </a:extLst>
          </p:cNvPr>
          <p:cNvSpPr txBox="1"/>
          <p:nvPr>
            <p:custDataLst>
              <p:tags r:id="rId24"/>
            </p:custDataLst>
          </p:nvPr>
        </p:nvSpPr>
        <p:spPr>
          <a:xfrm>
            <a:off x="6705600" y="4737100"/>
            <a:ext cx="1295400" cy="457200"/>
          </a:xfrm>
          <a:prstGeom prst="rect">
            <a:avLst/>
          </a:prstGeom>
          <a:noFill/>
        </p:spPr>
        <p:txBody>
          <a:bodyPr vertOverflow="overflow" vert="horz" wrap="square" lIns="0" tIns="0" rIns="0" bIns="0" rtlCol="0" anchor="t">
            <a:spAutoFit/>
          </a:bodyPr>
          <a:lstStyle/>
          <a:p>
            <a:pPr algn="l"/>
            <a:r>
              <a:rPr lang="en-US" sz="1300">
                <a:solidFill>
                  <a:srgbClr val="4EA72E"/>
                </a:solidFill>
                <a:latin typeface="Aptos"/>
              </a:rPr>
              <a:t>space</a:t>
            </a:r>
          </a:p>
        </p:txBody>
      </p:sp>
      <p:sp>
        <p:nvSpPr>
          <p:cNvPr id="120" name="TextBox 119">
            <a:extLst>
              <a:ext uri="{FF2B5EF4-FFF2-40B4-BE49-F238E27FC236}">
                <a16:creationId xmlns:a16="http://schemas.microsoft.com/office/drawing/2014/main" id="{C90F6545-A5C3-466E-BBDC-F33A00DCEE70}"/>
              </a:ext>
            </a:extLst>
          </p:cNvPr>
          <p:cNvSpPr txBox="1"/>
          <p:nvPr>
            <p:custDataLst>
              <p:tags r:id="rId25"/>
            </p:custDataLst>
          </p:nvPr>
        </p:nvSpPr>
        <p:spPr>
          <a:xfrm>
            <a:off x="5803900" y="5041900"/>
            <a:ext cx="1701800" cy="457200"/>
          </a:xfrm>
          <a:prstGeom prst="rect">
            <a:avLst/>
          </a:prstGeom>
          <a:noFill/>
        </p:spPr>
        <p:txBody>
          <a:bodyPr vertOverflow="overflow" vert="horz" wrap="square" lIns="0" tIns="0" rIns="0" bIns="0" rtlCol="0" anchor="t">
            <a:spAutoFit/>
          </a:bodyPr>
          <a:lstStyle/>
          <a:p>
            <a:pPr algn="l"/>
            <a:r>
              <a:rPr lang="en-US" sz="1300">
                <a:solidFill>
                  <a:srgbClr val="156082"/>
                </a:solidFill>
                <a:latin typeface="Aptos"/>
              </a:rPr>
              <a:t>research</a:t>
            </a:r>
          </a:p>
        </p:txBody>
      </p:sp>
      <p:sp>
        <p:nvSpPr>
          <p:cNvPr id="121" name="TextBox 120">
            <a:extLst>
              <a:ext uri="{FF2B5EF4-FFF2-40B4-BE49-F238E27FC236}">
                <a16:creationId xmlns:a16="http://schemas.microsoft.com/office/drawing/2014/main" id="{B4CAE819-FB80-4669-85D2-94AF422A2F30}"/>
              </a:ext>
            </a:extLst>
          </p:cNvPr>
          <p:cNvSpPr txBox="1"/>
          <p:nvPr>
            <p:custDataLst>
              <p:tags r:id="rId26"/>
            </p:custDataLst>
          </p:nvPr>
        </p:nvSpPr>
        <p:spPr>
          <a:xfrm>
            <a:off x="2908300" y="4165600"/>
            <a:ext cx="1701800" cy="457200"/>
          </a:xfrm>
          <a:prstGeom prst="rect">
            <a:avLst/>
          </a:prstGeom>
          <a:noFill/>
        </p:spPr>
        <p:txBody>
          <a:bodyPr vertOverflow="overflow" vert="horz" wrap="square" lIns="0" tIns="0" rIns="0" bIns="0" rtlCol="0" anchor="t">
            <a:spAutoFit/>
          </a:bodyPr>
          <a:lstStyle/>
          <a:p>
            <a:pPr algn="l"/>
            <a:r>
              <a:rPr lang="en-US" sz="1300">
                <a:solidFill>
                  <a:srgbClr val="E97132"/>
                </a:solidFill>
                <a:latin typeface="Aptos"/>
              </a:rPr>
              <a:t>efficiency</a:t>
            </a:r>
          </a:p>
        </p:txBody>
      </p:sp>
      <p:sp>
        <p:nvSpPr>
          <p:cNvPr id="122" name="TextBox 121">
            <a:extLst>
              <a:ext uri="{FF2B5EF4-FFF2-40B4-BE49-F238E27FC236}">
                <a16:creationId xmlns:a16="http://schemas.microsoft.com/office/drawing/2014/main" id="{CD5522FC-1D79-4F2E-AC0E-52CB011D7086}"/>
              </a:ext>
            </a:extLst>
          </p:cNvPr>
          <p:cNvSpPr txBox="1"/>
          <p:nvPr>
            <p:custDataLst>
              <p:tags r:id="rId27"/>
            </p:custDataLst>
          </p:nvPr>
        </p:nvSpPr>
        <p:spPr>
          <a:xfrm>
            <a:off x="4521200" y="2794000"/>
            <a:ext cx="2108200" cy="457200"/>
          </a:xfrm>
          <a:prstGeom prst="rect">
            <a:avLst/>
          </a:prstGeom>
          <a:noFill/>
        </p:spPr>
        <p:txBody>
          <a:bodyPr vertOverflow="overflow" vert="horz" wrap="square" lIns="0" tIns="0" rIns="0" bIns="0" rtlCol="0" anchor="t">
            <a:spAutoFit/>
          </a:bodyPr>
          <a:lstStyle/>
          <a:p>
            <a:pPr algn="l"/>
            <a:r>
              <a:rPr lang="en-US" sz="1300">
                <a:solidFill>
                  <a:srgbClr val="196B24"/>
                </a:solidFill>
                <a:latin typeface="Aptos"/>
              </a:rPr>
              <a:t>medical field</a:t>
            </a:r>
          </a:p>
        </p:txBody>
      </p:sp>
      <p:sp>
        <p:nvSpPr>
          <p:cNvPr id="123" name="TextBox 122">
            <a:extLst>
              <a:ext uri="{FF2B5EF4-FFF2-40B4-BE49-F238E27FC236}">
                <a16:creationId xmlns:a16="http://schemas.microsoft.com/office/drawing/2014/main" id="{6B9125CF-B901-4540-88D9-4A5C35A2E85F}"/>
              </a:ext>
            </a:extLst>
          </p:cNvPr>
          <p:cNvSpPr txBox="1"/>
          <p:nvPr>
            <p:custDataLst>
              <p:tags r:id="rId28"/>
            </p:custDataLst>
          </p:nvPr>
        </p:nvSpPr>
        <p:spPr>
          <a:xfrm>
            <a:off x="4622800" y="4432300"/>
            <a:ext cx="1295400" cy="457200"/>
          </a:xfrm>
          <a:prstGeom prst="rect">
            <a:avLst/>
          </a:prstGeom>
          <a:noFill/>
        </p:spPr>
        <p:txBody>
          <a:bodyPr vertOverflow="overflow" vert="horz" wrap="square" lIns="0" tIns="0" rIns="0" bIns="0" rtlCol="0" anchor="t">
            <a:spAutoFit/>
          </a:bodyPr>
          <a:lstStyle/>
          <a:p>
            <a:pPr algn="l"/>
            <a:r>
              <a:rPr lang="en-US" sz="1300">
                <a:solidFill>
                  <a:srgbClr val="0F9ED5"/>
                </a:solidFill>
                <a:latin typeface="Aptos"/>
              </a:rPr>
              <a:t>agi</a:t>
            </a:r>
          </a:p>
        </p:txBody>
      </p:sp>
      <p:sp>
        <p:nvSpPr>
          <p:cNvPr id="124" name="TextBox 123">
            <a:extLst>
              <a:ext uri="{FF2B5EF4-FFF2-40B4-BE49-F238E27FC236}">
                <a16:creationId xmlns:a16="http://schemas.microsoft.com/office/drawing/2014/main" id="{1828AB8E-651F-4B63-9E21-9FE588879C1A}"/>
              </a:ext>
            </a:extLst>
          </p:cNvPr>
          <p:cNvSpPr txBox="1"/>
          <p:nvPr>
            <p:custDataLst>
              <p:tags r:id="rId29"/>
            </p:custDataLst>
          </p:nvPr>
        </p:nvSpPr>
        <p:spPr>
          <a:xfrm>
            <a:off x="3035300" y="38481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finance</a:t>
            </a:r>
          </a:p>
        </p:txBody>
      </p:sp>
      <p:sp>
        <p:nvSpPr>
          <p:cNvPr id="125" name="TextBox 124">
            <a:extLst>
              <a:ext uri="{FF2B5EF4-FFF2-40B4-BE49-F238E27FC236}">
                <a16:creationId xmlns:a16="http://schemas.microsoft.com/office/drawing/2014/main" id="{8894BD14-5E5D-4C67-85CA-BD7A6F62BB74}"/>
              </a:ext>
            </a:extLst>
          </p:cNvPr>
          <p:cNvSpPr txBox="1"/>
          <p:nvPr>
            <p:custDataLst>
              <p:tags r:id="rId30"/>
            </p:custDataLst>
          </p:nvPr>
        </p:nvSpPr>
        <p:spPr>
          <a:xfrm>
            <a:off x="3822700" y="4978400"/>
            <a:ext cx="12954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time</a:t>
            </a:r>
          </a:p>
        </p:txBody>
      </p:sp>
      <p:sp>
        <p:nvSpPr>
          <p:cNvPr id="126" name="TextBox 125">
            <a:extLst>
              <a:ext uri="{FF2B5EF4-FFF2-40B4-BE49-F238E27FC236}">
                <a16:creationId xmlns:a16="http://schemas.microsoft.com/office/drawing/2014/main" id="{42FC1AD1-DC59-4E09-8B9C-84F43823AB6E}"/>
              </a:ext>
            </a:extLst>
          </p:cNvPr>
          <p:cNvSpPr txBox="1"/>
          <p:nvPr>
            <p:custDataLst>
              <p:tags r:id="rId31"/>
            </p:custDataLst>
          </p:nvPr>
        </p:nvSpPr>
        <p:spPr>
          <a:xfrm>
            <a:off x="5461000" y="31750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widely accessible</a:t>
            </a:r>
          </a:p>
        </p:txBody>
      </p:sp>
      <p:sp>
        <p:nvSpPr>
          <p:cNvPr id="127" name="TextBox 126">
            <a:extLst>
              <a:ext uri="{FF2B5EF4-FFF2-40B4-BE49-F238E27FC236}">
                <a16:creationId xmlns:a16="http://schemas.microsoft.com/office/drawing/2014/main" id="{A1D76726-C4A2-4764-A2D1-24A9B3A3F601}"/>
              </a:ext>
            </a:extLst>
          </p:cNvPr>
          <p:cNvSpPr txBox="1"/>
          <p:nvPr>
            <p:custDataLst>
              <p:tags r:id="rId32"/>
            </p:custDataLst>
          </p:nvPr>
        </p:nvSpPr>
        <p:spPr>
          <a:xfrm>
            <a:off x="4584700" y="50546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translation</a:t>
            </a:r>
          </a:p>
        </p:txBody>
      </p:sp>
      <p:sp>
        <p:nvSpPr>
          <p:cNvPr id="128" name="TextBox 127">
            <a:extLst>
              <a:ext uri="{FF2B5EF4-FFF2-40B4-BE49-F238E27FC236}">
                <a16:creationId xmlns:a16="http://schemas.microsoft.com/office/drawing/2014/main" id="{F37E027A-15A1-4D73-BA4D-840B3F54525C}"/>
              </a:ext>
            </a:extLst>
          </p:cNvPr>
          <p:cNvSpPr txBox="1"/>
          <p:nvPr>
            <p:custDataLst>
              <p:tags r:id="rId33"/>
            </p:custDataLst>
          </p:nvPr>
        </p:nvSpPr>
        <p:spPr>
          <a:xfrm>
            <a:off x="1752600" y="39497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assistive learning</a:t>
            </a:r>
          </a:p>
        </p:txBody>
      </p:sp>
      <p:sp>
        <p:nvSpPr>
          <p:cNvPr id="129" name="TextBox 128">
            <a:extLst>
              <a:ext uri="{FF2B5EF4-FFF2-40B4-BE49-F238E27FC236}">
                <a16:creationId xmlns:a16="http://schemas.microsoft.com/office/drawing/2014/main" id="{1B10B410-3989-4476-A6D8-99F0C34F1C43}"/>
              </a:ext>
            </a:extLst>
          </p:cNvPr>
          <p:cNvSpPr txBox="1"/>
          <p:nvPr>
            <p:custDataLst>
              <p:tags r:id="rId34"/>
            </p:custDataLst>
          </p:nvPr>
        </p:nvSpPr>
        <p:spPr>
          <a:xfrm>
            <a:off x="5613400" y="2933700"/>
            <a:ext cx="25146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doing my work for me</a:t>
            </a:r>
          </a:p>
        </p:txBody>
      </p:sp>
      <p:sp>
        <p:nvSpPr>
          <p:cNvPr id="130" name="TextBox 129">
            <a:extLst>
              <a:ext uri="{FF2B5EF4-FFF2-40B4-BE49-F238E27FC236}">
                <a16:creationId xmlns:a16="http://schemas.microsoft.com/office/drawing/2014/main" id="{F71211D8-3243-4F97-8478-7D041FEE9053}"/>
              </a:ext>
            </a:extLst>
          </p:cNvPr>
          <p:cNvSpPr txBox="1"/>
          <p:nvPr>
            <p:custDataLst>
              <p:tags r:id="rId35"/>
            </p:custDataLst>
          </p:nvPr>
        </p:nvSpPr>
        <p:spPr>
          <a:xfrm>
            <a:off x="1727200" y="49530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pharmaceuticals</a:t>
            </a:r>
          </a:p>
        </p:txBody>
      </p:sp>
      <p:sp>
        <p:nvSpPr>
          <p:cNvPr id="131" name="TextBox 130">
            <a:extLst>
              <a:ext uri="{FF2B5EF4-FFF2-40B4-BE49-F238E27FC236}">
                <a16:creationId xmlns:a16="http://schemas.microsoft.com/office/drawing/2014/main" id="{91D957C8-98EC-4379-85E0-07B9A84C7149}"/>
              </a:ext>
            </a:extLst>
          </p:cNvPr>
          <p:cNvSpPr txBox="1"/>
          <p:nvPr>
            <p:custDataLst>
              <p:tags r:id="rId36"/>
            </p:custDataLst>
          </p:nvPr>
        </p:nvSpPr>
        <p:spPr>
          <a:xfrm>
            <a:off x="6565900" y="50546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problem solving</a:t>
            </a:r>
          </a:p>
        </p:txBody>
      </p:sp>
      <p:sp>
        <p:nvSpPr>
          <p:cNvPr id="132" name="TextBox 131">
            <a:extLst>
              <a:ext uri="{FF2B5EF4-FFF2-40B4-BE49-F238E27FC236}">
                <a16:creationId xmlns:a16="http://schemas.microsoft.com/office/drawing/2014/main" id="{00BD0C14-ABB9-42D1-91D0-A13C88406AC6}"/>
              </a:ext>
            </a:extLst>
          </p:cNvPr>
          <p:cNvSpPr txBox="1"/>
          <p:nvPr>
            <p:custDataLst>
              <p:tags r:id="rId37"/>
            </p:custDataLst>
          </p:nvPr>
        </p:nvSpPr>
        <p:spPr>
          <a:xfrm>
            <a:off x="6629400" y="5295900"/>
            <a:ext cx="17018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data analysis</a:t>
            </a:r>
          </a:p>
        </p:txBody>
      </p:sp>
      <p:sp>
        <p:nvSpPr>
          <p:cNvPr id="133" name="TextBox 132">
            <a:extLst>
              <a:ext uri="{FF2B5EF4-FFF2-40B4-BE49-F238E27FC236}">
                <a16:creationId xmlns:a16="http://schemas.microsoft.com/office/drawing/2014/main" id="{340007CB-A610-4989-88D6-F89096594542}"/>
              </a:ext>
            </a:extLst>
          </p:cNvPr>
          <p:cNvSpPr txBox="1"/>
          <p:nvPr>
            <p:custDataLst>
              <p:tags r:id="rId38"/>
            </p:custDataLst>
          </p:nvPr>
        </p:nvSpPr>
        <p:spPr>
          <a:xfrm>
            <a:off x="1612900" y="42164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fake news articles</a:t>
            </a:r>
          </a:p>
        </p:txBody>
      </p:sp>
      <p:sp>
        <p:nvSpPr>
          <p:cNvPr id="134" name="TextBox 133">
            <a:extLst>
              <a:ext uri="{FF2B5EF4-FFF2-40B4-BE49-F238E27FC236}">
                <a16:creationId xmlns:a16="http://schemas.microsoft.com/office/drawing/2014/main" id="{A9322BC8-CD58-4F88-AAED-01C790EAA46C}"/>
              </a:ext>
            </a:extLst>
          </p:cNvPr>
          <p:cNvSpPr txBox="1"/>
          <p:nvPr>
            <p:custDataLst>
              <p:tags r:id="rId39"/>
            </p:custDataLst>
          </p:nvPr>
        </p:nvSpPr>
        <p:spPr>
          <a:xfrm>
            <a:off x="4610100" y="31369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e-girlfriends</a:t>
            </a:r>
          </a:p>
        </p:txBody>
      </p:sp>
      <p:sp>
        <p:nvSpPr>
          <p:cNvPr id="135" name="TextBox 134">
            <a:extLst>
              <a:ext uri="{FF2B5EF4-FFF2-40B4-BE49-F238E27FC236}">
                <a16:creationId xmlns:a16="http://schemas.microsoft.com/office/drawing/2014/main" id="{F4921BC7-99F2-4D6E-BE5C-18225190CB4A}"/>
              </a:ext>
            </a:extLst>
          </p:cNvPr>
          <p:cNvSpPr txBox="1"/>
          <p:nvPr>
            <p:custDataLst>
              <p:tags r:id="rId40"/>
            </p:custDataLst>
          </p:nvPr>
        </p:nvSpPr>
        <p:spPr>
          <a:xfrm>
            <a:off x="3136900" y="5245100"/>
            <a:ext cx="12954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life</a:t>
            </a:r>
          </a:p>
        </p:txBody>
      </p:sp>
      <p:sp>
        <p:nvSpPr>
          <p:cNvPr id="136" name="TextBox 135">
            <a:extLst>
              <a:ext uri="{FF2B5EF4-FFF2-40B4-BE49-F238E27FC236}">
                <a16:creationId xmlns:a16="http://schemas.microsoft.com/office/drawing/2014/main" id="{D642523D-06E2-4D07-808C-CD028E40BF6F}"/>
              </a:ext>
            </a:extLst>
          </p:cNvPr>
          <p:cNvSpPr txBox="1"/>
          <p:nvPr>
            <p:custDataLst>
              <p:tags r:id="rId41"/>
            </p:custDataLst>
          </p:nvPr>
        </p:nvSpPr>
        <p:spPr>
          <a:xfrm>
            <a:off x="5702300" y="2667000"/>
            <a:ext cx="25146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zimbabwe tb @prisons</a:t>
            </a:r>
          </a:p>
        </p:txBody>
      </p:sp>
      <p:sp>
        <p:nvSpPr>
          <p:cNvPr id="137" name="TextBox 136">
            <a:extLst>
              <a:ext uri="{FF2B5EF4-FFF2-40B4-BE49-F238E27FC236}">
                <a16:creationId xmlns:a16="http://schemas.microsoft.com/office/drawing/2014/main" id="{78EEBA61-933E-4D79-BDBF-BE92719152A4}"/>
              </a:ext>
            </a:extLst>
          </p:cNvPr>
          <p:cNvSpPr txBox="1"/>
          <p:nvPr>
            <p:custDataLst>
              <p:tags r:id="rId42"/>
            </p:custDataLst>
          </p:nvPr>
        </p:nvSpPr>
        <p:spPr>
          <a:xfrm>
            <a:off x="4356100" y="52959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searching</a:t>
            </a:r>
          </a:p>
        </p:txBody>
      </p:sp>
      <p:sp>
        <p:nvSpPr>
          <p:cNvPr id="138" name="TextBox 137">
            <a:extLst>
              <a:ext uri="{FF2B5EF4-FFF2-40B4-BE49-F238E27FC236}">
                <a16:creationId xmlns:a16="http://schemas.microsoft.com/office/drawing/2014/main" id="{E646C5DF-19EF-4052-BF85-32B1D11707CF}"/>
              </a:ext>
            </a:extLst>
          </p:cNvPr>
          <p:cNvSpPr txBox="1"/>
          <p:nvPr>
            <p:custDataLst>
              <p:tags r:id="rId43"/>
            </p:custDataLst>
          </p:nvPr>
        </p:nvSpPr>
        <p:spPr>
          <a:xfrm>
            <a:off x="3505200" y="5283200"/>
            <a:ext cx="17018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crpg games</a:t>
            </a:r>
          </a:p>
        </p:txBody>
      </p:sp>
      <p:sp>
        <p:nvSpPr>
          <p:cNvPr id="139" name="TextBox 138">
            <a:extLst>
              <a:ext uri="{FF2B5EF4-FFF2-40B4-BE49-F238E27FC236}">
                <a16:creationId xmlns:a16="http://schemas.microsoft.com/office/drawing/2014/main" id="{A7EC2BB0-0C2E-4650-8218-B164C62F6AF3}"/>
              </a:ext>
            </a:extLst>
          </p:cNvPr>
          <p:cNvSpPr txBox="1"/>
          <p:nvPr>
            <p:custDataLst>
              <p:tags r:id="rId44"/>
            </p:custDataLst>
          </p:nvPr>
        </p:nvSpPr>
        <p:spPr>
          <a:xfrm>
            <a:off x="7239000" y="48133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hardware integration</a:t>
            </a:r>
          </a:p>
        </p:txBody>
      </p:sp>
      <p:sp>
        <p:nvSpPr>
          <p:cNvPr id="140" name="TextBox 139">
            <a:extLst>
              <a:ext uri="{FF2B5EF4-FFF2-40B4-BE49-F238E27FC236}">
                <a16:creationId xmlns:a16="http://schemas.microsoft.com/office/drawing/2014/main" id="{6814FD0E-4627-4F4A-8108-08B331F6C818}"/>
              </a:ext>
            </a:extLst>
          </p:cNvPr>
          <p:cNvSpPr txBox="1"/>
          <p:nvPr>
            <p:custDataLst>
              <p:tags r:id="rId45"/>
            </p:custDataLst>
          </p:nvPr>
        </p:nvSpPr>
        <p:spPr>
          <a:xfrm>
            <a:off x="2882900" y="24511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video generation</a:t>
            </a:r>
          </a:p>
        </p:txBody>
      </p:sp>
      <p:sp>
        <p:nvSpPr>
          <p:cNvPr id="141" name="TextBox 140">
            <a:extLst>
              <a:ext uri="{FF2B5EF4-FFF2-40B4-BE49-F238E27FC236}">
                <a16:creationId xmlns:a16="http://schemas.microsoft.com/office/drawing/2014/main" id="{184857EC-1DCB-46BA-AC3B-9A05C0FB942B}"/>
              </a:ext>
            </a:extLst>
          </p:cNvPr>
          <p:cNvSpPr txBox="1"/>
          <p:nvPr>
            <p:custDataLst>
              <p:tags r:id="rId46"/>
            </p:custDataLst>
          </p:nvPr>
        </p:nvSpPr>
        <p:spPr>
          <a:xfrm>
            <a:off x="4483100" y="24384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animation industries</a:t>
            </a:r>
          </a:p>
        </p:txBody>
      </p:sp>
      <p:sp>
        <p:nvSpPr>
          <p:cNvPr id="142" name="TextBox 141">
            <a:extLst>
              <a:ext uri="{FF2B5EF4-FFF2-40B4-BE49-F238E27FC236}">
                <a16:creationId xmlns:a16="http://schemas.microsoft.com/office/drawing/2014/main" id="{83AB26E7-C972-45F6-A6E4-E3C2D0F3E532}"/>
              </a:ext>
            </a:extLst>
          </p:cNvPr>
          <p:cNvSpPr txBox="1"/>
          <p:nvPr>
            <p:custDataLst>
              <p:tags r:id="rId47"/>
            </p:custDataLst>
          </p:nvPr>
        </p:nvSpPr>
        <p:spPr>
          <a:xfrm>
            <a:off x="2095500" y="3276600"/>
            <a:ext cx="12954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essay</a:t>
            </a:r>
          </a:p>
        </p:txBody>
      </p:sp>
      <p:sp>
        <p:nvSpPr>
          <p:cNvPr id="143" name="TextBox 142">
            <a:extLst>
              <a:ext uri="{FF2B5EF4-FFF2-40B4-BE49-F238E27FC236}">
                <a16:creationId xmlns:a16="http://schemas.microsoft.com/office/drawing/2014/main" id="{E9D8E18A-2849-4DB5-8265-66450C72B321}"/>
              </a:ext>
            </a:extLst>
          </p:cNvPr>
          <p:cNvSpPr txBox="1"/>
          <p:nvPr>
            <p:custDataLst>
              <p:tags r:id="rId48"/>
            </p:custDataLst>
          </p:nvPr>
        </p:nvSpPr>
        <p:spPr>
          <a:xfrm>
            <a:off x="2705100" y="22098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use in medicine</a:t>
            </a:r>
          </a:p>
        </p:txBody>
      </p:sp>
      <p:sp>
        <p:nvSpPr>
          <p:cNvPr id="144" name="TextBox 143">
            <a:extLst>
              <a:ext uri="{FF2B5EF4-FFF2-40B4-BE49-F238E27FC236}">
                <a16:creationId xmlns:a16="http://schemas.microsoft.com/office/drawing/2014/main" id="{2D29EF62-BEAD-4A03-8B3F-6B1643DCD9FC}"/>
              </a:ext>
            </a:extLst>
          </p:cNvPr>
          <p:cNvSpPr txBox="1"/>
          <p:nvPr>
            <p:custDataLst>
              <p:tags r:id="rId49"/>
            </p:custDataLst>
          </p:nvPr>
        </p:nvSpPr>
        <p:spPr>
          <a:xfrm>
            <a:off x="1358900" y="45466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making my life easy</a:t>
            </a:r>
          </a:p>
        </p:txBody>
      </p:sp>
      <p:sp>
        <p:nvSpPr>
          <p:cNvPr id="145" name="TextBox 144">
            <a:extLst>
              <a:ext uri="{FF2B5EF4-FFF2-40B4-BE49-F238E27FC236}">
                <a16:creationId xmlns:a16="http://schemas.microsoft.com/office/drawing/2014/main" id="{816386BB-BD6D-49C1-BA49-F50097C060B6}"/>
              </a:ext>
            </a:extLst>
          </p:cNvPr>
          <p:cNvSpPr txBox="1"/>
          <p:nvPr>
            <p:custDataLst>
              <p:tags r:id="rId50"/>
            </p:custDataLst>
          </p:nvPr>
        </p:nvSpPr>
        <p:spPr>
          <a:xfrm>
            <a:off x="3314700" y="3594100"/>
            <a:ext cx="12954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driving</a:t>
            </a:r>
          </a:p>
        </p:txBody>
      </p:sp>
      <p:sp>
        <p:nvSpPr>
          <p:cNvPr id="146" name="TextBox 145">
            <a:extLst>
              <a:ext uri="{FF2B5EF4-FFF2-40B4-BE49-F238E27FC236}">
                <a16:creationId xmlns:a16="http://schemas.microsoft.com/office/drawing/2014/main" id="{38C7A170-573C-406F-80DA-55C45F5DF44C}"/>
              </a:ext>
            </a:extLst>
          </p:cNvPr>
          <p:cNvSpPr txBox="1"/>
          <p:nvPr>
            <p:custDataLst>
              <p:tags r:id="rId51"/>
            </p:custDataLst>
          </p:nvPr>
        </p:nvSpPr>
        <p:spPr>
          <a:xfrm>
            <a:off x="1739900" y="30226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code gen</a:t>
            </a:r>
          </a:p>
        </p:txBody>
      </p:sp>
      <p:sp>
        <p:nvSpPr>
          <p:cNvPr id="147" name="TextBox 146">
            <a:extLst>
              <a:ext uri="{FF2B5EF4-FFF2-40B4-BE49-F238E27FC236}">
                <a16:creationId xmlns:a16="http://schemas.microsoft.com/office/drawing/2014/main" id="{D631A614-5D4D-48CC-9DA2-12EF019CF596}"/>
              </a:ext>
            </a:extLst>
          </p:cNvPr>
          <p:cNvSpPr txBox="1"/>
          <p:nvPr>
            <p:custDataLst>
              <p:tags r:id="rId52"/>
            </p:custDataLst>
          </p:nvPr>
        </p:nvSpPr>
        <p:spPr>
          <a:xfrm>
            <a:off x="7188200" y="34036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medical detection</a:t>
            </a:r>
          </a:p>
        </p:txBody>
      </p:sp>
      <p:sp>
        <p:nvSpPr>
          <p:cNvPr id="148" name="TextBox 147">
            <a:extLst>
              <a:ext uri="{FF2B5EF4-FFF2-40B4-BE49-F238E27FC236}">
                <a16:creationId xmlns:a16="http://schemas.microsoft.com/office/drawing/2014/main" id="{FB57B032-EC56-40AC-AC1D-E22551454AEB}"/>
              </a:ext>
            </a:extLst>
          </p:cNvPr>
          <p:cNvSpPr txBox="1"/>
          <p:nvPr>
            <p:custDataLst>
              <p:tags r:id="rId53"/>
            </p:custDataLst>
          </p:nvPr>
        </p:nvSpPr>
        <p:spPr>
          <a:xfrm>
            <a:off x="2247900" y="52959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game design</a:t>
            </a:r>
          </a:p>
        </p:txBody>
      </p:sp>
      <p:sp>
        <p:nvSpPr>
          <p:cNvPr id="149" name="TextBox 148">
            <a:extLst>
              <a:ext uri="{FF2B5EF4-FFF2-40B4-BE49-F238E27FC236}">
                <a16:creationId xmlns:a16="http://schemas.microsoft.com/office/drawing/2014/main" id="{01437C6F-D01E-403A-868F-D852F9D9ABA0}"/>
              </a:ext>
            </a:extLst>
          </p:cNvPr>
          <p:cNvSpPr txBox="1"/>
          <p:nvPr>
            <p:custDataLst>
              <p:tags r:id="rId54"/>
            </p:custDataLst>
          </p:nvPr>
        </p:nvSpPr>
        <p:spPr>
          <a:xfrm>
            <a:off x="7239000" y="31623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general use chatbots</a:t>
            </a:r>
          </a:p>
        </p:txBody>
      </p:sp>
      <p:sp>
        <p:nvSpPr>
          <p:cNvPr id="150" name="TextBox 149">
            <a:extLst>
              <a:ext uri="{FF2B5EF4-FFF2-40B4-BE49-F238E27FC236}">
                <a16:creationId xmlns:a16="http://schemas.microsoft.com/office/drawing/2014/main" id="{84141D58-7B74-4E63-9309-A3823B157190}"/>
              </a:ext>
            </a:extLst>
          </p:cNvPr>
          <p:cNvSpPr txBox="1"/>
          <p:nvPr>
            <p:custDataLst>
              <p:tags r:id="rId55"/>
            </p:custDataLst>
          </p:nvPr>
        </p:nvSpPr>
        <p:spPr>
          <a:xfrm>
            <a:off x="1346200" y="3695700"/>
            <a:ext cx="17018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cheating</a:t>
            </a:r>
          </a:p>
        </p:txBody>
      </p:sp>
      <p:sp>
        <p:nvSpPr>
          <p:cNvPr id="151" name="TextBox 150">
            <a:extLst>
              <a:ext uri="{FF2B5EF4-FFF2-40B4-BE49-F238E27FC236}">
                <a16:creationId xmlns:a16="http://schemas.microsoft.com/office/drawing/2014/main" id="{EE05951A-0E7D-4562-A659-46407FD3D203}"/>
              </a:ext>
            </a:extLst>
          </p:cNvPr>
          <p:cNvSpPr txBox="1"/>
          <p:nvPr>
            <p:custDataLst>
              <p:tags r:id="rId56"/>
            </p:custDataLst>
          </p:nvPr>
        </p:nvSpPr>
        <p:spPr>
          <a:xfrm>
            <a:off x="5765800" y="24257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engineering</a:t>
            </a:r>
          </a:p>
        </p:txBody>
      </p:sp>
      <p:sp>
        <p:nvSpPr>
          <p:cNvPr id="152" name="TextBox 151">
            <a:extLst>
              <a:ext uri="{FF2B5EF4-FFF2-40B4-BE49-F238E27FC236}">
                <a16:creationId xmlns:a16="http://schemas.microsoft.com/office/drawing/2014/main" id="{09D941C3-F676-4135-8914-363BD14BCB2A}"/>
              </a:ext>
            </a:extLst>
          </p:cNvPr>
          <p:cNvSpPr txBox="1"/>
          <p:nvPr>
            <p:custDataLst>
              <p:tags r:id="rId57"/>
            </p:custDataLst>
          </p:nvPr>
        </p:nvSpPr>
        <p:spPr>
          <a:xfrm>
            <a:off x="1574800" y="27051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cancer diagnosis</a:t>
            </a:r>
          </a:p>
        </p:txBody>
      </p:sp>
      <p:sp>
        <p:nvSpPr>
          <p:cNvPr id="153" name="TextBox 152">
            <a:extLst>
              <a:ext uri="{FF2B5EF4-FFF2-40B4-BE49-F238E27FC236}">
                <a16:creationId xmlns:a16="http://schemas.microsoft.com/office/drawing/2014/main" id="{B48ACEFE-EF3B-494A-9F92-337E14A1F745}"/>
              </a:ext>
            </a:extLst>
          </p:cNvPr>
          <p:cNvSpPr txBox="1"/>
          <p:nvPr>
            <p:custDataLst>
              <p:tags r:id="rId58"/>
            </p:custDataLst>
          </p:nvPr>
        </p:nvSpPr>
        <p:spPr>
          <a:xfrm>
            <a:off x="4826000" y="21717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network optimisation</a:t>
            </a:r>
          </a:p>
        </p:txBody>
      </p:sp>
      <p:sp>
        <p:nvSpPr>
          <p:cNvPr id="154" name="TextBox 153">
            <a:extLst>
              <a:ext uri="{FF2B5EF4-FFF2-40B4-BE49-F238E27FC236}">
                <a16:creationId xmlns:a16="http://schemas.microsoft.com/office/drawing/2014/main" id="{1297AB87-5207-44FB-B1A7-61232A2E39A2}"/>
              </a:ext>
            </a:extLst>
          </p:cNvPr>
          <p:cNvSpPr txBox="1"/>
          <p:nvPr>
            <p:custDataLst>
              <p:tags r:id="rId59"/>
            </p:custDataLst>
          </p:nvPr>
        </p:nvSpPr>
        <p:spPr>
          <a:xfrm>
            <a:off x="4241800" y="5016500"/>
            <a:ext cx="12954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me</a:t>
            </a:r>
          </a:p>
        </p:txBody>
      </p:sp>
      <p:sp>
        <p:nvSpPr>
          <p:cNvPr id="155" name="TextBox 154">
            <a:extLst>
              <a:ext uri="{FF2B5EF4-FFF2-40B4-BE49-F238E27FC236}">
                <a16:creationId xmlns:a16="http://schemas.microsoft.com/office/drawing/2014/main" id="{122598E9-21C3-4CD5-AD04-5331F75FF158}"/>
              </a:ext>
            </a:extLst>
          </p:cNvPr>
          <p:cNvSpPr txBox="1"/>
          <p:nvPr>
            <p:custDataLst>
              <p:tags r:id="rId60"/>
            </p:custDataLst>
          </p:nvPr>
        </p:nvSpPr>
        <p:spPr>
          <a:xfrm>
            <a:off x="3644900" y="19685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ai in healthcare</a:t>
            </a:r>
          </a:p>
        </p:txBody>
      </p:sp>
      <p:sp>
        <p:nvSpPr>
          <p:cNvPr id="156" name="TextBox 155">
            <a:extLst>
              <a:ext uri="{FF2B5EF4-FFF2-40B4-BE49-F238E27FC236}">
                <a16:creationId xmlns:a16="http://schemas.microsoft.com/office/drawing/2014/main" id="{FBE86FD8-7303-41B0-84ED-CF5699F22945}"/>
              </a:ext>
            </a:extLst>
          </p:cNvPr>
          <p:cNvSpPr txBox="1"/>
          <p:nvPr>
            <p:custDataLst>
              <p:tags r:id="rId61"/>
            </p:custDataLst>
          </p:nvPr>
        </p:nvSpPr>
        <p:spPr>
          <a:xfrm>
            <a:off x="4991100" y="4432300"/>
            <a:ext cx="12954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lip</a:t>
            </a:r>
          </a:p>
        </p:txBody>
      </p:sp>
      <p:sp>
        <p:nvSpPr>
          <p:cNvPr id="157" name="TextBox 156">
            <a:extLst>
              <a:ext uri="{FF2B5EF4-FFF2-40B4-BE49-F238E27FC236}">
                <a16:creationId xmlns:a16="http://schemas.microsoft.com/office/drawing/2014/main" id="{7434D6BD-D257-415E-90F6-F58D2BC63FED}"/>
              </a:ext>
            </a:extLst>
          </p:cNvPr>
          <p:cNvSpPr txBox="1"/>
          <p:nvPr>
            <p:custDataLst>
              <p:tags r:id="rId62"/>
            </p:custDataLst>
          </p:nvPr>
        </p:nvSpPr>
        <p:spPr>
          <a:xfrm>
            <a:off x="4864100" y="19304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theorem prooving</a:t>
            </a:r>
          </a:p>
        </p:txBody>
      </p:sp>
      <p:sp>
        <p:nvSpPr>
          <p:cNvPr id="158" name="TextBox 157">
            <a:extLst>
              <a:ext uri="{FF2B5EF4-FFF2-40B4-BE49-F238E27FC236}">
                <a16:creationId xmlns:a16="http://schemas.microsoft.com/office/drawing/2014/main" id="{6BF590F9-6B0A-4DAA-9DD4-C6287FC142B3}"/>
              </a:ext>
            </a:extLst>
          </p:cNvPr>
          <p:cNvSpPr txBox="1"/>
          <p:nvPr>
            <p:custDataLst>
              <p:tags r:id="rId63"/>
            </p:custDataLst>
          </p:nvPr>
        </p:nvSpPr>
        <p:spPr>
          <a:xfrm>
            <a:off x="7391400" y="44323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choose food</a:t>
            </a:r>
          </a:p>
        </p:txBody>
      </p:sp>
      <p:sp>
        <p:nvSpPr>
          <p:cNvPr id="159" name="TextBox 158">
            <a:extLst>
              <a:ext uri="{FF2B5EF4-FFF2-40B4-BE49-F238E27FC236}">
                <a16:creationId xmlns:a16="http://schemas.microsoft.com/office/drawing/2014/main" id="{B6E5168C-EE49-49D7-965B-104538301A7D}"/>
              </a:ext>
            </a:extLst>
          </p:cNvPr>
          <p:cNvSpPr txBox="1"/>
          <p:nvPr>
            <p:custDataLst>
              <p:tags r:id="rId64"/>
            </p:custDataLst>
          </p:nvPr>
        </p:nvSpPr>
        <p:spPr>
          <a:xfrm>
            <a:off x="5384800" y="5232400"/>
            <a:ext cx="12954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true ai</a:t>
            </a:r>
          </a:p>
        </p:txBody>
      </p:sp>
      <p:sp>
        <p:nvSpPr>
          <p:cNvPr id="160" name="TextBox 159">
            <a:extLst>
              <a:ext uri="{FF2B5EF4-FFF2-40B4-BE49-F238E27FC236}">
                <a16:creationId xmlns:a16="http://schemas.microsoft.com/office/drawing/2014/main" id="{571E2212-1BF7-48F1-83E4-02B95436928F}"/>
              </a:ext>
            </a:extLst>
          </p:cNvPr>
          <p:cNvSpPr txBox="1"/>
          <p:nvPr>
            <p:custDataLst>
              <p:tags r:id="rId65"/>
            </p:custDataLst>
          </p:nvPr>
        </p:nvSpPr>
        <p:spPr>
          <a:xfrm>
            <a:off x="2705100" y="55372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governance</a:t>
            </a:r>
          </a:p>
        </p:txBody>
      </p:sp>
      <p:sp>
        <p:nvSpPr>
          <p:cNvPr id="161" name="TextBox 160">
            <a:extLst>
              <a:ext uri="{FF2B5EF4-FFF2-40B4-BE49-F238E27FC236}">
                <a16:creationId xmlns:a16="http://schemas.microsoft.com/office/drawing/2014/main" id="{76BA191B-99C0-4374-9B7B-6E050EE23B5C}"/>
              </a:ext>
            </a:extLst>
          </p:cNvPr>
          <p:cNvSpPr txBox="1"/>
          <p:nvPr>
            <p:custDataLst>
              <p:tags r:id="rId66"/>
            </p:custDataLst>
          </p:nvPr>
        </p:nvSpPr>
        <p:spPr>
          <a:xfrm>
            <a:off x="5435600" y="55626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searching data</a:t>
            </a:r>
          </a:p>
        </p:txBody>
      </p:sp>
      <p:sp>
        <p:nvSpPr>
          <p:cNvPr id="162" name="TextBox 161">
            <a:extLst>
              <a:ext uri="{FF2B5EF4-FFF2-40B4-BE49-F238E27FC236}">
                <a16:creationId xmlns:a16="http://schemas.microsoft.com/office/drawing/2014/main" id="{BE25B816-1F88-4C90-9D41-0E7480A9D6D8}"/>
              </a:ext>
            </a:extLst>
          </p:cNvPr>
          <p:cNvSpPr txBox="1"/>
          <p:nvPr>
            <p:custDataLst>
              <p:tags r:id="rId67"/>
            </p:custDataLst>
          </p:nvPr>
        </p:nvSpPr>
        <p:spPr>
          <a:xfrm>
            <a:off x="4025900" y="2209800"/>
            <a:ext cx="12954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gmos</a:t>
            </a:r>
          </a:p>
        </p:txBody>
      </p:sp>
      <p:sp>
        <p:nvSpPr>
          <p:cNvPr id="163" name="TextBox 162">
            <a:extLst>
              <a:ext uri="{FF2B5EF4-FFF2-40B4-BE49-F238E27FC236}">
                <a16:creationId xmlns:a16="http://schemas.microsoft.com/office/drawing/2014/main" id="{8AD092BF-E859-41E4-83E1-8EE344AAF7D5}"/>
              </a:ext>
            </a:extLst>
          </p:cNvPr>
          <p:cNvSpPr txBox="1"/>
          <p:nvPr>
            <p:custDataLst>
              <p:tags r:id="rId68"/>
            </p:custDataLst>
          </p:nvPr>
        </p:nvSpPr>
        <p:spPr>
          <a:xfrm>
            <a:off x="1993900" y="23749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quant finance</a:t>
            </a:r>
          </a:p>
        </p:txBody>
      </p:sp>
      <p:sp>
        <p:nvSpPr>
          <p:cNvPr id="164" name="TextBox 163">
            <a:extLst>
              <a:ext uri="{FF2B5EF4-FFF2-40B4-BE49-F238E27FC236}">
                <a16:creationId xmlns:a16="http://schemas.microsoft.com/office/drawing/2014/main" id="{E4B50780-F221-406D-AFB3-B686C204F5F7}"/>
              </a:ext>
            </a:extLst>
          </p:cNvPr>
          <p:cNvSpPr txBox="1"/>
          <p:nvPr>
            <p:custDataLst>
              <p:tags r:id="rId69"/>
            </p:custDataLst>
          </p:nvPr>
        </p:nvSpPr>
        <p:spPr>
          <a:xfrm>
            <a:off x="901700" y="33401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mondaine tasks</a:t>
            </a:r>
          </a:p>
        </p:txBody>
      </p:sp>
      <p:sp>
        <p:nvSpPr>
          <p:cNvPr id="165" name="TextBox 164">
            <a:extLst>
              <a:ext uri="{FF2B5EF4-FFF2-40B4-BE49-F238E27FC236}">
                <a16:creationId xmlns:a16="http://schemas.microsoft.com/office/drawing/2014/main" id="{E5A7D332-833B-4CE1-B0AB-538B3A89CD7D}"/>
              </a:ext>
            </a:extLst>
          </p:cNvPr>
          <p:cNvSpPr txBox="1"/>
          <p:nvPr>
            <p:custDataLst>
              <p:tags r:id="rId70"/>
            </p:custDataLst>
          </p:nvPr>
        </p:nvSpPr>
        <p:spPr>
          <a:xfrm>
            <a:off x="4406900" y="55626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diagnostics</a:t>
            </a:r>
          </a:p>
        </p:txBody>
      </p:sp>
      <p:sp>
        <p:nvSpPr>
          <p:cNvPr id="166" name="TextBox 165">
            <a:extLst>
              <a:ext uri="{FF2B5EF4-FFF2-40B4-BE49-F238E27FC236}">
                <a16:creationId xmlns:a16="http://schemas.microsoft.com/office/drawing/2014/main" id="{869DE895-60CD-4EF0-BFF0-8BF4A2850AB5}"/>
              </a:ext>
            </a:extLst>
          </p:cNvPr>
          <p:cNvSpPr txBox="1"/>
          <p:nvPr>
            <p:custDataLst>
              <p:tags r:id="rId71"/>
            </p:custDataLst>
          </p:nvPr>
        </p:nvSpPr>
        <p:spPr>
          <a:xfrm>
            <a:off x="3848100" y="5626100"/>
            <a:ext cx="12954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health</a:t>
            </a:r>
          </a:p>
        </p:txBody>
      </p:sp>
      <p:sp>
        <p:nvSpPr>
          <p:cNvPr id="167" name="TextBox 166">
            <a:extLst>
              <a:ext uri="{FF2B5EF4-FFF2-40B4-BE49-F238E27FC236}">
                <a16:creationId xmlns:a16="http://schemas.microsoft.com/office/drawing/2014/main" id="{B9E88CA5-5614-4AFC-9A3D-62AF03390FAB}"/>
              </a:ext>
            </a:extLst>
          </p:cNvPr>
          <p:cNvSpPr txBox="1"/>
          <p:nvPr>
            <p:custDataLst>
              <p:tags r:id="rId72"/>
            </p:custDataLst>
          </p:nvPr>
        </p:nvSpPr>
        <p:spPr>
          <a:xfrm>
            <a:off x="1841500" y="55499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roombas</a:t>
            </a:r>
          </a:p>
        </p:txBody>
      </p:sp>
      <p:sp>
        <p:nvSpPr>
          <p:cNvPr id="168" name="TextBox 167">
            <a:extLst>
              <a:ext uri="{FF2B5EF4-FFF2-40B4-BE49-F238E27FC236}">
                <a16:creationId xmlns:a16="http://schemas.microsoft.com/office/drawing/2014/main" id="{42CA57A9-2E0F-4C1F-865B-6E17D22A8BDD}"/>
              </a:ext>
            </a:extLst>
          </p:cNvPr>
          <p:cNvSpPr txBox="1"/>
          <p:nvPr>
            <p:custDataLst>
              <p:tags r:id="rId73"/>
            </p:custDataLst>
          </p:nvPr>
        </p:nvSpPr>
        <p:spPr>
          <a:xfrm>
            <a:off x="4533900" y="58293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oponents in games</a:t>
            </a:r>
          </a:p>
        </p:txBody>
      </p:sp>
      <p:sp>
        <p:nvSpPr>
          <p:cNvPr id="169" name="TextBox 168">
            <a:extLst>
              <a:ext uri="{FF2B5EF4-FFF2-40B4-BE49-F238E27FC236}">
                <a16:creationId xmlns:a16="http://schemas.microsoft.com/office/drawing/2014/main" id="{DBD69CB1-18F4-4B76-B344-C81B422376AF}"/>
              </a:ext>
            </a:extLst>
          </p:cNvPr>
          <p:cNvSpPr txBox="1"/>
          <p:nvPr>
            <p:custDataLst>
              <p:tags r:id="rId74"/>
            </p:custDataLst>
          </p:nvPr>
        </p:nvSpPr>
        <p:spPr>
          <a:xfrm>
            <a:off x="6388100" y="55753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disability support</a:t>
            </a:r>
          </a:p>
        </p:txBody>
      </p:sp>
      <p:sp>
        <p:nvSpPr>
          <p:cNvPr id="170" name="TextBox 169">
            <a:extLst>
              <a:ext uri="{FF2B5EF4-FFF2-40B4-BE49-F238E27FC236}">
                <a16:creationId xmlns:a16="http://schemas.microsoft.com/office/drawing/2014/main" id="{2A6673A4-36D7-4BD8-A157-2E71AC26F082}"/>
              </a:ext>
            </a:extLst>
          </p:cNvPr>
          <p:cNvSpPr txBox="1"/>
          <p:nvPr>
            <p:custDataLst>
              <p:tags r:id="rId75"/>
            </p:custDataLst>
          </p:nvPr>
        </p:nvSpPr>
        <p:spPr>
          <a:xfrm>
            <a:off x="901700" y="51943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quicker computation</a:t>
            </a:r>
          </a:p>
        </p:txBody>
      </p:sp>
      <p:sp>
        <p:nvSpPr>
          <p:cNvPr id="171" name="TextBox 170">
            <a:extLst>
              <a:ext uri="{FF2B5EF4-FFF2-40B4-BE49-F238E27FC236}">
                <a16:creationId xmlns:a16="http://schemas.microsoft.com/office/drawing/2014/main" id="{2C8D9C4A-68E1-418A-B0F2-6C1D050826F7}"/>
              </a:ext>
            </a:extLst>
          </p:cNvPr>
          <p:cNvSpPr txBox="1"/>
          <p:nvPr>
            <p:custDataLst>
              <p:tags r:id="rId76"/>
            </p:custDataLst>
          </p:nvPr>
        </p:nvSpPr>
        <p:spPr>
          <a:xfrm>
            <a:off x="2946400" y="58293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gaming</a:t>
            </a:r>
          </a:p>
        </p:txBody>
      </p:sp>
      <p:sp>
        <p:nvSpPr>
          <p:cNvPr id="172" name="TextBox 171">
            <a:extLst>
              <a:ext uri="{FF2B5EF4-FFF2-40B4-BE49-F238E27FC236}">
                <a16:creationId xmlns:a16="http://schemas.microsoft.com/office/drawing/2014/main" id="{F0E9535D-593C-4DE1-8A24-3614BD92801F}"/>
              </a:ext>
            </a:extLst>
          </p:cNvPr>
          <p:cNvSpPr txBox="1"/>
          <p:nvPr>
            <p:custDataLst>
              <p:tags r:id="rId77"/>
            </p:custDataLst>
          </p:nvPr>
        </p:nvSpPr>
        <p:spPr>
          <a:xfrm>
            <a:off x="5867400" y="5867400"/>
            <a:ext cx="2108200" cy="381000"/>
          </a:xfrm>
          <a:prstGeom prst="rect">
            <a:avLst/>
          </a:prstGeom>
          <a:noFill/>
        </p:spPr>
        <p:txBody>
          <a:bodyPr vertOverflow="overflow" vert="horz" wrap="square" lIns="0" tIns="0" rIns="0" bIns="0" rtlCol="0" anchor="t">
            <a:spAutoFit/>
          </a:bodyPr>
          <a:lstStyle/>
          <a:p>
            <a:pPr algn="l"/>
            <a:r>
              <a:rPr lang="en-US" sz="1000" dirty="0">
                <a:solidFill>
                  <a:srgbClr val="A02B93"/>
                </a:solidFill>
                <a:latin typeface="Aptos"/>
              </a:rPr>
              <a:t>free up human time</a:t>
            </a:r>
          </a:p>
        </p:txBody>
      </p:sp>
      <p:sp>
        <p:nvSpPr>
          <p:cNvPr id="173" name="TextBox 172">
            <a:extLst>
              <a:ext uri="{FF2B5EF4-FFF2-40B4-BE49-F238E27FC236}">
                <a16:creationId xmlns:a16="http://schemas.microsoft.com/office/drawing/2014/main" id="{F534F12A-4A6C-40F0-9567-54E02E7A146D}"/>
              </a:ext>
            </a:extLst>
          </p:cNvPr>
          <p:cNvSpPr txBox="1"/>
          <p:nvPr>
            <p:custDataLst>
              <p:tags r:id="rId78"/>
            </p:custDataLst>
          </p:nvPr>
        </p:nvSpPr>
        <p:spPr>
          <a:xfrm>
            <a:off x="952500" y="49022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fast feedback</a:t>
            </a:r>
          </a:p>
        </p:txBody>
      </p:sp>
      <p:sp>
        <p:nvSpPr>
          <p:cNvPr id="174" name="TextBox 173">
            <a:extLst>
              <a:ext uri="{FF2B5EF4-FFF2-40B4-BE49-F238E27FC236}">
                <a16:creationId xmlns:a16="http://schemas.microsoft.com/office/drawing/2014/main" id="{815450CE-8376-45C0-8290-A04071461077}"/>
              </a:ext>
            </a:extLst>
          </p:cNvPr>
          <p:cNvSpPr txBox="1"/>
          <p:nvPr>
            <p:custDataLst>
              <p:tags r:id="rId79"/>
            </p:custDataLst>
          </p:nvPr>
        </p:nvSpPr>
        <p:spPr>
          <a:xfrm>
            <a:off x="7137400" y="2870200"/>
            <a:ext cx="17018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chatbot</a:t>
            </a:r>
          </a:p>
        </p:txBody>
      </p:sp>
      <p:sp>
        <p:nvSpPr>
          <p:cNvPr id="175" name="TextBox 174">
            <a:extLst>
              <a:ext uri="{FF2B5EF4-FFF2-40B4-BE49-F238E27FC236}">
                <a16:creationId xmlns:a16="http://schemas.microsoft.com/office/drawing/2014/main" id="{2F404212-909F-4A9D-9A95-BA944E56AEAA}"/>
              </a:ext>
            </a:extLst>
          </p:cNvPr>
          <p:cNvSpPr txBox="1"/>
          <p:nvPr>
            <p:custDataLst>
              <p:tags r:id="rId80"/>
            </p:custDataLst>
          </p:nvPr>
        </p:nvSpPr>
        <p:spPr>
          <a:xfrm>
            <a:off x="1739900" y="58420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personal response</a:t>
            </a:r>
          </a:p>
        </p:txBody>
      </p:sp>
      <p:sp>
        <p:nvSpPr>
          <p:cNvPr id="176" name="TextBox 175">
            <a:extLst>
              <a:ext uri="{FF2B5EF4-FFF2-40B4-BE49-F238E27FC236}">
                <a16:creationId xmlns:a16="http://schemas.microsoft.com/office/drawing/2014/main" id="{F960644D-BC01-4B67-8EF4-BD57191ED1D9}"/>
              </a:ext>
            </a:extLst>
          </p:cNvPr>
          <p:cNvSpPr txBox="1"/>
          <p:nvPr>
            <p:custDataLst>
              <p:tags r:id="rId81"/>
            </p:custDataLst>
          </p:nvPr>
        </p:nvSpPr>
        <p:spPr>
          <a:xfrm>
            <a:off x="3708400" y="58801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innovation</a:t>
            </a:r>
          </a:p>
        </p:txBody>
      </p:sp>
      <p:sp>
        <p:nvSpPr>
          <p:cNvPr id="177" name="TextBox 176">
            <a:extLst>
              <a:ext uri="{FF2B5EF4-FFF2-40B4-BE49-F238E27FC236}">
                <a16:creationId xmlns:a16="http://schemas.microsoft.com/office/drawing/2014/main" id="{9EBFAC95-8D72-458B-AB16-ECF339DE4CA5}"/>
              </a:ext>
            </a:extLst>
          </p:cNvPr>
          <p:cNvSpPr txBox="1"/>
          <p:nvPr>
            <p:custDataLst>
              <p:tags r:id="rId82"/>
            </p:custDataLst>
          </p:nvPr>
        </p:nvSpPr>
        <p:spPr>
          <a:xfrm>
            <a:off x="647700" y="24638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replying to emails</a:t>
            </a:r>
          </a:p>
        </p:txBody>
      </p:sp>
      <p:sp>
        <p:nvSpPr>
          <p:cNvPr id="178" name="TextBox 177">
            <a:extLst>
              <a:ext uri="{FF2B5EF4-FFF2-40B4-BE49-F238E27FC236}">
                <a16:creationId xmlns:a16="http://schemas.microsoft.com/office/drawing/2014/main" id="{814252ED-EE75-466F-BDC7-E72CABA8FEA5}"/>
              </a:ext>
            </a:extLst>
          </p:cNvPr>
          <p:cNvSpPr txBox="1"/>
          <p:nvPr>
            <p:custDataLst>
              <p:tags r:id="rId83"/>
            </p:custDataLst>
          </p:nvPr>
        </p:nvSpPr>
        <p:spPr>
          <a:xfrm>
            <a:off x="6083300" y="21590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chatgpt</a:t>
            </a:r>
          </a:p>
        </p:txBody>
      </p:sp>
      <p:sp>
        <p:nvSpPr>
          <p:cNvPr id="179" name="TextBox 178">
            <a:extLst>
              <a:ext uri="{FF2B5EF4-FFF2-40B4-BE49-F238E27FC236}">
                <a16:creationId xmlns:a16="http://schemas.microsoft.com/office/drawing/2014/main" id="{1F151289-704F-455E-B285-DDDCD5C75CBF}"/>
              </a:ext>
            </a:extLst>
          </p:cNvPr>
          <p:cNvSpPr txBox="1"/>
          <p:nvPr>
            <p:custDataLst>
              <p:tags r:id="rId84"/>
            </p:custDataLst>
          </p:nvPr>
        </p:nvSpPr>
        <p:spPr>
          <a:xfrm>
            <a:off x="711200" y="56388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easier learning</a:t>
            </a:r>
          </a:p>
        </p:txBody>
      </p:sp>
      <p:sp>
        <p:nvSpPr>
          <p:cNvPr id="180" name="TextBox 179">
            <a:extLst>
              <a:ext uri="{FF2B5EF4-FFF2-40B4-BE49-F238E27FC236}">
                <a16:creationId xmlns:a16="http://schemas.microsoft.com/office/drawing/2014/main" id="{762CE7B8-63D8-4F7F-8094-780D18EB780E}"/>
              </a:ext>
            </a:extLst>
          </p:cNvPr>
          <p:cNvSpPr txBox="1"/>
          <p:nvPr>
            <p:custDataLst>
              <p:tags r:id="rId85"/>
            </p:custDataLst>
          </p:nvPr>
        </p:nvSpPr>
        <p:spPr>
          <a:xfrm>
            <a:off x="812800" y="21717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alphafold/pharma</a:t>
            </a:r>
          </a:p>
        </p:txBody>
      </p:sp>
      <p:sp>
        <p:nvSpPr>
          <p:cNvPr id="181" name="TextBox 180">
            <a:extLst>
              <a:ext uri="{FF2B5EF4-FFF2-40B4-BE49-F238E27FC236}">
                <a16:creationId xmlns:a16="http://schemas.microsoft.com/office/drawing/2014/main" id="{4FAC60C9-28CA-4BC0-924A-FB6493ED7FE4}"/>
              </a:ext>
            </a:extLst>
          </p:cNvPr>
          <p:cNvSpPr txBox="1"/>
          <p:nvPr>
            <p:custDataLst>
              <p:tags r:id="rId86"/>
            </p:custDataLst>
          </p:nvPr>
        </p:nvSpPr>
        <p:spPr>
          <a:xfrm>
            <a:off x="7239000" y="58674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cancer screenings</a:t>
            </a:r>
          </a:p>
        </p:txBody>
      </p:sp>
      <p:sp>
        <p:nvSpPr>
          <p:cNvPr id="182" name="TextBox 181">
            <a:extLst>
              <a:ext uri="{FF2B5EF4-FFF2-40B4-BE49-F238E27FC236}">
                <a16:creationId xmlns:a16="http://schemas.microsoft.com/office/drawing/2014/main" id="{7562C5EE-9414-424B-BBF5-17CB192E8B58}"/>
              </a:ext>
            </a:extLst>
          </p:cNvPr>
          <p:cNvSpPr txBox="1"/>
          <p:nvPr>
            <p:custDataLst>
              <p:tags r:id="rId87"/>
            </p:custDataLst>
          </p:nvPr>
        </p:nvSpPr>
        <p:spPr>
          <a:xfrm>
            <a:off x="7835900" y="5067300"/>
            <a:ext cx="12954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coding</a:t>
            </a:r>
          </a:p>
        </p:txBody>
      </p:sp>
      <p:sp>
        <p:nvSpPr>
          <p:cNvPr id="183" name="TextBox 182">
            <a:extLst>
              <a:ext uri="{FF2B5EF4-FFF2-40B4-BE49-F238E27FC236}">
                <a16:creationId xmlns:a16="http://schemas.microsoft.com/office/drawing/2014/main" id="{2F20CD64-EEF6-4E5B-AA51-BE2DD49823EC}"/>
              </a:ext>
            </a:extLst>
          </p:cNvPr>
          <p:cNvSpPr txBox="1"/>
          <p:nvPr>
            <p:custDataLst>
              <p:tags r:id="rId88"/>
            </p:custDataLst>
          </p:nvPr>
        </p:nvSpPr>
        <p:spPr>
          <a:xfrm>
            <a:off x="7239000" y="25527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cancer research</a:t>
            </a:r>
          </a:p>
        </p:txBody>
      </p:sp>
      <p:sp>
        <p:nvSpPr>
          <p:cNvPr id="184" name="TextBox 183">
            <a:extLst>
              <a:ext uri="{FF2B5EF4-FFF2-40B4-BE49-F238E27FC236}">
                <a16:creationId xmlns:a16="http://schemas.microsoft.com/office/drawing/2014/main" id="{9BA763E5-AB50-4167-A81A-355022504396}"/>
              </a:ext>
            </a:extLst>
          </p:cNvPr>
          <p:cNvSpPr txBox="1"/>
          <p:nvPr>
            <p:custDataLst>
              <p:tags r:id="rId89"/>
            </p:custDataLst>
          </p:nvPr>
        </p:nvSpPr>
        <p:spPr>
          <a:xfrm>
            <a:off x="6184900" y="18923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medical research</a:t>
            </a:r>
          </a:p>
        </p:txBody>
      </p:sp>
      <p:sp>
        <p:nvSpPr>
          <p:cNvPr id="185" name="TextBox 184">
            <a:extLst>
              <a:ext uri="{FF2B5EF4-FFF2-40B4-BE49-F238E27FC236}">
                <a16:creationId xmlns:a16="http://schemas.microsoft.com/office/drawing/2014/main" id="{28070359-BBC2-4D44-994A-A75C573CFFE4}"/>
              </a:ext>
            </a:extLst>
          </p:cNvPr>
          <p:cNvSpPr txBox="1"/>
          <p:nvPr>
            <p:custDataLst>
              <p:tags r:id="rId90"/>
            </p:custDataLst>
          </p:nvPr>
        </p:nvSpPr>
        <p:spPr>
          <a:xfrm>
            <a:off x="6743700" y="22606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teaching</a:t>
            </a:r>
          </a:p>
        </p:txBody>
      </p:sp>
      <p:sp>
        <p:nvSpPr>
          <p:cNvPr id="186" name="TextBox 185">
            <a:extLst>
              <a:ext uri="{FF2B5EF4-FFF2-40B4-BE49-F238E27FC236}">
                <a16:creationId xmlns:a16="http://schemas.microsoft.com/office/drawing/2014/main" id="{A466A97E-0FCD-4BE1-AAF9-4B2C43F4DD23}"/>
              </a:ext>
            </a:extLst>
          </p:cNvPr>
          <p:cNvSpPr txBox="1"/>
          <p:nvPr>
            <p:custDataLst>
              <p:tags r:id="rId91"/>
            </p:custDataLst>
          </p:nvPr>
        </p:nvSpPr>
        <p:spPr>
          <a:xfrm>
            <a:off x="1003300" y="3073400"/>
            <a:ext cx="17018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robotics</a:t>
            </a:r>
          </a:p>
        </p:txBody>
      </p:sp>
      <p:sp>
        <p:nvSpPr>
          <p:cNvPr id="187" name="TextBox 186">
            <a:extLst>
              <a:ext uri="{FF2B5EF4-FFF2-40B4-BE49-F238E27FC236}">
                <a16:creationId xmlns:a16="http://schemas.microsoft.com/office/drawing/2014/main" id="{77A57FFC-E22A-4AA3-A252-B378BA040408}"/>
              </a:ext>
            </a:extLst>
          </p:cNvPr>
          <p:cNvSpPr txBox="1"/>
          <p:nvPr>
            <p:custDataLst>
              <p:tags r:id="rId92"/>
            </p:custDataLst>
          </p:nvPr>
        </p:nvSpPr>
        <p:spPr>
          <a:xfrm>
            <a:off x="2654300" y="19304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prototyping</a:t>
            </a:r>
          </a:p>
        </p:txBody>
      </p:sp>
      <p:sp>
        <p:nvSpPr>
          <p:cNvPr id="188" name="TextBox 187">
            <a:extLst>
              <a:ext uri="{FF2B5EF4-FFF2-40B4-BE49-F238E27FC236}">
                <a16:creationId xmlns:a16="http://schemas.microsoft.com/office/drawing/2014/main" id="{D9477A56-6545-4A61-89B2-24257728020C}"/>
              </a:ext>
            </a:extLst>
          </p:cNvPr>
          <p:cNvSpPr txBox="1"/>
          <p:nvPr>
            <p:custDataLst>
              <p:tags r:id="rId93"/>
            </p:custDataLst>
          </p:nvPr>
        </p:nvSpPr>
        <p:spPr>
          <a:xfrm>
            <a:off x="876300" y="40259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entertainment</a:t>
            </a:r>
          </a:p>
        </p:txBody>
      </p:sp>
      <p:sp>
        <p:nvSpPr>
          <p:cNvPr id="189" name="TextBox 188">
            <a:extLst>
              <a:ext uri="{FF2B5EF4-FFF2-40B4-BE49-F238E27FC236}">
                <a16:creationId xmlns:a16="http://schemas.microsoft.com/office/drawing/2014/main" id="{51EA1533-99FD-4745-AB66-9E89D7953DBB}"/>
              </a:ext>
            </a:extLst>
          </p:cNvPr>
          <p:cNvSpPr txBox="1"/>
          <p:nvPr>
            <p:custDataLst>
              <p:tags r:id="rId94"/>
            </p:custDataLst>
          </p:nvPr>
        </p:nvSpPr>
        <p:spPr>
          <a:xfrm>
            <a:off x="7620000" y="5626100"/>
            <a:ext cx="12954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drones</a:t>
            </a:r>
          </a:p>
        </p:txBody>
      </p:sp>
      <p:sp>
        <p:nvSpPr>
          <p:cNvPr id="190" name="TextBox 189">
            <a:extLst>
              <a:ext uri="{FF2B5EF4-FFF2-40B4-BE49-F238E27FC236}">
                <a16:creationId xmlns:a16="http://schemas.microsoft.com/office/drawing/2014/main" id="{222114C2-27CD-4DBD-83A0-0D1651F73211}"/>
              </a:ext>
            </a:extLst>
          </p:cNvPr>
          <p:cNvSpPr txBox="1"/>
          <p:nvPr>
            <p:custDataLst>
              <p:tags r:id="rId95"/>
            </p:custDataLst>
          </p:nvPr>
        </p:nvSpPr>
        <p:spPr>
          <a:xfrm>
            <a:off x="1397000" y="19050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nhs and healthcare</a:t>
            </a:r>
          </a:p>
        </p:txBody>
      </p:sp>
      <p:sp>
        <p:nvSpPr>
          <p:cNvPr id="191" name="TextBox 190">
            <a:extLst>
              <a:ext uri="{FF2B5EF4-FFF2-40B4-BE49-F238E27FC236}">
                <a16:creationId xmlns:a16="http://schemas.microsoft.com/office/drawing/2014/main" id="{8F511C53-E8F6-4CB9-900D-63FB1EED1E0E}"/>
              </a:ext>
            </a:extLst>
          </p:cNvPr>
          <p:cNvSpPr txBox="1"/>
          <p:nvPr>
            <p:custDataLst>
              <p:tags r:id="rId96"/>
            </p:custDataLst>
          </p:nvPr>
        </p:nvSpPr>
        <p:spPr>
          <a:xfrm>
            <a:off x="7251700" y="18034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medical science</a:t>
            </a:r>
          </a:p>
        </p:txBody>
      </p:sp>
      <p:sp>
        <p:nvSpPr>
          <p:cNvPr id="192" name="TextBox 191">
            <a:extLst>
              <a:ext uri="{FF2B5EF4-FFF2-40B4-BE49-F238E27FC236}">
                <a16:creationId xmlns:a16="http://schemas.microsoft.com/office/drawing/2014/main" id="{AF272D8D-3334-4F73-8696-D8930C412AA9}"/>
              </a:ext>
            </a:extLst>
          </p:cNvPr>
          <p:cNvSpPr txBox="1"/>
          <p:nvPr>
            <p:custDataLst>
              <p:tags r:id="rId97"/>
            </p:custDataLst>
          </p:nvPr>
        </p:nvSpPr>
        <p:spPr>
          <a:xfrm>
            <a:off x="3708400" y="3505200"/>
            <a:ext cx="12954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a:t>
            </a:r>
          </a:p>
        </p:txBody>
      </p:sp>
      <p:sp>
        <p:nvSpPr>
          <p:cNvPr id="193" name="TextBox 192">
            <a:extLst>
              <a:ext uri="{FF2B5EF4-FFF2-40B4-BE49-F238E27FC236}">
                <a16:creationId xmlns:a16="http://schemas.microsoft.com/office/drawing/2014/main" id="{A405668B-5305-4943-BA02-A62830DCF4CE}"/>
              </a:ext>
            </a:extLst>
          </p:cNvPr>
          <p:cNvSpPr txBox="1"/>
          <p:nvPr>
            <p:custDataLst>
              <p:tags r:id="rId98"/>
            </p:custDataLst>
          </p:nvPr>
        </p:nvSpPr>
        <p:spPr>
          <a:xfrm>
            <a:off x="7493000" y="22860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coursework</a:t>
            </a:r>
          </a:p>
        </p:txBody>
      </p:sp>
      <p:sp>
        <p:nvSpPr>
          <p:cNvPr id="194" name="TextBox 193">
            <a:extLst>
              <a:ext uri="{FF2B5EF4-FFF2-40B4-BE49-F238E27FC236}">
                <a16:creationId xmlns:a16="http://schemas.microsoft.com/office/drawing/2014/main" id="{8FBDC43F-3C37-4446-B74A-1D01F56D32AF}"/>
              </a:ext>
            </a:extLst>
          </p:cNvPr>
          <p:cNvSpPr txBox="1"/>
          <p:nvPr>
            <p:custDataLst>
              <p:tags r:id="rId99"/>
            </p:custDataLst>
          </p:nvPr>
        </p:nvSpPr>
        <p:spPr>
          <a:xfrm>
            <a:off x="1244600" y="2806700"/>
            <a:ext cx="12954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ai</a:t>
            </a:r>
          </a:p>
        </p:txBody>
      </p:sp>
      <p:sp>
        <p:nvSpPr>
          <p:cNvPr id="195" name="TextBox 194">
            <a:extLst>
              <a:ext uri="{FF2B5EF4-FFF2-40B4-BE49-F238E27FC236}">
                <a16:creationId xmlns:a16="http://schemas.microsoft.com/office/drawing/2014/main" id="{84090AD2-0879-4716-A81E-450A6C8D94EF}"/>
              </a:ext>
            </a:extLst>
          </p:cNvPr>
          <p:cNvSpPr txBox="1"/>
          <p:nvPr>
            <p:custDataLst>
              <p:tags r:id="rId100"/>
            </p:custDataLst>
          </p:nvPr>
        </p:nvSpPr>
        <p:spPr>
          <a:xfrm>
            <a:off x="850900" y="42926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new stuff</a:t>
            </a:r>
          </a:p>
        </p:txBody>
      </p:sp>
      <p:sp>
        <p:nvSpPr>
          <p:cNvPr id="196" name="TextBox 195">
            <a:extLst>
              <a:ext uri="{FF2B5EF4-FFF2-40B4-BE49-F238E27FC236}">
                <a16:creationId xmlns:a16="http://schemas.microsoft.com/office/drawing/2014/main" id="{04DD3BA5-D490-44EE-9387-3E6C7FDE9B7C}"/>
              </a:ext>
            </a:extLst>
          </p:cNvPr>
          <p:cNvSpPr txBox="1"/>
          <p:nvPr>
            <p:custDataLst>
              <p:tags r:id="rId101"/>
            </p:custDataLst>
          </p:nvPr>
        </p:nvSpPr>
        <p:spPr>
          <a:xfrm>
            <a:off x="876300" y="59563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brainrot</a:t>
            </a:r>
          </a:p>
        </p:txBody>
      </p:sp>
      <p:sp>
        <p:nvSpPr>
          <p:cNvPr id="197" name="TextBox 196">
            <a:extLst>
              <a:ext uri="{FF2B5EF4-FFF2-40B4-BE49-F238E27FC236}">
                <a16:creationId xmlns:a16="http://schemas.microsoft.com/office/drawing/2014/main" id="{E4F77D9D-6F65-42A7-8F06-CBB9FAF94033}"/>
              </a:ext>
            </a:extLst>
          </p:cNvPr>
          <p:cNvSpPr txBox="1"/>
          <p:nvPr>
            <p:custDataLst>
              <p:tags r:id="rId102"/>
            </p:custDataLst>
          </p:nvPr>
        </p:nvSpPr>
        <p:spPr>
          <a:xfrm>
            <a:off x="7493000" y="20447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self-driving</a:t>
            </a:r>
          </a:p>
        </p:txBody>
      </p:sp>
    </p:spTree>
    <p:custDataLst>
      <p:tags r:id="rId1"/>
    </p:custDataLst>
    <p:extLst>
      <p:ext uri="{BB962C8B-B14F-4D97-AF65-F5344CB8AC3E}">
        <p14:creationId xmlns:p14="http://schemas.microsoft.com/office/powerpoint/2010/main" val="3605172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Lst>
          </p:cNvPr>
          <p:cNvSpPr>
            <a:spLocks noGrp="1"/>
          </p:cNvSpPr>
          <p:nvPr>
            <p:ph type="title"/>
            <p:custDataLst>
              <p:tags r:id="rId2"/>
            </p:custDataLst>
          </p:nvPr>
        </p:nvSpPr>
        <p:spPr/>
        <p:txBody>
          <a:bodyPr/>
          <a:lstStyle/>
          <a:p>
            <a:r>
              <a:rPr lang="en-FI"/>
              <a:t>artificial general intelligence</a:t>
            </a:r>
          </a:p>
        </p:txBody>
      </p:sp>
      <p:sp>
        <p:nvSpPr>
          <p:cNvPr id="3" name="Content Placeholder 2">
            <a:extLst>
              <a:ext uri="{FF2B5EF4-FFF2-40B4-BE49-F238E27FC236}">
                <a16:creationId xmlns:a16="http://schemas.microsoft.com/office/drawing/2014/main" id="{69BB87DD-025D-AE43-4A03-910135B61E5D}"/>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7" name="Oval 6">
            <a:extLst>
              <a:ext uri="{FF2B5EF4-FFF2-40B4-BE49-F238E27FC236}">
                <a16:creationId xmlns:a16="http://schemas.microsoft.com/office/drawing/2014/main" id="{CD211DD5-74EE-4423-8CC4-DCC1241E3B52}"/>
              </a:ext>
            </a:extLst>
          </p:cNvPr>
          <p:cNvSpPr/>
          <p:nvPr>
            <p:custDataLst>
              <p:tags r:id="rId4"/>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Oval 7">
            <a:extLst>
              <a:ext uri="{FF2B5EF4-FFF2-40B4-BE49-F238E27FC236}">
                <a16:creationId xmlns:a16="http://schemas.microsoft.com/office/drawing/2014/main" id="{879CEBED-EB6E-4F43-A055-640392993791}"/>
              </a:ext>
            </a:extLst>
          </p:cNvPr>
          <p:cNvSpPr/>
          <p:nvPr>
            <p:custDataLst>
              <p:tags r:id="rId5"/>
            </p:custDataLst>
          </p:nvPr>
        </p:nvSpPr>
        <p:spPr>
          <a:xfrm>
            <a:off x="8293100" y="6007100"/>
            <a:ext cx="762000" cy="762000"/>
          </a:xfrm>
          <a:prstGeom prst="ellipse">
            <a:avLst/>
          </a:prstGeom>
          <a:solidFill>
            <a:srgbClr val="156082">
              <a:alpha val="0"/>
              <a:alpha val="0"/>
              <a:alpha val="0"/>
              <a:alpha val="0"/>
              <a:alpha val="0"/>
              <a:alpha val="0"/>
              <a:alpha val="0"/>
              <a:alpha val="0"/>
              <a:alpha val="0"/>
            </a:srgbClr>
          </a:solidFill>
          <a:ln w="19050" cap="flat" cmpd="sng" algn="ctr">
            <a:solidFill>
              <a:srgbClr val="156082">
                <a:shade val="15000"/>
                <a:alpha val="0"/>
                <a:alpha val="0"/>
                <a:alpha val="0"/>
                <a:alpha val="0"/>
                <a:alpha val="0"/>
                <a:alpha val="0"/>
                <a:alpha val="0"/>
                <a:alpha val="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ctr" anchorCtr="1"/>
          <a:lstStyle/>
          <a:p>
            <a:pPr algn="l"/>
            <a:endParaRPr lang="en-US"/>
          </a:p>
        </p:txBody>
      </p:sp>
      <p:sp>
        <p:nvSpPr>
          <p:cNvPr id="11" name="TextBox 10">
            <a:extLst>
              <a:ext uri="{FF2B5EF4-FFF2-40B4-BE49-F238E27FC236}">
                <a16:creationId xmlns:a16="http://schemas.microsoft.com/office/drawing/2014/main" id="{645859AE-6339-4C53-96CA-052972CE803C}"/>
              </a:ext>
            </a:extLst>
          </p:cNvPr>
          <p:cNvSpPr txBox="1"/>
          <p:nvPr>
            <p:custDataLst>
              <p:tags r:id="rId6"/>
            </p:custDataLst>
          </p:nvPr>
        </p:nvSpPr>
        <p:spPr>
          <a:xfrm>
            <a:off x="628650" y="1798320"/>
            <a:ext cx="3816350" cy="254000"/>
          </a:xfrm>
          <a:prstGeom prst="rect">
            <a:avLst/>
          </a:prstGeom>
          <a:noFill/>
        </p:spPr>
        <p:txBody>
          <a:bodyPr vertOverflow="overflow" vert="horz" wrap="square" rtlCol="0" anchor="t">
            <a:spAutoFit/>
          </a:bodyPr>
          <a:lstStyle/>
          <a:p>
            <a:r>
              <a:rPr lang="en-US"/>
              <a:t>no</a:t>
            </a:r>
          </a:p>
        </p:txBody>
      </p:sp>
      <p:sp>
        <p:nvSpPr>
          <p:cNvPr id="12" name="TextBox 11">
            <a:extLst>
              <a:ext uri="{FF2B5EF4-FFF2-40B4-BE49-F238E27FC236}">
                <a16:creationId xmlns:a16="http://schemas.microsoft.com/office/drawing/2014/main" id="{8AB0D125-9147-4B0F-B491-E563BFC001ED}"/>
              </a:ext>
            </a:extLst>
          </p:cNvPr>
          <p:cNvSpPr txBox="1"/>
          <p:nvPr>
            <p:custDataLst>
              <p:tags r:id="rId7"/>
            </p:custDataLst>
          </p:nvPr>
        </p:nvSpPr>
        <p:spPr>
          <a:xfrm>
            <a:off x="4699000" y="1798320"/>
            <a:ext cx="3816350" cy="254000"/>
          </a:xfrm>
          <a:prstGeom prst="rect">
            <a:avLst/>
          </a:prstGeom>
          <a:noFill/>
        </p:spPr>
        <p:txBody>
          <a:bodyPr vertOverflow="overflow" vert="horz" wrap="square" rtlCol="0" anchor="t">
            <a:spAutoFit/>
          </a:bodyPr>
          <a:lstStyle/>
          <a:p>
            <a:pPr algn="r"/>
            <a:r>
              <a:rPr lang="en-US"/>
              <a:t>yes</a:t>
            </a:r>
          </a:p>
        </p:txBody>
      </p:sp>
      <p:sp>
        <p:nvSpPr>
          <p:cNvPr id="13" name="TextBox 12">
            <a:extLst>
              <a:ext uri="{FF2B5EF4-FFF2-40B4-BE49-F238E27FC236}">
                <a16:creationId xmlns:a16="http://schemas.microsoft.com/office/drawing/2014/main" id="{3C3D2B29-F23A-42FB-978D-4E1DB68D4277}"/>
              </a:ext>
            </a:extLst>
          </p:cNvPr>
          <p:cNvSpPr txBox="1"/>
          <p:nvPr>
            <p:custDataLst>
              <p:tags r:id="rId8"/>
            </p:custDataLst>
          </p:nvPr>
        </p:nvSpPr>
        <p:spPr>
          <a:xfrm>
            <a:off x="2894608" y="2433320"/>
            <a:ext cx="5938242" cy="276999"/>
          </a:xfrm>
          <a:prstGeom prst="rect">
            <a:avLst/>
          </a:prstGeom>
          <a:noFill/>
        </p:spPr>
        <p:txBody>
          <a:bodyPr vertOverflow="overflow" vert="horz" wrap="square" tIns="0" bIns="0" rtlCol="0" anchor="t">
            <a:spAutoFit/>
          </a:bodyPr>
          <a:lstStyle/>
          <a:p>
            <a:pPr algn="l"/>
            <a:r>
              <a:rPr lang="en-US"/>
              <a:t>We are very close to AGI</a:t>
            </a:r>
          </a:p>
        </p:txBody>
      </p:sp>
      <p:sp>
        <p:nvSpPr>
          <p:cNvPr id="16" name="TextBox 15">
            <a:extLst>
              <a:ext uri="{FF2B5EF4-FFF2-40B4-BE49-F238E27FC236}">
                <a16:creationId xmlns:a16="http://schemas.microsoft.com/office/drawing/2014/main" id="{FAFFBA63-563B-41CE-B8EB-7A12A37AD383}"/>
              </a:ext>
            </a:extLst>
          </p:cNvPr>
          <p:cNvSpPr txBox="1"/>
          <p:nvPr>
            <p:custDataLst>
              <p:tags r:id="rId9"/>
            </p:custDataLst>
          </p:nvPr>
        </p:nvSpPr>
        <p:spPr>
          <a:xfrm>
            <a:off x="3445272" y="3068320"/>
            <a:ext cx="5387578" cy="276999"/>
          </a:xfrm>
          <a:prstGeom prst="rect">
            <a:avLst/>
          </a:prstGeom>
          <a:noFill/>
        </p:spPr>
        <p:txBody>
          <a:bodyPr vertOverflow="overflow" vert="horz" wrap="square" tIns="0" bIns="0" rtlCol="0" anchor="t">
            <a:spAutoFit/>
          </a:bodyPr>
          <a:lstStyle/>
          <a:p>
            <a:pPr algn="l"/>
            <a:r>
              <a:rPr lang="en-US" dirty="0"/>
              <a:t>AGI is inevitable?</a:t>
            </a:r>
          </a:p>
        </p:txBody>
      </p:sp>
      <p:cxnSp>
        <p:nvCxnSpPr>
          <p:cNvPr id="19" name="Straight Arrow Connector 18">
            <a:extLst>
              <a:ext uri="{FF2B5EF4-FFF2-40B4-BE49-F238E27FC236}">
                <a16:creationId xmlns:a16="http://schemas.microsoft.com/office/drawing/2014/main" id="{F1B588D3-8D4A-4F71-B1FE-3D6D2795CFAD}"/>
              </a:ext>
            </a:extLst>
          </p:cNvPr>
          <p:cNvCxnSpPr/>
          <p:nvPr>
            <p:custDataLst>
              <p:tags r:id="rId10"/>
            </p:custDataLst>
          </p:nvPr>
        </p:nvCxnSpPr>
        <p:spPr>
          <a:xfrm>
            <a:off x="692150" y="2115820"/>
            <a:ext cx="12700" cy="4048760"/>
          </a:xfrm>
          <a:prstGeom prst="straightConnector1">
            <a:avLst/>
          </a:prstGeom>
          <a:ln w="19050" cap="flat" cmpd="sng" algn="ctr">
            <a:solidFill>
              <a:srgbClr val="808080"/>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BCC6AB1-5628-4E4A-919A-B3CF84CD0FB9}"/>
              </a:ext>
            </a:extLst>
          </p:cNvPr>
          <p:cNvCxnSpPr/>
          <p:nvPr>
            <p:custDataLst>
              <p:tags r:id="rId11"/>
            </p:custDataLst>
          </p:nvPr>
        </p:nvCxnSpPr>
        <p:spPr>
          <a:xfrm>
            <a:off x="8451850" y="2115820"/>
            <a:ext cx="12700" cy="4048760"/>
          </a:xfrm>
          <a:prstGeom prst="straightConnector1">
            <a:avLst/>
          </a:prstGeom>
          <a:ln w="19050" cap="flat" cmpd="sng" algn="ctr">
            <a:solidFill>
              <a:srgbClr val="808080"/>
            </a:solidFill>
            <a:prstDash val="solid"/>
            <a:miter lim="800000"/>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02679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Lst>
          </p:cNvPr>
          <p:cNvSpPr>
            <a:spLocks noGrp="1"/>
          </p:cNvSpPr>
          <p:nvPr>
            <p:ph type="title"/>
            <p:custDataLst>
              <p:tags r:id="rId2"/>
            </p:custDataLst>
          </p:nvPr>
        </p:nvSpPr>
        <p:spPr/>
        <p:txBody>
          <a:bodyPr/>
          <a:lstStyle/>
          <a:p>
            <a:r>
              <a:rPr lang="en-US"/>
              <a:t>What is missing from current abilities of AI?</a:t>
            </a:r>
            <a:endParaRPr lang="en-FI"/>
          </a:p>
        </p:txBody>
      </p:sp>
      <p:sp>
        <p:nvSpPr>
          <p:cNvPr id="3" name="Content Placeholder 2">
            <a:extLst>
              <a:ext uri="{FF2B5EF4-FFF2-40B4-BE49-F238E27FC236}">
                <a16:creationId xmlns:a16="http://schemas.microsoft.com/office/drawing/2014/main" id="{69BB87DD-025D-AE43-4A03-910135B61E5D}"/>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Rectangle 3">
            <a:extLst>
              <a:ext uri="{FF2B5EF4-FFF2-40B4-BE49-F238E27FC236}">
                <a16:creationId xmlns:a16="http://schemas.microsoft.com/office/drawing/2014/main" id="{2027D873-2C0C-2FAE-C285-94FF890F42D0}"/>
              </a:ext>
            </a:extLst>
          </p:cNvPr>
          <p:cNvSpPr/>
          <p:nvPr>
            <p:custDataLst>
              <p:tags r:id="rId4"/>
            </p:custDataLst>
          </p:nvPr>
        </p:nvSpPr>
        <p:spPr>
          <a:xfrm>
            <a:off x="-2540000" y="190500"/>
            <a:ext cx="0" cy="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5" name="Rectangle 4">
            <a:extLst>
              <a:ext uri="{FF2B5EF4-FFF2-40B4-BE49-F238E27FC236}">
                <a16:creationId xmlns:a16="http://schemas.microsoft.com/office/drawing/2014/main" id="{98B97BF0-4D4C-481C-67BC-B5E1C2041849}"/>
              </a:ext>
            </a:extLst>
          </p:cNvPr>
          <p:cNvSpPr/>
          <p:nvPr>
            <p:custDataLst>
              <p:tags r:id="rId5"/>
            </p:custDataLst>
          </p:nvPr>
        </p:nvSpPr>
        <p:spPr>
          <a:xfrm>
            <a:off x="-2540000" y="381000"/>
            <a:ext cx="0" cy="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dirty="0"/>
          </a:p>
        </p:txBody>
      </p:sp>
      <p:sp>
        <p:nvSpPr>
          <p:cNvPr id="6" name="Rectangle 5">
            <a:extLst>
              <a:ext uri="{FF2B5EF4-FFF2-40B4-BE49-F238E27FC236}">
                <a16:creationId xmlns:a16="http://schemas.microsoft.com/office/drawing/2014/main" id="{6D7F7CD5-3FCD-C7F7-C116-CBEA49170231}"/>
              </a:ext>
            </a:extLst>
          </p:cNvPr>
          <p:cNvSpPr/>
          <p:nvPr>
            <p:custDataLst>
              <p:tags r:id="rId6"/>
            </p:custDataLst>
          </p:nvPr>
        </p:nvSpPr>
        <p:spPr>
          <a:xfrm>
            <a:off x="-254000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7" name="Rectangle 6">
            <a:extLst>
              <a:ext uri="{FF2B5EF4-FFF2-40B4-BE49-F238E27FC236}">
                <a16:creationId xmlns:a16="http://schemas.microsoft.com/office/drawing/2014/main" id="{0B62CD57-B2E9-F4BD-279D-974AA1F84153}"/>
              </a:ext>
            </a:extLst>
          </p:cNvPr>
          <p:cNvSpPr/>
          <p:nvPr>
            <p:custDataLst>
              <p:tags r:id="rId7"/>
            </p:custDataLst>
          </p:nvPr>
        </p:nvSpPr>
        <p:spPr>
          <a:xfrm>
            <a:off x="-2540000" y="571500"/>
            <a:ext cx="0" cy="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8" name="Rectangle 7">
            <a:extLst>
              <a:ext uri="{FF2B5EF4-FFF2-40B4-BE49-F238E27FC236}">
                <a16:creationId xmlns:a16="http://schemas.microsoft.com/office/drawing/2014/main" id="{0E70DA46-7AE2-44B7-7C46-36BE5904F3BD}"/>
              </a:ext>
            </a:extLst>
          </p:cNvPr>
          <p:cNvSpPr/>
          <p:nvPr>
            <p:custDataLst>
              <p:tags r:id="rId8"/>
            </p:custDataLst>
          </p:nvPr>
        </p:nvSpPr>
        <p:spPr>
          <a:xfrm>
            <a:off x="-2540000" y="762000"/>
            <a:ext cx="0" cy="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9" name="Rectangle 8">
            <a:extLst>
              <a:ext uri="{FF2B5EF4-FFF2-40B4-BE49-F238E27FC236}">
                <a16:creationId xmlns:a16="http://schemas.microsoft.com/office/drawing/2014/main" id="{2FA965C6-2143-8D42-170D-2D8FFD20C58E}"/>
              </a:ext>
            </a:extLst>
          </p:cNvPr>
          <p:cNvSpPr/>
          <p:nvPr>
            <p:custDataLst>
              <p:tags r:id="rId9"/>
            </p:custDataLst>
          </p:nvPr>
        </p:nvSpPr>
        <p:spPr>
          <a:xfrm>
            <a:off x="-2540000" y="952500"/>
            <a:ext cx="0" cy="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14" name="Oval 13">
            <a:extLst>
              <a:ext uri="{FF2B5EF4-FFF2-40B4-BE49-F238E27FC236}">
                <a16:creationId xmlns:a16="http://schemas.microsoft.com/office/drawing/2014/main" id="{0A599AE3-825F-46B1-A708-561AE846396E}"/>
              </a:ext>
            </a:extLst>
          </p:cNvPr>
          <p:cNvSpPr/>
          <p:nvPr>
            <p:custDataLst>
              <p:tags r:id="rId10"/>
            </p:custDataLst>
          </p:nvPr>
        </p:nvSpPr>
        <p:spPr>
          <a:xfrm>
            <a:off x="8293100" y="6007100"/>
            <a:ext cx="762000" cy="762000"/>
          </a:xfrm>
          <a:prstGeom prst="ellipse">
            <a:avLst/>
          </a:prstGeom>
          <a:solidFill>
            <a:srgbClr val="156082">
              <a:alpha val="0"/>
              <a:alpha val="0"/>
              <a:alpha val="0"/>
              <a:alpha val="0"/>
              <a:alpha val="0"/>
              <a:alpha val="0"/>
              <a:alpha val="0"/>
              <a:alpha val="0"/>
              <a:alpha val="0"/>
            </a:srgbClr>
          </a:solidFill>
          <a:ln w="19050" cap="flat" cmpd="sng" algn="ctr">
            <a:solidFill>
              <a:srgbClr val="156082">
                <a:shade val="15000"/>
                <a:alpha val="0"/>
                <a:alpha val="0"/>
                <a:alpha val="0"/>
                <a:alpha val="0"/>
                <a:alpha val="0"/>
                <a:alpha val="0"/>
                <a:alpha val="0"/>
                <a:alpha val="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ctr" anchorCtr="1"/>
          <a:lstStyle/>
          <a:p>
            <a:pPr algn="l"/>
            <a:endParaRPr lang="en-US"/>
          </a:p>
        </p:txBody>
      </p:sp>
      <p:sp>
        <p:nvSpPr>
          <p:cNvPr id="17" name="Rectangle 16">
            <a:extLst>
              <a:ext uri="{FF2B5EF4-FFF2-40B4-BE49-F238E27FC236}">
                <a16:creationId xmlns:a16="http://schemas.microsoft.com/office/drawing/2014/main" id="{B92A7314-060F-485D-96FA-3E85218C72A8}"/>
              </a:ext>
            </a:extLst>
          </p:cNvPr>
          <p:cNvSpPr/>
          <p:nvPr>
            <p:custDataLst>
              <p:tags r:id="rId11"/>
            </p:custDataLst>
          </p:nvPr>
        </p:nvSpPr>
        <p:spPr>
          <a:xfrm>
            <a:off x="628650" y="1798320"/>
            <a:ext cx="7886700" cy="4429760"/>
          </a:xfrm>
          <a:prstGeom prst="rect">
            <a:avLst/>
          </a:prstGeom>
          <a:solidFill>
            <a:srgbClr val="156082">
              <a:alpha val="0"/>
            </a:srgbClr>
          </a:solidFill>
          <a:ln w="12700" cap="flat" cmpd="sng" algn="ctr">
            <a:no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custDataLst>
      <p:tags r:id="rId1"/>
    </p:custDataLst>
    <p:extLst>
      <p:ext uri="{BB962C8B-B14F-4D97-AF65-F5344CB8AC3E}">
        <p14:creationId xmlns:p14="http://schemas.microsoft.com/office/powerpoint/2010/main" val="3713572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Lst>
          </p:cNvPr>
          <p:cNvSpPr>
            <a:spLocks noGrp="1"/>
          </p:cNvSpPr>
          <p:nvPr>
            <p:ph type="title"/>
            <p:custDataLst>
              <p:tags r:id="rId2"/>
            </p:custDataLst>
          </p:nvPr>
        </p:nvSpPr>
        <p:spPr/>
        <p:txBody>
          <a:bodyPr/>
          <a:lstStyle/>
          <a:p>
            <a:r>
              <a:rPr lang="en-US"/>
              <a:t>What is missing from current abilities of AI?</a:t>
            </a:r>
            <a:endParaRPr lang="en-FI"/>
          </a:p>
        </p:txBody>
      </p:sp>
      <p:sp>
        <p:nvSpPr>
          <p:cNvPr id="3" name="Content Placeholder 2">
            <a:extLst>
              <a:ext uri="{FF2B5EF4-FFF2-40B4-BE49-F238E27FC236}">
                <a16:creationId xmlns:a16="http://schemas.microsoft.com/office/drawing/2014/main" id="{69BB87DD-025D-AE43-4A03-910135B61E5D}"/>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Rectangle 3">
            <a:extLst>
              <a:ext uri="{FF2B5EF4-FFF2-40B4-BE49-F238E27FC236}">
                <a16:creationId xmlns:a16="http://schemas.microsoft.com/office/drawing/2014/main" id="{2027D873-2C0C-2FAE-C285-94FF890F42D0}"/>
              </a:ext>
            </a:extLst>
          </p:cNvPr>
          <p:cNvSpPr/>
          <p:nvPr>
            <p:custDataLst>
              <p:tags r:id="rId4"/>
            </p:custDataLst>
          </p:nvPr>
        </p:nvSpPr>
        <p:spPr>
          <a:xfrm>
            <a:off x="-2540000" y="190500"/>
            <a:ext cx="0" cy="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5" name="Rectangle 4">
            <a:extLst>
              <a:ext uri="{FF2B5EF4-FFF2-40B4-BE49-F238E27FC236}">
                <a16:creationId xmlns:a16="http://schemas.microsoft.com/office/drawing/2014/main" id="{98B97BF0-4D4C-481C-67BC-B5E1C2041849}"/>
              </a:ext>
            </a:extLst>
          </p:cNvPr>
          <p:cNvSpPr/>
          <p:nvPr>
            <p:custDataLst>
              <p:tags r:id="rId5"/>
            </p:custDataLst>
          </p:nvPr>
        </p:nvSpPr>
        <p:spPr>
          <a:xfrm>
            <a:off x="-2540000" y="381000"/>
            <a:ext cx="0" cy="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dirty="0"/>
          </a:p>
        </p:txBody>
      </p:sp>
      <p:sp>
        <p:nvSpPr>
          <p:cNvPr id="6" name="Rectangle 5">
            <a:extLst>
              <a:ext uri="{FF2B5EF4-FFF2-40B4-BE49-F238E27FC236}">
                <a16:creationId xmlns:a16="http://schemas.microsoft.com/office/drawing/2014/main" id="{6D7F7CD5-3FCD-C7F7-C116-CBEA49170231}"/>
              </a:ext>
            </a:extLst>
          </p:cNvPr>
          <p:cNvSpPr/>
          <p:nvPr>
            <p:custDataLst>
              <p:tags r:id="rId6"/>
            </p:custDataLst>
          </p:nvPr>
        </p:nvSpPr>
        <p:spPr>
          <a:xfrm>
            <a:off x="-254000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7" name="Rectangle 6">
            <a:extLst>
              <a:ext uri="{FF2B5EF4-FFF2-40B4-BE49-F238E27FC236}">
                <a16:creationId xmlns:a16="http://schemas.microsoft.com/office/drawing/2014/main" id="{0B62CD57-B2E9-F4BD-279D-974AA1F84153}"/>
              </a:ext>
            </a:extLst>
          </p:cNvPr>
          <p:cNvSpPr/>
          <p:nvPr>
            <p:custDataLst>
              <p:tags r:id="rId7"/>
            </p:custDataLst>
          </p:nvPr>
        </p:nvSpPr>
        <p:spPr>
          <a:xfrm>
            <a:off x="-2540000" y="571500"/>
            <a:ext cx="0" cy="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8" name="Rectangle 7">
            <a:extLst>
              <a:ext uri="{FF2B5EF4-FFF2-40B4-BE49-F238E27FC236}">
                <a16:creationId xmlns:a16="http://schemas.microsoft.com/office/drawing/2014/main" id="{0E70DA46-7AE2-44B7-7C46-36BE5904F3BD}"/>
              </a:ext>
            </a:extLst>
          </p:cNvPr>
          <p:cNvSpPr/>
          <p:nvPr>
            <p:custDataLst>
              <p:tags r:id="rId8"/>
            </p:custDataLst>
          </p:nvPr>
        </p:nvSpPr>
        <p:spPr>
          <a:xfrm>
            <a:off x="-2540000" y="762000"/>
            <a:ext cx="0" cy="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9" name="Rectangle 8">
            <a:extLst>
              <a:ext uri="{FF2B5EF4-FFF2-40B4-BE49-F238E27FC236}">
                <a16:creationId xmlns:a16="http://schemas.microsoft.com/office/drawing/2014/main" id="{2FA965C6-2143-8D42-170D-2D8FFD20C58E}"/>
              </a:ext>
            </a:extLst>
          </p:cNvPr>
          <p:cNvSpPr/>
          <p:nvPr>
            <p:custDataLst>
              <p:tags r:id="rId9"/>
            </p:custDataLst>
          </p:nvPr>
        </p:nvSpPr>
        <p:spPr>
          <a:xfrm>
            <a:off x="-2540000" y="952500"/>
            <a:ext cx="0" cy="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FI"/>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FI" sz="1350"/>
          </a:p>
        </p:txBody>
      </p:sp>
      <p:sp>
        <p:nvSpPr>
          <p:cNvPr id="16" name="Rectangle 15">
            <a:extLst>
              <a:ext uri="{FF2B5EF4-FFF2-40B4-BE49-F238E27FC236}">
                <a16:creationId xmlns:a16="http://schemas.microsoft.com/office/drawing/2014/main" id="{7C4A2280-6E3E-40DE-A835-D38B01C218CD}"/>
              </a:ext>
            </a:extLst>
          </p:cNvPr>
          <p:cNvSpPr/>
          <p:nvPr>
            <p:custDataLst>
              <p:tags r:id="rId10"/>
            </p:custDataLst>
          </p:nvPr>
        </p:nvSpPr>
        <p:spPr>
          <a:xfrm>
            <a:off x="628650" y="1798320"/>
            <a:ext cx="7886700" cy="4429760"/>
          </a:xfrm>
          <a:prstGeom prst="rect">
            <a:avLst/>
          </a:prstGeom>
          <a:solidFill>
            <a:srgbClr val="156082">
              <a:alpha val="0"/>
            </a:srgbClr>
          </a:solidFill>
          <a:ln w="12700" cap="flat" cmpd="sng" algn="ctr">
            <a:no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TextBox 68">
            <a:extLst>
              <a:ext uri="{FF2B5EF4-FFF2-40B4-BE49-F238E27FC236}">
                <a16:creationId xmlns:a16="http://schemas.microsoft.com/office/drawing/2014/main" id="{FA94F37E-2DB6-4223-8E02-D09EF718DA2D}"/>
              </a:ext>
            </a:extLst>
          </p:cNvPr>
          <p:cNvSpPr txBox="1"/>
          <p:nvPr>
            <p:custDataLst>
              <p:tags r:id="rId11"/>
            </p:custDataLst>
          </p:nvPr>
        </p:nvSpPr>
        <p:spPr>
          <a:xfrm>
            <a:off x="1752600" y="2857500"/>
            <a:ext cx="6985000" cy="2590800"/>
          </a:xfrm>
          <a:prstGeom prst="rect">
            <a:avLst/>
          </a:prstGeom>
          <a:noFill/>
        </p:spPr>
        <p:txBody>
          <a:bodyPr vertOverflow="overflow" vert="horz" wrap="square" lIns="0" tIns="0" rIns="0" bIns="0" rtlCol="0" anchor="t">
            <a:spAutoFit/>
          </a:bodyPr>
          <a:lstStyle/>
          <a:p>
            <a:pPr algn="l"/>
            <a:r>
              <a:rPr lang="en-US" sz="9700">
                <a:solidFill>
                  <a:srgbClr val="156082"/>
                </a:solidFill>
                <a:latin typeface="Aptos"/>
              </a:rPr>
              <a:t>intelligence</a:t>
            </a:r>
          </a:p>
        </p:txBody>
      </p:sp>
      <p:sp>
        <p:nvSpPr>
          <p:cNvPr id="70" name="TextBox 69">
            <a:extLst>
              <a:ext uri="{FF2B5EF4-FFF2-40B4-BE49-F238E27FC236}">
                <a16:creationId xmlns:a16="http://schemas.microsoft.com/office/drawing/2014/main" id="{CBEA77A7-9F30-4B0B-B306-38415A95082E}"/>
              </a:ext>
            </a:extLst>
          </p:cNvPr>
          <p:cNvSpPr txBox="1"/>
          <p:nvPr>
            <p:custDataLst>
              <p:tags r:id="rId12"/>
            </p:custDataLst>
          </p:nvPr>
        </p:nvSpPr>
        <p:spPr>
          <a:xfrm>
            <a:off x="2120900" y="1955800"/>
            <a:ext cx="6578600" cy="2387600"/>
          </a:xfrm>
          <a:prstGeom prst="rect">
            <a:avLst/>
          </a:prstGeom>
          <a:noFill/>
        </p:spPr>
        <p:txBody>
          <a:bodyPr vertOverflow="overflow" vert="horz" wrap="square" lIns="0" tIns="0" rIns="0" bIns="0" rtlCol="0" anchor="t">
            <a:spAutoFit/>
          </a:bodyPr>
          <a:lstStyle/>
          <a:p>
            <a:pPr algn="l"/>
            <a:r>
              <a:rPr lang="en-US" sz="8900">
                <a:solidFill>
                  <a:srgbClr val="E97132"/>
                </a:solidFill>
                <a:latin typeface="Aptos"/>
              </a:rPr>
              <a:t>consistency</a:t>
            </a:r>
          </a:p>
        </p:txBody>
      </p:sp>
      <p:sp>
        <p:nvSpPr>
          <p:cNvPr id="71" name="TextBox 70">
            <a:extLst>
              <a:ext uri="{FF2B5EF4-FFF2-40B4-BE49-F238E27FC236}">
                <a16:creationId xmlns:a16="http://schemas.microsoft.com/office/drawing/2014/main" id="{10CEF965-1C30-4620-8531-BCCB7C1422FE}"/>
              </a:ext>
            </a:extLst>
          </p:cNvPr>
          <p:cNvSpPr txBox="1"/>
          <p:nvPr>
            <p:custDataLst>
              <p:tags r:id="rId13"/>
            </p:custDataLst>
          </p:nvPr>
        </p:nvSpPr>
        <p:spPr>
          <a:xfrm>
            <a:off x="2298700" y="4076700"/>
            <a:ext cx="3327400" cy="1371600"/>
          </a:xfrm>
          <a:prstGeom prst="rect">
            <a:avLst/>
          </a:prstGeom>
          <a:noFill/>
        </p:spPr>
        <p:txBody>
          <a:bodyPr vertOverflow="overflow" vert="horz" wrap="square" lIns="0" tIns="0" rIns="0" bIns="0" rtlCol="0" anchor="t">
            <a:spAutoFit/>
          </a:bodyPr>
          <a:lstStyle/>
          <a:p>
            <a:pPr algn="l"/>
            <a:r>
              <a:rPr lang="en-US" sz="4900">
                <a:solidFill>
                  <a:srgbClr val="196B24"/>
                </a:solidFill>
                <a:latin typeface="Aptos"/>
              </a:rPr>
              <a:t>creativity</a:t>
            </a:r>
          </a:p>
        </p:txBody>
      </p:sp>
      <p:sp>
        <p:nvSpPr>
          <p:cNvPr id="72" name="TextBox 71">
            <a:extLst>
              <a:ext uri="{FF2B5EF4-FFF2-40B4-BE49-F238E27FC236}">
                <a16:creationId xmlns:a16="http://schemas.microsoft.com/office/drawing/2014/main" id="{68C58214-1A37-4064-998D-D3F0A6D2A019}"/>
              </a:ext>
            </a:extLst>
          </p:cNvPr>
          <p:cNvSpPr txBox="1"/>
          <p:nvPr>
            <p:custDataLst>
              <p:tags r:id="rId14"/>
            </p:custDataLst>
          </p:nvPr>
        </p:nvSpPr>
        <p:spPr>
          <a:xfrm>
            <a:off x="2400300" y="4673600"/>
            <a:ext cx="3327400" cy="1371600"/>
          </a:xfrm>
          <a:prstGeom prst="rect">
            <a:avLst/>
          </a:prstGeom>
          <a:noFill/>
        </p:spPr>
        <p:txBody>
          <a:bodyPr vertOverflow="overflow" vert="horz" wrap="square" lIns="0" tIns="0" rIns="0" bIns="0" rtlCol="0" anchor="t">
            <a:spAutoFit/>
          </a:bodyPr>
          <a:lstStyle/>
          <a:p>
            <a:pPr algn="l"/>
            <a:r>
              <a:rPr lang="en-US" sz="4900">
                <a:solidFill>
                  <a:srgbClr val="0F9ED5"/>
                </a:solidFill>
                <a:latin typeface="Aptos"/>
              </a:rPr>
              <a:t>empathy</a:t>
            </a:r>
          </a:p>
        </p:txBody>
      </p:sp>
      <p:sp>
        <p:nvSpPr>
          <p:cNvPr id="73" name="TextBox 72">
            <a:extLst>
              <a:ext uri="{FF2B5EF4-FFF2-40B4-BE49-F238E27FC236}">
                <a16:creationId xmlns:a16="http://schemas.microsoft.com/office/drawing/2014/main" id="{43D7355B-BC94-426E-BC81-10D511D66C73}"/>
              </a:ext>
            </a:extLst>
          </p:cNvPr>
          <p:cNvSpPr txBox="1"/>
          <p:nvPr>
            <p:custDataLst>
              <p:tags r:id="rId15"/>
            </p:custDataLst>
          </p:nvPr>
        </p:nvSpPr>
        <p:spPr>
          <a:xfrm>
            <a:off x="1562100" y="1968500"/>
            <a:ext cx="3733800" cy="965200"/>
          </a:xfrm>
          <a:prstGeom prst="rect">
            <a:avLst/>
          </a:prstGeom>
          <a:noFill/>
        </p:spPr>
        <p:txBody>
          <a:bodyPr vertOverflow="overflow" vert="horz" wrap="square" lIns="0" tIns="0" rIns="0" bIns="0" rtlCol="0" anchor="t">
            <a:spAutoFit/>
          </a:bodyPr>
          <a:lstStyle/>
          <a:p>
            <a:pPr algn="l"/>
            <a:r>
              <a:rPr lang="en-US" sz="3300">
                <a:solidFill>
                  <a:srgbClr val="A02B93"/>
                </a:solidFill>
                <a:latin typeface="Aptos"/>
              </a:rPr>
              <a:t>common sense</a:t>
            </a:r>
          </a:p>
        </p:txBody>
      </p:sp>
      <p:sp>
        <p:nvSpPr>
          <p:cNvPr id="74" name="TextBox 73">
            <a:extLst>
              <a:ext uri="{FF2B5EF4-FFF2-40B4-BE49-F238E27FC236}">
                <a16:creationId xmlns:a16="http://schemas.microsoft.com/office/drawing/2014/main" id="{D38471BF-438E-4B03-AD6E-4B98DC28FC26}"/>
              </a:ext>
            </a:extLst>
          </p:cNvPr>
          <p:cNvSpPr txBox="1"/>
          <p:nvPr>
            <p:custDataLst>
              <p:tags r:id="rId16"/>
            </p:custDataLst>
          </p:nvPr>
        </p:nvSpPr>
        <p:spPr>
          <a:xfrm>
            <a:off x="5867400" y="2095500"/>
            <a:ext cx="2108200" cy="762000"/>
          </a:xfrm>
          <a:prstGeom prst="rect">
            <a:avLst/>
          </a:prstGeom>
          <a:noFill/>
        </p:spPr>
        <p:txBody>
          <a:bodyPr vertOverflow="overflow" vert="horz" wrap="square" lIns="0" tIns="0" rIns="0" bIns="0" rtlCol="0" anchor="t">
            <a:spAutoFit/>
          </a:bodyPr>
          <a:lstStyle/>
          <a:p>
            <a:pPr algn="l"/>
            <a:r>
              <a:rPr lang="en-US" sz="2500">
                <a:solidFill>
                  <a:srgbClr val="4EA72E"/>
                </a:solidFill>
                <a:latin typeface="Aptos"/>
              </a:rPr>
              <a:t>emotion</a:t>
            </a:r>
          </a:p>
        </p:txBody>
      </p:sp>
      <p:sp>
        <p:nvSpPr>
          <p:cNvPr id="75" name="TextBox 74">
            <a:extLst>
              <a:ext uri="{FF2B5EF4-FFF2-40B4-BE49-F238E27FC236}">
                <a16:creationId xmlns:a16="http://schemas.microsoft.com/office/drawing/2014/main" id="{2C981B8B-5DD5-4B3F-B9DC-E5DD4B117E5B}"/>
              </a:ext>
            </a:extLst>
          </p:cNvPr>
          <p:cNvSpPr txBox="1"/>
          <p:nvPr>
            <p:custDataLst>
              <p:tags r:id="rId17"/>
            </p:custDataLst>
          </p:nvPr>
        </p:nvSpPr>
        <p:spPr>
          <a:xfrm>
            <a:off x="5753100" y="4127500"/>
            <a:ext cx="2921000" cy="762000"/>
          </a:xfrm>
          <a:prstGeom prst="rect">
            <a:avLst/>
          </a:prstGeom>
          <a:noFill/>
        </p:spPr>
        <p:txBody>
          <a:bodyPr vertOverflow="overflow" vert="horz" wrap="square" lIns="0" tIns="0" rIns="0" bIns="0" rtlCol="0" anchor="t">
            <a:spAutoFit/>
          </a:bodyPr>
          <a:lstStyle/>
          <a:p>
            <a:pPr algn="l"/>
            <a:r>
              <a:rPr lang="en-US" sz="2500">
                <a:solidFill>
                  <a:srgbClr val="156082"/>
                </a:solidFill>
                <a:latin typeface="Aptos"/>
              </a:rPr>
              <a:t>consciousness</a:t>
            </a:r>
          </a:p>
        </p:txBody>
      </p:sp>
      <p:sp>
        <p:nvSpPr>
          <p:cNvPr id="76" name="TextBox 75">
            <a:extLst>
              <a:ext uri="{FF2B5EF4-FFF2-40B4-BE49-F238E27FC236}">
                <a16:creationId xmlns:a16="http://schemas.microsoft.com/office/drawing/2014/main" id="{97B69456-EA9D-4ED7-BEE5-CFA0F781668B}"/>
              </a:ext>
            </a:extLst>
          </p:cNvPr>
          <p:cNvSpPr txBox="1"/>
          <p:nvPr>
            <p:custDataLst>
              <p:tags r:id="rId18"/>
            </p:custDataLst>
          </p:nvPr>
        </p:nvSpPr>
        <p:spPr>
          <a:xfrm>
            <a:off x="4699000" y="4533900"/>
            <a:ext cx="2108200" cy="762000"/>
          </a:xfrm>
          <a:prstGeom prst="rect">
            <a:avLst/>
          </a:prstGeom>
          <a:noFill/>
        </p:spPr>
        <p:txBody>
          <a:bodyPr vertOverflow="overflow" vert="horz" wrap="square" lIns="0" tIns="0" rIns="0" bIns="0" rtlCol="0" anchor="t">
            <a:spAutoFit/>
          </a:bodyPr>
          <a:lstStyle/>
          <a:p>
            <a:pPr algn="l"/>
            <a:r>
              <a:rPr lang="en-US" sz="2500">
                <a:solidFill>
                  <a:srgbClr val="E97132"/>
                </a:solidFill>
                <a:latin typeface="Aptos"/>
              </a:rPr>
              <a:t>accuracy</a:t>
            </a:r>
          </a:p>
        </p:txBody>
      </p:sp>
      <p:sp>
        <p:nvSpPr>
          <p:cNvPr id="77" name="TextBox 76">
            <a:extLst>
              <a:ext uri="{FF2B5EF4-FFF2-40B4-BE49-F238E27FC236}">
                <a16:creationId xmlns:a16="http://schemas.microsoft.com/office/drawing/2014/main" id="{3D72E87F-079C-4F72-AFD2-53C5D2B5F7F1}"/>
              </a:ext>
            </a:extLst>
          </p:cNvPr>
          <p:cNvSpPr txBox="1"/>
          <p:nvPr>
            <p:custDataLst>
              <p:tags r:id="rId19"/>
            </p:custDataLst>
          </p:nvPr>
        </p:nvSpPr>
        <p:spPr>
          <a:xfrm>
            <a:off x="4876800" y="4978400"/>
            <a:ext cx="1701800" cy="558800"/>
          </a:xfrm>
          <a:prstGeom prst="rect">
            <a:avLst/>
          </a:prstGeom>
          <a:noFill/>
        </p:spPr>
        <p:txBody>
          <a:bodyPr vertOverflow="overflow" vert="horz" wrap="square" lIns="0" tIns="0" rIns="0" bIns="0" rtlCol="0" anchor="t">
            <a:spAutoFit/>
          </a:bodyPr>
          <a:lstStyle/>
          <a:p>
            <a:pPr algn="l"/>
            <a:r>
              <a:rPr lang="en-US" sz="1700">
                <a:solidFill>
                  <a:srgbClr val="196B24"/>
                </a:solidFill>
                <a:latin typeface="Aptos"/>
              </a:rPr>
              <a:t>memory</a:t>
            </a:r>
          </a:p>
        </p:txBody>
      </p:sp>
      <p:sp>
        <p:nvSpPr>
          <p:cNvPr id="78" name="TextBox 77">
            <a:extLst>
              <a:ext uri="{FF2B5EF4-FFF2-40B4-BE49-F238E27FC236}">
                <a16:creationId xmlns:a16="http://schemas.microsoft.com/office/drawing/2014/main" id="{76C63F10-65BE-4B04-A0EB-81896AC2BDB2}"/>
              </a:ext>
            </a:extLst>
          </p:cNvPr>
          <p:cNvSpPr txBox="1"/>
          <p:nvPr>
            <p:custDataLst>
              <p:tags r:id="rId20"/>
            </p:custDataLst>
          </p:nvPr>
        </p:nvSpPr>
        <p:spPr>
          <a:xfrm>
            <a:off x="3746500" y="5486400"/>
            <a:ext cx="2921000" cy="558800"/>
          </a:xfrm>
          <a:prstGeom prst="rect">
            <a:avLst/>
          </a:prstGeom>
          <a:noFill/>
        </p:spPr>
        <p:txBody>
          <a:bodyPr vertOverflow="overflow" vert="horz" wrap="square" lIns="0" tIns="0" rIns="0" bIns="0" rtlCol="0" anchor="t">
            <a:spAutoFit/>
          </a:bodyPr>
          <a:lstStyle/>
          <a:p>
            <a:pPr algn="l"/>
            <a:r>
              <a:rPr lang="en-US" sz="1700">
                <a:solidFill>
                  <a:srgbClr val="0F9ED5"/>
                </a:solidFill>
                <a:latin typeface="Aptos"/>
              </a:rPr>
              <a:t>data protection laws</a:t>
            </a:r>
          </a:p>
        </p:txBody>
      </p:sp>
      <p:sp>
        <p:nvSpPr>
          <p:cNvPr id="79" name="TextBox 78">
            <a:extLst>
              <a:ext uri="{FF2B5EF4-FFF2-40B4-BE49-F238E27FC236}">
                <a16:creationId xmlns:a16="http://schemas.microsoft.com/office/drawing/2014/main" id="{CF275D29-B2B6-47FE-A506-5B4323CE22CE}"/>
              </a:ext>
            </a:extLst>
          </p:cNvPr>
          <p:cNvSpPr txBox="1"/>
          <p:nvPr>
            <p:custDataLst>
              <p:tags r:id="rId21"/>
            </p:custDataLst>
          </p:nvPr>
        </p:nvSpPr>
        <p:spPr>
          <a:xfrm>
            <a:off x="6438900" y="4597400"/>
            <a:ext cx="2514600" cy="558800"/>
          </a:xfrm>
          <a:prstGeom prst="rect">
            <a:avLst/>
          </a:prstGeom>
          <a:noFill/>
        </p:spPr>
        <p:txBody>
          <a:bodyPr vertOverflow="overflow" vert="horz" wrap="square" lIns="0" tIns="0" rIns="0" bIns="0" rtlCol="0" anchor="t">
            <a:spAutoFit/>
          </a:bodyPr>
          <a:lstStyle/>
          <a:p>
            <a:pPr algn="l"/>
            <a:r>
              <a:rPr lang="en-US" sz="1700">
                <a:solidFill>
                  <a:srgbClr val="A02B93"/>
                </a:solidFill>
                <a:latin typeface="Aptos"/>
              </a:rPr>
              <a:t>fact checking</a:t>
            </a:r>
          </a:p>
        </p:txBody>
      </p:sp>
      <p:sp>
        <p:nvSpPr>
          <p:cNvPr id="80" name="TextBox 79">
            <a:extLst>
              <a:ext uri="{FF2B5EF4-FFF2-40B4-BE49-F238E27FC236}">
                <a16:creationId xmlns:a16="http://schemas.microsoft.com/office/drawing/2014/main" id="{7546CCC6-0291-4BD5-A568-B6BD95DCEEA2}"/>
              </a:ext>
            </a:extLst>
          </p:cNvPr>
          <p:cNvSpPr txBox="1"/>
          <p:nvPr>
            <p:custDataLst>
              <p:tags r:id="rId22"/>
            </p:custDataLst>
          </p:nvPr>
        </p:nvSpPr>
        <p:spPr>
          <a:xfrm>
            <a:off x="5740400" y="5029200"/>
            <a:ext cx="2108200" cy="558800"/>
          </a:xfrm>
          <a:prstGeom prst="rect">
            <a:avLst/>
          </a:prstGeom>
          <a:noFill/>
        </p:spPr>
        <p:txBody>
          <a:bodyPr vertOverflow="overflow" vert="horz" wrap="square" lIns="0" tIns="0" rIns="0" bIns="0" rtlCol="0" anchor="t">
            <a:spAutoFit/>
          </a:bodyPr>
          <a:lstStyle/>
          <a:p>
            <a:pPr algn="l"/>
            <a:r>
              <a:rPr lang="en-US" sz="1700">
                <a:solidFill>
                  <a:srgbClr val="4EA72E"/>
                </a:solidFill>
                <a:latin typeface="Aptos"/>
              </a:rPr>
              <a:t>innovation</a:t>
            </a:r>
          </a:p>
        </p:txBody>
      </p:sp>
      <p:sp>
        <p:nvSpPr>
          <p:cNvPr id="81" name="TextBox 80">
            <a:extLst>
              <a:ext uri="{FF2B5EF4-FFF2-40B4-BE49-F238E27FC236}">
                <a16:creationId xmlns:a16="http://schemas.microsoft.com/office/drawing/2014/main" id="{C4BBDCA0-D454-4CB4-B220-6AB3C026E6E9}"/>
              </a:ext>
            </a:extLst>
          </p:cNvPr>
          <p:cNvSpPr txBox="1"/>
          <p:nvPr>
            <p:custDataLst>
              <p:tags r:id="rId23"/>
            </p:custDataLst>
          </p:nvPr>
        </p:nvSpPr>
        <p:spPr>
          <a:xfrm>
            <a:off x="4749800" y="1917700"/>
            <a:ext cx="2108200" cy="558800"/>
          </a:xfrm>
          <a:prstGeom prst="rect">
            <a:avLst/>
          </a:prstGeom>
          <a:noFill/>
        </p:spPr>
        <p:txBody>
          <a:bodyPr vertOverflow="overflow" vert="horz" wrap="square" lIns="0" tIns="0" rIns="0" bIns="0" rtlCol="0" anchor="t">
            <a:spAutoFit/>
          </a:bodyPr>
          <a:lstStyle/>
          <a:p>
            <a:pPr algn="l"/>
            <a:r>
              <a:rPr lang="en-US" sz="1700">
                <a:solidFill>
                  <a:srgbClr val="156082"/>
                </a:solidFill>
                <a:latin typeface="Aptos"/>
              </a:rPr>
              <a:t>humanity</a:t>
            </a:r>
          </a:p>
        </p:txBody>
      </p:sp>
      <p:sp>
        <p:nvSpPr>
          <p:cNvPr id="82" name="TextBox 81">
            <a:extLst>
              <a:ext uri="{FF2B5EF4-FFF2-40B4-BE49-F238E27FC236}">
                <a16:creationId xmlns:a16="http://schemas.microsoft.com/office/drawing/2014/main" id="{5FC5CEDD-872B-465D-A099-0D1612EADAD2}"/>
              </a:ext>
            </a:extLst>
          </p:cNvPr>
          <p:cNvSpPr txBox="1"/>
          <p:nvPr>
            <p:custDataLst>
              <p:tags r:id="rId24"/>
            </p:custDataLst>
          </p:nvPr>
        </p:nvSpPr>
        <p:spPr>
          <a:xfrm>
            <a:off x="7543800" y="3086100"/>
            <a:ext cx="1701800" cy="558800"/>
          </a:xfrm>
          <a:prstGeom prst="rect">
            <a:avLst/>
          </a:prstGeom>
          <a:noFill/>
        </p:spPr>
        <p:txBody>
          <a:bodyPr vertOverflow="overflow" vert="horz" wrap="square" lIns="0" tIns="0" rIns="0" bIns="0" rtlCol="0" anchor="t">
            <a:spAutoFit/>
          </a:bodyPr>
          <a:lstStyle/>
          <a:p>
            <a:pPr algn="l"/>
            <a:r>
              <a:rPr lang="en-US" sz="1700">
                <a:solidFill>
                  <a:srgbClr val="E97132"/>
                </a:solidFill>
                <a:latin typeface="Aptos"/>
              </a:rPr>
              <a:t>humour</a:t>
            </a:r>
          </a:p>
        </p:txBody>
      </p:sp>
      <p:sp>
        <p:nvSpPr>
          <p:cNvPr id="83" name="TextBox 82">
            <a:extLst>
              <a:ext uri="{FF2B5EF4-FFF2-40B4-BE49-F238E27FC236}">
                <a16:creationId xmlns:a16="http://schemas.microsoft.com/office/drawing/2014/main" id="{9FE9A11A-CFED-4754-BF36-2763A0DFBC34}"/>
              </a:ext>
            </a:extLst>
          </p:cNvPr>
          <p:cNvSpPr txBox="1"/>
          <p:nvPr>
            <p:custDataLst>
              <p:tags r:id="rId25"/>
            </p:custDataLst>
          </p:nvPr>
        </p:nvSpPr>
        <p:spPr>
          <a:xfrm>
            <a:off x="1219200" y="4711700"/>
            <a:ext cx="2108200" cy="558800"/>
          </a:xfrm>
          <a:prstGeom prst="rect">
            <a:avLst/>
          </a:prstGeom>
          <a:noFill/>
        </p:spPr>
        <p:txBody>
          <a:bodyPr vertOverflow="overflow" vert="horz" wrap="square" lIns="0" tIns="0" rIns="0" bIns="0" rtlCol="0" anchor="t">
            <a:spAutoFit/>
          </a:bodyPr>
          <a:lstStyle/>
          <a:p>
            <a:pPr algn="l"/>
            <a:r>
              <a:rPr lang="en-US" sz="1700">
                <a:solidFill>
                  <a:srgbClr val="196B24"/>
                </a:solidFill>
                <a:latin typeface="Aptos"/>
              </a:rPr>
              <a:t>reliability</a:t>
            </a:r>
          </a:p>
        </p:txBody>
      </p:sp>
      <p:sp>
        <p:nvSpPr>
          <p:cNvPr id="84" name="TextBox 83">
            <a:extLst>
              <a:ext uri="{FF2B5EF4-FFF2-40B4-BE49-F238E27FC236}">
                <a16:creationId xmlns:a16="http://schemas.microsoft.com/office/drawing/2014/main" id="{40E40606-C7BC-4B05-8B19-82A8BC8C68E7}"/>
              </a:ext>
            </a:extLst>
          </p:cNvPr>
          <p:cNvSpPr txBox="1"/>
          <p:nvPr>
            <p:custDataLst>
              <p:tags r:id="rId26"/>
            </p:custDataLst>
          </p:nvPr>
        </p:nvSpPr>
        <p:spPr>
          <a:xfrm>
            <a:off x="2540000" y="5549900"/>
            <a:ext cx="2108200" cy="558800"/>
          </a:xfrm>
          <a:prstGeom prst="rect">
            <a:avLst/>
          </a:prstGeom>
          <a:noFill/>
        </p:spPr>
        <p:txBody>
          <a:bodyPr vertOverflow="overflow" vert="horz" wrap="square" lIns="0" tIns="0" rIns="0" bIns="0" rtlCol="0" anchor="t">
            <a:spAutoFit/>
          </a:bodyPr>
          <a:lstStyle/>
          <a:p>
            <a:pPr algn="l"/>
            <a:r>
              <a:rPr lang="en-US" sz="1700">
                <a:solidFill>
                  <a:srgbClr val="0F9ED5"/>
                </a:solidFill>
                <a:latin typeface="Aptos"/>
              </a:rPr>
              <a:t>adaptability</a:t>
            </a:r>
          </a:p>
        </p:txBody>
      </p:sp>
      <p:sp>
        <p:nvSpPr>
          <p:cNvPr id="85" name="TextBox 84">
            <a:extLst>
              <a:ext uri="{FF2B5EF4-FFF2-40B4-BE49-F238E27FC236}">
                <a16:creationId xmlns:a16="http://schemas.microsoft.com/office/drawing/2014/main" id="{24705276-EE4E-4D30-866E-FA57EB26F1BD}"/>
              </a:ext>
            </a:extLst>
          </p:cNvPr>
          <p:cNvSpPr txBox="1"/>
          <p:nvPr>
            <p:custDataLst>
              <p:tags r:id="rId27"/>
            </p:custDataLst>
          </p:nvPr>
        </p:nvSpPr>
        <p:spPr>
          <a:xfrm>
            <a:off x="1358900" y="5372100"/>
            <a:ext cx="2108200" cy="558800"/>
          </a:xfrm>
          <a:prstGeom prst="rect">
            <a:avLst/>
          </a:prstGeom>
          <a:noFill/>
        </p:spPr>
        <p:txBody>
          <a:bodyPr vertOverflow="overflow" vert="horz" wrap="square" lIns="0" tIns="0" rIns="0" bIns="0" rtlCol="0" anchor="t">
            <a:spAutoFit/>
          </a:bodyPr>
          <a:lstStyle/>
          <a:p>
            <a:pPr algn="l"/>
            <a:r>
              <a:rPr lang="en-US" sz="1700">
                <a:solidFill>
                  <a:srgbClr val="A02B93"/>
                </a:solidFill>
                <a:latin typeface="Aptos"/>
              </a:rPr>
              <a:t>advertising</a:t>
            </a:r>
          </a:p>
        </p:txBody>
      </p:sp>
      <p:sp>
        <p:nvSpPr>
          <p:cNvPr id="86" name="TextBox 85">
            <a:extLst>
              <a:ext uri="{FF2B5EF4-FFF2-40B4-BE49-F238E27FC236}">
                <a16:creationId xmlns:a16="http://schemas.microsoft.com/office/drawing/2014/main" id="{2B589B69-19A7-4718-A122-91B9BA89C985}"/>
              </a:ext>
            </a:extLst>
          </p:cNvPr>
          <p:cNvSpPr txBox="1"/>
          <p:nvPr>
            <p:custDataLst>
              <p:tags r:id="rId28"/>
            </p:custDataLst>
          </p:nvPr>
        </p:nvSpPr>
        <p:spPr>
          <a:xfrm>
            <a:off x="1003300" y="4178300"/>
            <a:ext cx="2108200" cy="558800"/>
          </a:xfrm>
          <a:prstGeom prst="rect">
            <a:avLst/>
          </a:prstGeom>
          <a:noFill/>
        </p:spPr>
        <p:txBody>
          <a:bodyPr vertOverflow="overflow" vert="horz" wrap="square" lIns="0" tIns="0" rIns="0" bIns="0" rtlCol="0" anchor="t">
            <a:spAutoFit/>
          </a:bodyPr>
          <a:lstStyle/>
          <a:p>
            <a:pPr algn="l"/>
            <a:r>
              <a:rPr lang="en-US" sz="1700">
                <a:solidFill>
                  <a:srgbClr val="4EA72E"/>
                </a:solidFill>
                <a:latin typeface="Aptos"/>
              </a:rPr>
              <a:t>originality</a:t>
            </a:r>
          </a:p>
        </p:txBody>
      </p:sp>
      <p:sp>
        <p:nvSpPr>
          <p:cNvPr id="87" name="TextBox 86">
            <a:extLst>
              <a:ext uri="{FF2B5EF4-FFF2-40B4-BE49-F238E27FC236}">
                <a16:creationId xmlns:a16="http://schemas.microsoft.com/office/drawing/2014/main" id="{DE663C7F-A782-4625-9891-3332D17AB790}"/>
              </a:ext>
            </a:extLst>
          </p:cNvPr>
          <p:cNvSpPr txBox="1"/>
          <p:nvPr>
            <p:custDataLst>
              <p:tags r:id="rId29"/>
            </p:custDataLst>
          </p:nvPr>
        </p:nvSpPr>
        <p:spPr>
          <a:xfrm>
            <a:off x="4724400" y="31750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accurate sources</a:t>
            </a:r>
          </a:p>
        </p:txBody>
      </p:sp>
      <p:sp>
        <p:nvSpPr>
          <p:cNvPr id="88" name="TextBox 87">
            <a:extLst>
              <a:ext uri="{FF2B5EF4-FFF2-40B4-BE49-F238E27FC236}">
                <a16:creationId xmlns:a16="http://schemas.microsoft.com/office/drawing/2014/main" id="{31D6CE5A-1EE5-4EAF-8D73-38A44817A654}"/>
              </a:ext>
            </a:extLst>
          </p:cNvPr>
          <p:cNvSpPr txBox="1"/>
          <p:nvPr>
            <p:custDataLst>
              <p:tags r:id="rId30"/>
            </p:custDataLst>
          </p:nvPr>
        </p:nvSpPr>
        <p:spPr>
          <a:xfrm>
            <a:off x="6184900" y="31877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regulation</a:t>
            </a:r>
          </a:p>
        </p:txBody>
      </p:sp>
      <p:sp>
        <p:nvSpPr>
          <p:cNvPr id="89" name="TextBox 88">
            <a:extLst>
              <a:ext uri="{FF2B5EF4-FFF2-40B4-BE49-F238E27FC236}">
                <a16:creationId xmlns:a16="http://schemas.microsoft.com/office/drawing/2014/main" id="{EEDC3F5A-F8AA-4FE5-AC36-40446B55ED71}"/>
              </a:ext>
            </a:extLst>
          </p:cNvPr>
          <p:cNvSpPr txBox="1"/>
          <p:nvPr>
            <p:custDataLst>
              <p:tags r:id="rId31"/>
            </p:custDataLst>
          </p:nvPr>
        </p:nvSpPr>
        <p:spPr>
          <a:xfrm>
            <a:off x="2717800" y="18796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long term memory</a:t>
            </a:r>
          </a:p>
        </p:txBody>
      </p:sp>
      <p:sp>
        <p:nvSpPr>
          <p:cNvPr id="90" name="TextBox 89">
            <a:extLst>
              <a:ext uri="{FF2B5EF4-FFF2-40B4-BE49-F238E27FC236}">
                <a16:creationId xmlns:a16="http://schemas.microsoft.com/office/drawing/2014/main" id="{CCE47448-CA83-4D4C-A3E3-B4991A8BCC17}"/>
              </a:ext>
            </a:extLst>
          </p:cNvPr>
          <p:cNvSpPr txBox="1"/>
          <p:nvPr>
            <p:custDataLst>
              <p:tags r:id="rId32"/>
            </p:custDataLst>
          </p:nvPr>
        </p:nvSpPr>
        <p:spPr>
          <a:xfrm>
            <a:off x="3835400" y="59182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reacting to unknown</a:t>
            </a:r>
          </a:p>
        </p:txBody>
      </p:sp>
      <p:sp>
        <p:nvSpPr>
          <p:cNvPr id="91" name="TextBox 90">
            <a:extLst>
              <a:ext uri="{FF2B5EF4-FFF2-40B4-BE49-F238E27FC236}">
                <a16:creationId xmlns:a16="http://schemas.microsoft.com/office/drawing/2014/main" id="{294D15B9-3C8B-4AC6-AAEF-6C0B385B687E}"/>
              </a:ext>
            </a:extLst>
          </p:cNvPr>
          <p:cNvSpPr txBox="1"/>
          <p:nvPr>
            <p:custDataLst>
              <p:tags r:id="rId33"/>
            </p:custDataLst>
          </p:nvPr>
        </p:nvSpPr>
        <p:spPr>
          <a:xfrm>
            <a:off x="1016000" y="51689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not to hallucinate</a:t>
            </a:r>
          </a:p>
        </p:txBody>
      </p:sp>
      <p:sp>
        <p:nvSpPr>
          <p:cNvPr id="92" name="TextBox 91">
            <a:extLst>
              <a:ext uri="{FF2B5EF4-FFF2-40B4-BE49-F238E27FC236}">
                <a16:creationId xmlns:a16="http://schemas.microsoft.com/office/drawing/2014/main" id="{503F2293-CA3B-4BF1-BE0B-F982F5BE9C6B}"/>
              </a:ext>
            </a:extLst>
          </p:cNvPr>
          <p:cNvSpPr txBox="1"/>
          <p:nvPr>
            <p:custDataLst>
              <p:tags r:id="rId34"/>
            </p:custDataLst>
          </p:nvPr>
        </p:nvSpPr>
        <p:spPr>
          <a:xfrm>
            <a:off x="1117600" y="28829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being unbiased</a:t>
            </a:r>
          </a:p>
        </p:txBody>
      </p:sp>
      <p:sp>
        <p:nvSpPr>
          <p:cNvPr id="93" name="TextBox 92">
            <a:extLst>
              <a:ext uri="{FF2B5EF4-FFF2-40B4-BE49-F238E27FC236}">
                <a16:creationId xmlns:a16="http://schemas.microsoft.com/office/drawing/2014/main" id="{D8B9A789-31E0-4221-B4DA-CBF26E447A8C}"/>
              </a:ext>
            </a:extLst>
          </p:cNvPr>
          <p:cNvSpPr txBox="1"/>
          <p:nvPr>
            <p:custDataLst>
              <p:tags r:id="rId35"/>
            </p:custDataLst>
          </p:nvPr>
        </p:nvSpPr>
        <p:spPr>
          <a:xfrm>
            <a:off x="723900" y="35941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replacing my job</a:t>
            </a:r>
          </a:p>
        </p:txBody>
      </p:sp>
      <p:sp>
        <p:nvSpPr>
          <p:cNvPr id="94" name="TextBox 93">
            <a:extLst>
              <a:ext uri="{FF2B5EF4-FFF2-40B4-BE49-F238E27FC236}">
                <a16:creationId xmlns:a16="http://schemas.microsoft.com/office/drawing/2014/main" id="{249E3CDC-FED7-435E-9C4D-13E56393A80D}"/>
              </a:ext>
            </a:extLst>
          </p:cNvPr>
          <p:cNvSpPr txBox="1"/>
          <p:nvPr>
            <p:custDataLst>
              <p:tags r:id="rId36"/>
            </p:custDataLst>
          </p:nvPr>
        </p:nvSpPr>
        <p:spPr>
          <a:xfrm>
            <a:off x="647700" y="38735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problem solving</a:t>
            </a:r>
          </a:p>
        </p:txBody>
      </p:sp>
      <p:sp>
        <p:nvSpPr>
          <p:cNvPr id="95" name="TextBox 94">
            <a:extLst>
              <a:ext uri="{FF2B5EF4-FFF2-40B4-BE49-F238E27FC236}">
                <a16:creationId xmlns:a16="http://schemas.microsoft.com/office/drawing/2014/main" id="{8059754C-F0D5-4586-83DA-D4E54E7CC415}"/>
              </a:ext>
            </a:extLst>
          </p:cNvPr>
          <p:cNvSpPr txBox="1"/>
          <p:nvPr>
            <p:custDataLst>
              <p:tags r:id="rId37"/>
            </p:custDataLst>
          </p:nvPr>
        </p:nvSpPr>
        <p:spPr>
          <a:xfrm>
            <a:off x="6921500" y="50673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true creativity</a:t>
            </a:r>
          </a:p>
        </p:txBody>
      </p:sp>
      <p:sp>
        <p:nvSpPr>
          <p:cNvPr id="96" name="TextBox 95">
            <a:extLst>
              <a:ext uri="{FF2B5EF4-FFF2-40B4-BE49-F238E27FC236}">
                <a16:creationId xmlns:a16="http://schemas.microsoft.com/office/drawing/2014/main" id="{CDAFECA9-3DCE-4CBC-ACC9-0D362C36E645}"/>
              </a:ext>
            </a:extLst>
          </p:cNvPr>
          <p:cNvSpPr txBox="1"/>
          <p:nvPr>
            <p:custDataLst>
              <p:tags r:id="rId38"/>
            </p:custDataLst>
          </p:nvPr>
        </p:nvSpPr>
        <p:spPr>
          <a:xfrm>
            <a:off x="2489200" y="59690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source citing</a:t>
            </a:r>
          </a:p>
        </p:txBody>
      </p:sp>
      <p:sp>
        <p:nvSpPr>
          <p:cNvPr id="97" name="TextBox 96">
            <a:extLst>
              <a:ext uri="{FF2B5EF4-FFF2-40B4-BE49-F238E27FC236}">
                <a16:creationId xmlns:a16="http://schemas.microsoft.com/office/drawing/2014/main" id="{5716C776-6B1A-47F6-8A52-5345ED6B5C7A}"/>
              </a:ext>
            </a:extLst>
          </p:cNvPr>
          <p:cNvSpPr txBox="1"/>
          <p:nvPr>
            <p:custDataLst>
              <p:tags r:id="rId39"/>
            </p:custDataLst>
          </p:nvPr>
        </p:nvSpPr>
        <p:spPr>
          <a:xfrm>
            <a:off x="5829300" y="54991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flawless plagiarism</a:t>
            </a:r>
          </a:p>
        </p:txBody>
      </p:sp>
      <p:sp>
        <p:nvSpPr>
          <p:cNvPr id="98" name="TextBox 97">
            <a:extLst>
              <a:ext uri="{FF2B5EF4-FFF2-40B4-BE49-F238E27FC236}">
                <a16:creationId xmlns:a16="http://schemas.microsoft.com/office/drawing/2014/main" id="{73F1AEB5-DD98-4795-89B0-A1867DC445A2}"/>
              </a:ext>
            </a:extLst>
          </p:cNvPr>
          <p:cNvSpPr txBox="1"/>
          <p:nvPr>
            <p:custDataLst>
              <p:tags r:id="rId40"/>
            </p:custDataLst>
          </p:nvPr>
        </p:nvSpPr>
        <p:spPr>
          <a:xfrm>
            <a:off x="5156200" y="5905500"/>
            <a:ext cx="21082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start from 0 to 1</a:t>
            </a:r>
          </a:p>
        </p:txBody>
      </p:sp>
      <p:sp>
        <p:nvSpPr>
          <p:cNvPr id="99" name="TextBox 98">
            <a:extLst>
              <a:ext uri="{FF2B5EF4-FFF2-40B4-BE49-F238E27FC236}">
                <a16:creationId xmlns:a16="http://schemas.microsoft.com/office/drawing/2014/main" id="{D1B87B91-A29A-4DE3-9648-DCB066E941F8}"/>
              </a:ext>
            </a:extLst>
          </p:cNvPr>
          <p:cNvSpPr txBox="1"/>
          <p:nvPr>
            <p:custDataLst>
              <p:tags r:id="rId41"/>
            </p:custDataLst>
          </p:nvPr>
        </p:nvSpPr>
        <p:spPr>
          <a:xfrm>
            <a:off x="7073900" y="53467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computing power</a:t>
            </a:r>
          </a:p>
        </p:txBody>
      </p:sp>
      <p:sp>
        <p:nvSpPr>
          <p:cNvPr id="100" name="TextBox 99">
            <a:extLst>
              <a:ext uri="{FF2B5EF4-FFF2-40B4-BE49-F238E27FC236}">
                <a16:creationId xmlns:a16="http://schemas.microsoft.com/office/drawing/2014/main" id="{62CA92E5-A1DE-449A-B3E9-F90EA29FD000}"/>
              </a:ext>
            </a:extLst>
          </p:cNvPr>
          <p:cNvSpPr txBox="1"/>
          <p:nvPr>
            <p:custDataLst>
              <p:tags r:id="rId42"/>
            </p:custDataLst>
          </p:nvPr>
        </p:nvSpPr>
        <p:spPr>
          <a:xfrm>
            <a:off x="1079500" y="5829300"/>
            <a:ext cx="21082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ethical standards</a:t>
            </a:r>
          </a:p>
        </p:txBody>
      </p:sp>
      <p:sp>
        <p:nvSpPr>
          <p:cNvPr id="101" name="TextBox 100">
            <a:extLst>
              <a:ext uri="{FF2B5EF4-FFF2-40B4-BE49-F238E27FC236}">
                <a16:creationId xmlns:a16="http://schemas.microsoft.com/office/drawing/2014/main" id="{A677E0A7-101C-41CE-A676-BFDC53FDB788}"/>
              </a:ext>
            </a:extLst>
          </p:cNvPr>
          <p:cNvSpPr txBox="1"/>
          <p:nvPr>
            <p:custDataLst>
              <p:tags r:id="rId43"/>
            </p:custDataLst>
          </p:nvPr>
        </p:nvSpPr>
        <p:spPr>
          <a:xfrm>
            <a:off x="6146800" y="1828800"/>
            <a:ext cx="21082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critical thinking</a:t>
            </a:r>
          </a:p>
        </p:txBody>
      </p:sp>
      <p:sp>
        <p:nvSpPr>
          <p:cNvPr id="102" name="TextBox 101">
            <a:extLst>
              <a:ext uri="{FF2B5EF4-FFF2-40B4-BE49-F238E27FC236}">
                <a16:creationId xmlns:a16="http://schemas.microsoft.com/office/drawing/2014/main" id="{2109C20D-9BFA-4119-920B-4D515D220448}"/>
              </a:ext>
            </a:extLst>
          </p:cNvPr>
          <p:cNvSpPr txBox="1"/>
          <p:nvPr>
            <p:custDataLst>
              <p:tags r:id="rId44"/>
            </p:custDataLst>
          </p:nvPr>
        </p:nvSpPr>
        <p:spPr>
          <a:xfrm>
            <a:off x="7759700" y="3898900"/>
            <a:ext cx="12954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speed</a:t>
            </a:r>
          </a:p>
        </p:txBody>
      </p:sp>
      <p:sp>
        <p:nvSpPr>
          <p:cNvPr id="103" name="TextBox 102">
            <a:extLst>
              <a:ext uri="{FF2B5EF4-FFF2-40B4-BE49-F238E27FC236}">
                <a16:creationId xmlns:a16="http://schemas.microsoft.com/office/drawing/2014/main" id="{955087BA-A191-4495-AE3B-DBAB752E1048}"/>
              </a:ext>
            </a:extLst>
          </p:cNvPr>
          <p:cNvSpPr txBox="1"/>
          <p:nvPr>
            <p:custDataLst>
              <p:tags r:id="rId45"/>
            </p:custDataLst>
          </p:nvPr>
        </p:nvSpPr>
        <p:spPr>
          <a:xfrm>
            <a:off x="1054100" y="25146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human reasoning</a:t>
            </a:r>
          </a:p>
        </p:txBody>
      </p:sp>
      <p:sp>
        <p:nvSpPr>
          <p:cNvPr id="104" name="TextBox 103">
            <a:extLst>
              <a:ext uri="{FF2B5EF4-FFF2-40B4-BE49-F238E27FC236}">
                <a16:creationId xmlns:a16="http://schemas.microsoft.com/office/drawing/2014/main" id="{52A914FA-EC8B-41B3-A59A-1671F3B2EC35}"/>
              </a:ext>
            </a:extLst>
          </p:cNvPr>
          <p:cNvSpPr txBox="1"/>
          <p:nvPr>
            <p:custDataLst>
              <p:tags r:id="rId46"/>
            </p:custDataLst>
          </p:nvPr>
        </p:nvSpPr>
        <p:spPr>
          <a:xfrm>
            <a:off x="7658100" y="4406900"/>
            <a:ext cx="17018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critique</a:t>
            </a:r>
          </a:p>
        </p:txBody>
      </p:sp>
      <p:sp>
        <p:nvSpPr>
          <p:cNvPr id="105" name="TextBox 104">
            <a:extLst>
              <a:ext uri="{FF2B5EF4-FFF2-40B4-BE49-F238E27FC236}">
                <a16:creationId xmlns:a16="http://schemas.microsoft.com/office/drawing/2014/main" id="{581431E7-08A8-41E4-8AE3-639A83C368A0}"/>
              </a:ext>
            </a:extLst>
          </p:cNvPr>
          <p:cNvSpPr txBox="1"/>
          <p:nvPr>
            <p:custDataLst>
              <p:tags r:id="rId47"/>
            </p:custDataLst>
          </p:nvPr>
        </p:nvSpPr>
        <p:spPr>
          <a:xfrm>
            <a:off x="5334000" y="4394200"/>
            <a:ext cx="12954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soul</a:t>
            </a:r>
          </a:p>
        </p:txBody>
      </p:sp>
      <p:sp>
        <p:nvSpPr>
          <p:cNvPr id="106" name="TextBox 105">
            <a:extLst>
              <a:ext uri="{FF2B5EF4-FFF2-40B4-BE49-F238E27FC236}">
                <a16:creationId xmlns:a16="http://schemas.microsoft.com/office/drawing/2014/main" id="{4C51DD21-79C0-4A35-BC34-0ED98338B24A}"/>
              </a:ext>
            </a:extLst>
          </p:cNvPr>
          <p:cNvSpPr txBox="1"/>
          <p:nvPr>
            <p:custDataLst>
              <p:tags r:id="rId48"/>
            </p:custDataLst>
          </p:nvPr>
        </p:nvSpPr>
        <p:spPr>
          <a:xfrm>
            <a:off x="7696200" y="27686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fact-checking</a:t>
            </a:r>
          </a:p>
        </p:txBody>
      </p:sp>
      <p:sp>
        <p:nvSpPr>
          <p:cNvPr id="107" name="TextBox 106">
            <a:extLst>
              <a:ext uri="{FF2B5EF4-FFF2-40B4-BE49-F238E27FC236}">
                <a16:creationId xmlns:a16="http://schemas.microsoft.com/office/drawing/2014/main" id="{2D770879-F22E-426F-89C7-F4598DB9872F}"/>
              </a:ext>
            </a:extLst>
          </p:cNvPr>
          <p:cNvSpPr txBox="1"/>
          <p:nvPr>
            <p:custDataLst>
              <p:tags r:id="rId49"/>
            </p:custDataLst>
          </p:nvPr>
        </p:nvSpPr>
        <p:spPr>
          <a:xfrm>
            <a:off x="6388100" y="58039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not truthful</a:t>
            </a:r>
          </a:p>
        </p:txBody>
      </p:sp>
      <p:sp>
        <p:nvSpPr>
          <p:cNvPr id="108" name="TextBox 107">
            <a:extLst>
              <a:ext uri="{FF2B5EF4-FFF2-40B4-BE49-F238E27FC236}">
                <a16:creationId xmlns:a16="http://schemas.microsoft.com/office/drawing/2014/main" id="{7D157ADC-BA86-4B1E-B503-F7471C9C2683}"/>
              </a:ext>
            </a:extLst>
          </p:cNvPr>
          <p:cNvSpPr txBox="1"/>
          <p:nvPr>
            <p:custDataLst>
              <p:tags r:id="rId50"/>
            </p:custDataLst>
          </p:nvPr>
        </p:nvSpPr>
        <p:spPr>
          <a:xfrm>
            <a:off x="7251700" y="5803900"/>
            <a:ext cx="21082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saying i don’t know</a:t>
            </a:r>
          </a:p>
        </p:txBody>
      </p:sp>
      <p:sp>
        <p:nvSpPr>
          <p:cNvPr id="109" name="TextBox 108">
            <a:extLst>
              <a:ext uri="{FF2B5EF4-FFF2-40B4-BE49-F238E27FC236}">
                <a16:creationId xmlns:a16="http://schemas.microsoft.com/office/drawing/2014/main" id="{A6B855F3-B984-42E2-82A5-30B0D2120D63}"/>
              </a:ext>
            </a:extLst>
          </p:cNvPr>
          <p:cNvSpPr txBox="1"/>
          <p:nvPr>
            <p:custDataLst>
              <p:tags r:id="rId51"/>
            </p:custDataLst>
          </p:nvPr>
        </p:nvSpPr>
        <p:spPr>
          <a:xfrm>
            <a:off x="1282700" y="1866900"/>
            <a:ext cx="21082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unlimited context</a:t>
            </a:r>
          </a:p>
        </p:txBody>
      </p:sp>
      <p:sp>
        <p:nvSpPr>
          <p:cNvPr id="110" name="TextBox 109">
            <a:extLst>
              <a:ext uri="{FF2B5EF4-FFF2-40B4-BE49-F238E27FC236}">
                <a16:creationId xmlns:a16="http://schemas.microsoft.com/office/drawing/2014/main" id="{1AF96602-9789-41ED-A620-A1AFECB375B8}"/>
              </a:ext>
            </a:extLst>
          </p:cNvPr>
          <p:cNvSpPr txBox="1"/>
          <p:nvPr>
            <p:custDataLst>
              <p:tags r:id="rId52"/>
            </p:custDataLst>
          </p:nvPr>
        </p:nvSpPr>
        <p:spPr>
          <a:xfrm>
            <a:off x="3302000" y="3213100"/>
            <a:ext cx="12954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trust</a:t>
            </a:r>
          </a:p>
        </p:txBody>
      </p:sp>
      <p:sp>
        <p:nvSpPr>
          <p:cNvPr id="111" name="TextBox 110">
            <a:extLst>
              <a:ext uri="{FF2B5EF4-FFF2-40B4-BE49-F238E27FC236}">
                <a16:creationId xmlns:a16="http://schemas.microsoft.com/office/drawing/2014/main" id="{21B95F75-D6E0-49D8-B96B-DC55EDEDAD63}"/>
              </a:ext>
            </a:extLst>
          </p:cNvPr>
          <p:cNvSpPr txBox="1"/>
          <p:nvPr>
            <p:custDataLst>
              <p:tags r:id="rId53"/>
            </p:custDataLst>
          </p:nvPr>
        </p:nvSpPr>
        <p:spPr>
          <a:xfrm>
            <a:off x="7200900" y="2032000"/>
            <a:ext cx="21082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being cognizant</a:t>
            </a:r>
          </a:p>
        </p:txBody>
      </p:sp>
      <p:sp>
        <p:nvSpPr>
          <p:cNvPr id="112" name="TextBox 111">
            <a:extLst>
              <a:ext uri="{FF2B5EF4-FFF2-40B4-BE49-F238E27FC236}">
                <a16:creationId xmlns:a16="http://schemas.microsoft.com/office/drawing/2014/main" id="{9484FF72-15AF-43E2-9FB3-8F0726C1602C}"/>
              </a:ext>
            </a:extLst>
          </p:cNvPr>
          <p:cNvSpPr txBox="1"/>
          <p:nvPr>
            <p:custDataLst>
              <p:tags r:id="rId54"/>
            </p:custDataLst>
          </p:nvPr>
        </p:nvSpPr>
        <p:spPr>
          <a:xfrm>
            <a:off x="2222500" y="3213100"/>
            <a:ext cx="17018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free will</a:t>
            </a:r>
          </a:p>
        </p:txBody>
      </p:sp>
      <p:sp>
        <p:nvSpPr>
          <p:cNvPr id="113" name="TextBox 112">
            <a:extLst>
              <a:ext uri="{FF2B5EF4-FFF2-40B4-BE49-F238E27FC236}">
                <a16:creationId xmlns:a16="http://schemas.microsoft.com/office/drawing/2014/main" id="{D8093BAA-FB42-4F0C-8D42-0104EF86A09D}"/>
              </a:ext>
            </a:extLst>
          </p:cNvPr>
          <p:cNvSpPr txBox="1"/>
          <p:nvPr>
            <p:custDataLst>
              <p:tags r:id="rId55"/>
            </p:custDataLst>
          </p:nvPr>
        </p:nvSpPr>
        <p:spPr>
          <a:xfrm>
            <a:off x="1155700" y="3175000"/>
            <a:ext cx="17018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real logic</a:t>
            </a:r>
          </a:p>
        </p:txBody>
      </p:sp>
      <p:sp>
        <p:nvSpPr>
          <p:cNvPr id="114" name="TextBox 113">
            <a:extLst>
              <a:ext uri="{FF2B5EF4-FFF2-40B4-BE49-F238E27FC236}">
                <a16:creationId xmlns:a16="http://schemas.microsoft.com/office/drawing/2014/main" id="{5C7A3FC6-3595-4945-9CD9-7BC266330F7A}"/>
              </a:ext>
            </a:extLst>
          </p:cNvPr>
          <p:cNvSpPr txBox="1"/>
          <p:nvPr>
            <p:custDataLst>
              <p:tags r:id="rId56"/>
            </p:custDataLst>
          </p:nvPr>
        </p:nvSpPr>
        <p:spPr>
          <a:xfrm>
            <a:off x="4000500" y="18288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hairmaking</a:t>
            </a:r>
          </a:p>
        </p:txBody>
      </p:sp>
      <p:sp>
        <p:nvSpPr>
          <p:cNvPr id="115" name="TextBox 114">
            <a:extLst>
              <a:ext uri="{FF2B5EF4-FFF2-40B4-BE49-F238E27FC236}">
                <a16:creationId xmlns:a16="http://schemas.microsoft.com/office/drawing/2014/main" id="{EBC72976-568E-401A-A91B-5FCD3BAC59C5}"/>
              </a:ext>
            </a:extLst>
          </p:cNvPr>
          <p:cNvSpPr txBox="1"/>
          <p:nvPr>
            <p:custDataLst>
              <p:tags r:id="rId57"/>
            </p:custDataLst>
          </p:nvPr>
        </p:nvSpPr>
        <p:spPr>
          <a:xfrm>
            <a:off x="698500" y="2222500"/>
            <a:ext cx="17018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correctness</a:t>
            </a:r>
          </a:p>
        </p:txBody>
      </p:sp>
      <p:sp>
        <p:nvSpPr>
          <p:cNvPr id="116" name="TextBox 115">
            <a:extLst>
              <a:ext uri="{FF2B5EF4-FFF2-40B4-BE49-F238E27FC236}">
                <a16:creationId xmlns:a16="http://schemas.microsoft.com/office/drawing/2014/main" id="{7EE0D62C-BE42-45F4-AA41-BD58901BCC57}"/>
              </a:ext>
            </a:extLst>
          </p:cNvPr>
          <p:cNvSpPr txBox="1"/>
          <p:nvPr>
            <p:custDataLst>
              <p:tags r:id="rId58"/>
            </p:custDataLst>
          </p:nvPr>
        </p:nvSpPr>
        <p:spPr>
          <a:xfrm>
            <a:off x="7886700" y="3606800"/>
            <a:ext cx="1295400" cy="381000"/>
          </a:xfrm>
          <a:prstGeom prst="rect">
            <a:avLst/>
          </a:prstGeom>
          <a:noFill/>
        </p:spPr>
        <p:txBody>
          <a:bodyPr vertOverflow="overflow" vert="horz" wrap="square" lIns="0" tIns="0" rIns="0" bIns="0" rtlCol="0" anchor="t">
            <a:spAutoFit/>
          </a:bodyPr>
          <a:lstStyle/>
          <a:p>
            <a:pPr algn="l"/>
            <a:r>
              <a:rPr lang="en-US" sz="1000">
                <a:solidFill>
                  <a:srgbClr val="4EA72E"/>
                </a:solidFill>
                <a:latin typeface="Aptos"/>
              </a:rPr>
              <a:t>logic</a:t>
            </a:r>
          </a:p>
        </p:txBody>
      </p:sp>
      <p:sp>
        <p:nvSpPr>
          <p:cNvPr id="117" name="TextBox 116">
            <a:extLst>
              <a:ext uri="{FF2B5EF4-FFF2-40B4-BE49-F238E27FC236}">
                <a16:creationId xmlns:a16="http://schemas.microsoft.com/office/drawing/2014/main" id="{4B4ADBA7-743D-44A8-891C-640B482DA93E}"/>
              </a:ext>
            </a:extLst>
          </p:cNvPr>
          <p:cNvSpPr txBox="1"/>
          <p:nvPr>
            <p:custDataLst>
              <p:tags r:id="rId59"/>
            </p:custDataLst>
          </p:nvPr>
        </p:nvSpPr>
        <p:spPr>
          <a:xfrm>
            <a:off x="7785100" y="4165600"/>
            <a:ext cx="1295400" cy="381000"/>
          </a:xfrm>
          <a:prstGeom prst="rect">
            <a:avLst/>
          </a:prstGeom>
          <a:noFill/>
        </p:spPr>
        <p:txBody>
          <a:bodyPr vertOverflow="overflow" vert="horz" wrap="square" lIns="0" tIns="0" rIns="0" bIns="0" rtlCol="0" anchor="t">
            <a:spAutoFit/>
          </a:bodyPr>
          <a:lstStyle/>
          <a:p>
            <a:pPr algn="l"/>
            <a:r>
              <a:rPr lang="en-US" sz="1000">
                <a:solidFill>
                  <a:srgbClr val="156082"/>
                </a:solidFill>
                <a:latin typeface="Aptos"/>
              </a:rPr>
              <a:t>desire</a:t>
            </a:r>
          </a:p>
        </p:txBody>
      </p:sp>
      <p:sp>
        <p:nvSpPr>
          <p:cNvPr id="118" name="TextBox 117">
            <a:extLst>
              <a:ext uri="{FF2B5EF4-FFF2-40B4-BE49-F238E27FC236}">
                <a16:creationId xmlns:a16="http://schemas.microsoft.com/office/drawing/2014/main" id="{7E19CC9A-155D-45DD-A422-E3E7595376FB}"/>
              </a:ext>
            </a:extLst>
          </p:cNvPr>
          <p:cNvSpPr txBox="1"/>
          <p:nvPr>
            <p:custDataLst>
              <p:tags r:id="rId60"/>
            </p:custDataLst>
          </p:nvPr>
        </p:nvSpPr>
        <p:spPr>
          <a:xfrm>
            <a:off x="673100" y="4368800"/>
            <a:ext cx="1295400" cy="381000"/>
          </a:xfrm>
          <a:prstGeom prst="rect">
            <a:avLst/>
          </a:prstGeom>
          <a:noFill/>
        </p:spPr>
        <p:txBody>
          <a:bodyPr vertOverflow="overflow" vert="horz" wrap="square" lIns="0" tIns="0" rIns="0" bIns="0" rtlCol="0" anchor="t">
            <a:spAutoFit/>
          </a:bodyPr>
          <a:lstStyle/>
          <a:p>
            <a:pPr algn="l"/>
            <a:r>
              <a:rPr lang="en-US" sz="1000">
                <a:solidFill>
                  <a:srgbClr val="E97132"/>
                </a:solidFill>
                <a:latin typeface="Aptos"/>
              </a:rPr>
              <a:t>ai gf</a:t>
            </a:r>
          </a:p>
        </p:txBody>
      </p:sp>
      <p:sp>
        <p:nvSpPr>
          <p:cNvPr id="119" name="TextBox 118">
            <a:extLst>
              <a:ext uri="{FF2B5EF4-FFF2-40B4-BE49-F238E27FC236}">
                <a16:creationId xmlns:a16="http://schemas.microsoft.com/office/drawing/2014/main" id="{2E3CB10B-AF71-444D-BD55-826F187BB99B}"/>
              </a:ext>
            </a:extLst>
          </p:cNvPr>
          <p:cNvSpPr txBox="1"/>
          <p:nvPr>
            <p:custDataLst>
              <p:tags r:id="rId61"/>
            </p:custDataLst>
          </p:nvPr>
        </p:nvSpPr>
        <p:spPr>
          <a:xfrm>
            <a:off x="749300" y="4686300"/>
            <a:ext cx="1295400" cy="381000"/>
          </a:xfrm>
          <a:prstGeom prst="rect">
            <a:avLst/>
          </a:prstGeom>
          <a:noFill/>
        </p:spPr>
        <p:txBody>
          <a:bodyPr vertOverflow="overflow" vert="horz" wrap="square" lIns="0" tIns="0" rIns="0" bIns="0" rtlCol="0" anchor="t">
            <a:spAutoFit/>
          </a:bodyPr>
          <a:lstStyle/>
          <a:p>
            <a:pPr algn="l"/>
            <a:r>
              <a:rPr lang="en-US" sz="1000">
                <a:solidFill>
                  <a:srgbClr val="196B24"/>
                </a:solidFill>
                <a:latin typeface="Aptos"/>
              </a:rPr>
              <a:t>maths</a:t>
            </a:r>
          </a:p>
        </p:txBody>
      </p:sp>
      <p:sp>
        <p:nvSpPr>
          <p:cNvPr id="120" name="TextBox 119">
            <a:extLst>
              <a:ext uri="{FF2B5EF4-FFF2-40B4-BE49-F238E27FC236}">
                <a16:creationId xmlns:a16="http://schemas.microsoft.com/office/drawing/2014/main" id="{2C3850F6-595A-42FE-AC62-FC7324758483}"/>
              </a:ext>
            </a:extLst>
          </p:cNvPr>
          <p:cNvSpPr txBox="1"/>
          <p:nvPr>
            <p:custDataLst>
              <p:tags r:id="rId62"/>
            </p:custDataLst>
          </p:nvPr>
        </p:nvSpPr>
        <p:spPr>
          <a:xfrm>
            <a:off x="7683500" y="5016500"/>
            <a:ext cx="1701800" cy="381000"/>
          </a:xfrm>
          <a:prstGeom prst="rect">
            <a:avLst/>
          </a:prstGeom>
          <a:noFill/>
        </p:spPr>
        <p:txBody>
          <a:bodyPr vertOverflow="overflow" vert="horz" wrap="square" lIns="0" tIns="0" rIns="0" bIns="0" rtlCol="0" anchor="t">
            <a:spAutoFit/>
          </a:bodyPr>
          <a:lstStyle/>
          <a:p>
            <a:pPr algn="l"/>
            <a:r>
              <a:rPr lang="en-US" sz="1000">
                <a:solidFill>
                  <a:srgbClr val="0F9ED5"/>
                </a:solidFill>
                <a:latin typeface="Aptos"/>
              </a:rPr>
              <a:t>efficiency</a:t>
            </a:r>
          </a:p>
        </p:txBody>
      </p:sp>
      <p:sp>
        <p:nvSpPr>
          <p:cNvPr id="121" name="TextBox 120">
            <a:extLst>
              <a:ext uri="{FF2B5EF4-FFF2-40B4-BE49-F238E27FC236}">
                <a16:creationId xmlns:a16="http://schemas.microsoft.com/office/drawing/2014/main" id="{1955DF3F-D0C9-4EBA-9A76-2D56E77A9DC8}"/>
              </a:ext>
            </a:extLst>
          </p:cNvPr>
          <p:cNvSpPr txBox="1"/>
          <p:nvPr>
            <p:custDataLst>
              <p:tags r:id="rId63"/>
            </p:custDataLst>
          </p:nvPr>
        </p:nvSpPr>
        <p:spPr>
          <a:xfrm>
            <a:off x="8001000" y="4660900"/>
            <a:ext cx="1295400" cy="381000"/>
          </a:xfrm>
          <a:prstGeom prst="rect">
            <a:avLst/>
          </a:prstGeom>
          <a:noFill/>
        </p:spPr>
        <p:txBody>
          <a:bodyPr vertOverflow="overflow" vert="horz" wrap="square" lIns="0" tIns="0" rIns="0" bIns="0" rtlCol="0" anchor="t">
            <a:spAutoFit/>
          </a:bodyPr>
          <a:lstStyle/>
          <a:p>
            <a:pPr algn="l"/>
            <a:r>
              <a:rPr lang="en-US" sz="1000">
                <a:solidFill>
                  <a:srgbClr val="A02B93"/>
                </a:solidFill>
                <a:latin typeface="Aptos"/>
              </a:rPr>
              <a:t>lying</a:t>
            </a:r>
          </a:p>
        </p:txBody>
      </p:sp>
    </p:spTree>
    <p:custDataLst>
      <p:tags r:id="rId1"/>
    </p:custDataLst>
    <p:extLst>
      <p:ext uri="{BB962C8B-B14F-4D97-AF65-F5344CB8AC3E}">
        <p14:creationId xmlns:p14="http://schemas.microsoft.com/office/powerpoint/2010/main" val="782350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9" name="Picture 21508" descr="Wood human figure">
            <a:extLst>
              <a:ext uri="{FF2B5EF4-FFF2-40B4-BE49-F238E27FC236}">
                <a16:creationId xmlns:a16="http://schemas.microsoft.com/office/drawing/2014/main" id="{0657F7B4-04F5-7405-9CF0-FEA32F301C1B}"/>
              </a:ext>
            </a:extLst>
          </p:cNvPr>
          <p:cNvPicPr>
            <a:picLocks noChangeAspect="1"/>
          </p:cNvPicPr>
          <p:nvPr/>
        </p:nvPicPr>
        <p:blipFill>
          <a:blip r:embed="rId2"/>
          <a:srcRect l="4967" r="55539" b="-2"/>
          <a:stretch>
            <a:fillRect/>
          </a:stretch>
        </p:blipFill>
        <p:spPr>
          <a:xfrm>
            <a:off x="20" y="-2"/>
            <a:ext cx="4057627" cy="6858002"/>
          </a:xfrm>
          <a:prstGeom prst="rect">
            <a:avLst/>
          </a:prstGeom>
        </p:spPr>
      </p:pic>
      <p:sp useBgFill="1">
        <p:nvSpPr>
          <p:cNvPr id="21515" name="Rectangle 2151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a:extLst>
              <a:ext uri="{FF2B5EF4-FFF2-40B4-BE49-F238E27FC236}">
                <a16:creationId xmlns:a16="http://schemas.microsoft.com/office/drawing/2014/main" id="{458C9DE9-1583-A2CC-9CFE-3C083877633B}"/>
              </a:ext>
            </a:extLst>
          </p:cNvPr>
          <p:cNvSpPr>
            <a:spLocks noGrp="1" noChangeArrowheads="1"/>
          </p:cNvSpPr>
          <p:nvPr>
            <p:ph type="title"/>
          </p:nvPr>
        </p:nvSpPr>
        <p:spPr>
          <a:xfrm>
            <a:off x="4586487" y="405685"/>
            <a:ext cx="4098726" cy="1559301"/>
          </a:xfrm>
        </p:spPr>
        <p:txBody>
          <a:bodyPr>
            <a:normAutofit/>
          </a:bodyPr>
          <a:lstStyle/>
          <a:p>
            <a:r>
              <a:rPr lang="en-GB" altLang="en-US" sz="3500"/>
              <a:t>How do you and AI compare?</a:t>
            </a:r>
            <a:endParaRPr lang="en-US" altLang="en-US" sz="3500"/>
          </a:p>
        </p:txBody>
      </p:sp>
      <p:sp>
        <p:nvSpPr>
          <p:cNvPr id="21507" name="Content Placeholder 2">
            <a:extLst>
              <a:ext uri="{FF2B5EF4-FFF2-40B4-BE49-F238E27FC236}">
                <a16:creationId xmlns:a16="http://schemas.microsoft.com/office/drawing/2014/main" id="{350120B5-A898-CB23-4136-66F5B6F7835F}"/>
              </a:ext>
            </a:extLst>
          </p:cNvPr>
          <p:cNvSpPr>
            <a:spLocks noGrp="1" noChangeArrowheads="1"/>
          </p:cNvSpPr>
          <p:nvPr>
            <p:ph idx="1"/>
          </p:nvPr>
        </p:nvSpPr>
        <p:spPr>
          <a:xfrm>
            <a:off x="4586487" y="2743200"/>
            <a:ext cx="3935505" cy="3496878"/>
          </a:xfrm>
        </p:spPr>
        <p:txBody>
          <a:bodyPr anchor="ctr">
            <a:normAutofit/>
          </a:bodyPr>
          <a:lstStyle/>
          <a:p>
            <a:r>
              <a:rPr lang="en-GB" altLang="en-US" sz="1700"/>
              <a:t>Knowledge</a:t>
            </a:r>
          </a:p>
          <a:p>
            <a:r>
              <a:rPr lang="en-GB" altLang="en-US" sz="1700"/>
              <a:t>Reasoning </a:t>
            </a:r>
          </a:p>
          <a:p>
            <a:r>
              <a:rPr lang="en-GB" altLang="en-US" sz="1700"/>
              <a:t>Values</a:t>
            </a:r>
          </a:p>
          <a:p>
            <a:r>
              <a:rPr lang="en-GB" altLang="en-US" sz="1700"/>
              <a:t>Judgement </a:t>
            </a:r>
          </a:p>
          <a:p>
            <a:r>
              <a:rPr lang="en-GB" altLang="en-US" sz="1700"/>
              <a:t>Intuition</a:t>
            </a:r>
          </a:p>
          <a:p>
            <a:r>
              <a:rPr lang="en-GB" altLang="en-US" sz="1700"/>
              <a:t>Other?</a:t>
            </a:r>
            <a:endParaRPr lang="en-US" altLang="en-US"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537" name="Rectangle 2253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9" name="Rectangle 2253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1" name="Rectangle 2254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3" name="Rectangle 2254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45" name="Freeform: Shape 2254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547" name="Rectangle 2254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Title 1">
            <a:extLst>
              <a:ext uri="{FF2B5EF4-FFF2-40B4-BE49-F238E27FC236}">
                <a16:creationId xmlns:a16="http://schemas.microsoft.com/office/drawing/2014/main" id="{BB3EC2DB-FD39-E9C9-09B9-CCEAAD15BD56}"/>
              </a:ext>
            </a:extLst>
          </p:cNvPr>
          <p:cNvSpPr>
            <a:spLocks noGrp="1" noChangeArrowheads="1"/>
          </p:cNvSpPr>
          <p:nvPr>
            <p:ph type="title"/>
          </p:nvPr>
        </p:nvSpPr>
        <p:spPr>
          <a:xfrm>
            <a:off x="350041" y="586855"/>
            <a:ext cx="2401025" cy="3387497"/>
          </a:xfrm>
        </p:spPr>
        <p:txBody>
          <a:bodyPr anchor="b">
            <a:normAutofit/>
          </a:bodyPr>
          <a:lstStyle/>
          <a:p>
            <a:pPr algn="r" eaLnBrk="1" hangingPunct="1"/>
            <a:r>
              <a:rPr lang="en-GB" altLang="en-US" sz="3500">
                <a:solidFill>
                  <a:srgbClr val="FFFFFF"/>
                </a:solidFill>
              </a:rPr>
              <a:t>What is the point in learning AI?</a:t>
            </a:r>
            <a:endParaRPr lang="en-US" altLang="en-US" sz="3500">
              <a:solidFill>
                <a:srgbClr val="FFFFFF"/>
              </a:solidFill>
            </a:endParaRPr>
          </a:p>
        </p:txBody>
      </p:sp>
      <p:sp>
        <p:nvSpPr>
          <p:cNvPr id="3" name="Content Placeholder 2">
            <a:extLst>
              <a:ext uri="{FF2B5EF4-FFF2-40B4-BE49-F238E27FC236}">
                <a16:creationId xmlns:a16="http://schemas.microsoft.com/office/drawing/2014/main" id="{24AAE1CE-4E9D-DEF2-8FBF-7D0A99666804}"/>
              </a:ext>
            </a:extLst>
          </p:cNvPr>
          <p:cNvSpPr>
            <a:spLocks noGrp="1" noChangeArrowheads="1"/>
          </p:cNvSpPr>
          <p:nvPr>
            <p:ph idx="1"/>
          </p:nvPr>
        </p:nvSpPr>
        <p:spPr>
          <a:xfrm>
            <a:off x="3275856" y="649480"/>
            <a:ext cx="5248348" cy="5546047"/>
          </a:xfrm>
        </p:spPr>
        <p:txBody>
          <a:bodyPr anchor="ctr">
            <a:normAutofit/>
          </a:bodyPr>
          <a:lstStyle/>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AI is the hot new thing – if you’re not doing AI what ARE you doing!?`</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Everything in CS, AI can already do better</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AI will do intelligence better than we do intelligence. </a:t>
            </a:r>
            <a:br>
              <a:rPr lang="en-GB" altLang="en-US" sz="2400" dirty="0">
                <a:latin typeface="Angsana New" panose="02020603050405020304" pitchFamily="18" charset="-34"/>
                <a:ea typeface="Angsana New" panose="02020603050405020304" pitchFamily="18" charset="-34"/>
                <a:cs typeface="Angsana New" panose="02020603050405020304" pitchFamily="18" charset="-34"/>
              </a:rPr>
            </a:br>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AI will do AI better than we do AI</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At best we will be AI ‘wranglers’/users</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We cant compete with the huge corporations</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The things that AI cant do at the moment will be done soon </a:t>
            </a:r>
            <a:br>
              <a:rPr lang="en-GB" altLang="en-US" sz="2400" dirty="0">
                <a:latin typeface="Angsana New" panose="02020603050405020304" pitchFamily="18" charset="-34"/>
                <a:ea typeface="Angsana New" panose="02020603050405020304" pitchFamily="18" charset="-34"/>
                <a:cs typeface="Angsana New" panose="02020603050405020304" pitchFamily="18" charset="-34"/>
              </a:rPr>
            </a:br>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(and by huge corps, not by us)</a:t>
            </a:r>
          </a:p>
          <a:p>
            <a:pPr eaLnBrk="1" hangingPunct="1"/>
            <a:r>
              <a:rPr lang="en-GB" altLang="en-US" sz="2400" dirty="0">
                <a:latin typeface="Angsana New" panose="02020603050405020304" pitchFamily="18" charset="-34"/>
                <a:ea typeface="Angsana New" panose="02020603050405020304" pitchFamily="18" charset="-34"/>
                <a:cs typeface="Angsana New" panose="02020603050405020304" pitchFamily="18" charset="-34"/>
              </a:rPr>
              <a:t>What’s the point in learning </a:t>
            </a:r>
            <a:r>
              <a:rPr lang="en-GB" altLang="en-US" sz="2400" i="1" dirty="0">
                <a:latin typeface="Angsana New" panose="02020603050405020304" pitchFamily="18" charset="-34"/>
                <a:ea typeface="Angsana New" panose="02020603050405020304" pitchFamily="18" charset="-34"/>
                <a:cs typeface="Angsana New" panose="02020603050405020304" pitchFamily="18" charset="-34"/>
              </a:rPr>
              <a:t>anything</a:t>
            </a:r>
            <a:r>
              <a:rPr lang="en-GB" altLang="en-US" sz="2400" dirty="0">
                <a:latin typeface="Angsana New" panose="02020603050405020304" pitchFamily="18" charset="-34"/>
                <a:ea typeface="Angsana New" panose="02020603050405020304" pitchFamily="18" charset="-34"/>
                <a:cs typeface="Angsana New" panose="02020603050405020304" pitchFamily="18" charset="-34"/>
              </a:rPr>
              <a:t>?</a:t>
            </a:r>
          </a:p>
          <a:p>
            <a:pPr lvl="1" eaLnBrk="1" hangingPunct="1"/>
            <a:r>
              <a:rPr lang="en-GB" altLang="en-US" dirty="0">
                <a:latin typeface="Angsana New" panose="02020603050405020304" pitchFamily="18" charset="-34"/>
                <a:ea typeface="Angsana New" panose="02020603050405020304" pitchFamily="18" charset="-34"/>
                <a:cs typeface="Angsana New" panose="02020603050405020304" pitchFamily="18" charset="-34"/>
              </a:rPr>
              <a:t>whatever you need to know is on your phone</a:t>
            </a:r>
          </a:p>
          <a:p>
            <a:pPr lvl="1" eaLnBrk="1" hangingPunct="1"/>
            <a:r>
              <a:rPr lang="en-GB" altLang="en-US" dirty="0">
                <a:latin typeface="Angsana New" panose="02020603050405020304" pitchFamily="18" charset="-34"/>
                <a:ea typeface="Angsana New" panose="02020603050405020304" pitchFamily="18" charset="-34"/>
                <a:cs typeface="Angsana New" panose="02020603050405020304" pitchFamily="18" charset="-34"/>
              </a:rPr>
              <a:t>scroll some rubbish (that the AI feeds you), and don’t think about 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9" name="Rectangle 2355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3561" name="Group 23560">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00700" cy="6858000"/>
            <a:chOff x="7467600" y="0"/>
            <a:chExt cx="4724400" cy="6858000"/>
          </a:xfrm>
        </p:grpSpPr>
        <p:sp>
          <p:nvSpPr>
            <p:cNvPr id="23562" name="Rectangle 23561">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63" name="Rectangle 23562">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3565" name="Freeform: Shape 23564">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3567" name="Rectangle 2356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554" name="Title 1">
            <a:extLst>
              <a:ext uri="{FF2B5EF4-FFF2-40B4-BE49-F238E27FC236}">
                <a16:creationId xmlns:a16="http://schemas.microsoft.com/office/drawing/2014/main" id="{1EE91B34-0799-F360-F921-2ED3DE79B4A1}"/>
              </a:ext>
            </a:extLst>
          </p:cNvPr>
          <p:cNvSpPr>
            <a:spLocks noGrp="1" noChangeArrowheads="1"/>
          </p:cNvSpPr>
          <p:nvPr>
            <p:ph type="title"/>
          </p:nvPr>
        </p:nvSpPr>
        <p:spPr>
          <a:xfrm>
            <a:off x="857250" y="1676400"/>
            <a:ext cx="2857500" cy="3505200"/>
          </a:xfrm>
        </p:spPr>
        <p:txBody>
          <a:bodyPr anchor="t">
            <a:normAutofit/>
          </a:bodyPr>
          <a:lstStyle/>
          <a:p>
            <a:pPr eaLnBrk="1" hangingPunct="1"/>
            <a:r>
              <a:rPr lang="en-GB" altLang="en-US" sz="3500"/>
              <a:t>What is the point in humans, </a:t>
            </a:r>
            <a:br>
              <a:rPr lang="en-GB" altLang="en-US" sz="3500"/>
            </a:br>
            <a:r>
              <a:rPr lang="en-GB" altLang="en-US" sz="3500"/>
              <a:t>AI is clearly better!?</a:t>
            </a:r>
            <a:endParaRPr lang="en-US" altLang="en-US" sz="3500"/>
          </a:p>
        </p:txBody>
      </p:sp>
      <p:sp>
        <p:nvSpPr>
          <p:cNvPr id="3" name="Content Placeholder 2">
            <a:extLst>
              <a:ext uri="{FF2B5EF4-FFF2-40B4-BE49-F238E27FC236}">
                <a16:creationId xmlns:a16="http://schemas.microsoft.com/office/drawing/2014/main" id="{CABCFC5D-B2FD-1871-C4C7-B5493D83679E}"/>
              </a:ext>
            </a:extLst>
          </p:cNvPr>
          <p:cNvSpPr>
            <a:spLocks noGrp="1" noChangeArrowheads="1"/>
          </p:cNvSpPr>
          <p:nvPr>
            <p:ph idx="1"/>
          </p:nvPr>
        </p:nvSpPr>
        <p:spPr>
          <a:xfrm>
            <a:off x="3927076" y="1268760"/>
            <a:ext cx="4229097" cy="4128864"/>
          </a:xfrm>
        </p:spPr>
        <p:txBody>
          <a:bodyPr>
            <a:noAutofit/>
          </a:bodyPr>
          <a:lstStyle/>
          <a:p>
            <a:pPr eaLnBrk="1" hangingPunct="1"/>
            <a:r>
              <a:rPr lang="en-GB" altLang="en-US" sz="1800" dirty="0">
                <a:solidFill>
                  <a:schemeClr val="tx1">
                    <a:alpha val="55000"/>
                  </a:schemeClr>
                </a:solidFill>
              </a:rPr>
              <a:t>Am I a kind of LLM but not as good? </a:t>
            </a:r>
            <a:br>
              <a:rPr lang="en-GB" altLang="en-US" sz="1800" dirty="0">
                <a:solidFill>
                  <a:schemeClr val="tx1">
                    <a:alpha val="55000"/>
                  </a:schemeClr>
                </a:solidFill>
              </a:rPr>
            </a:br>
            <a:r>
              <a:rPr lang="en-GB" altLang="en-US" sz="1800" dirty="0">
                <a:solidFill>
                  <a:schemeClr val="tx1">
                    <a:alpha val="55000"/>
                  </a:schemeClr>
                </a:solidFill>
              </a:rPr>
              <a:t>Is AI clearly superior to us / or going to be? </a:t>
            </a:r>
          </a:p>
          <a:p>
            <a:pPr eaLnBrk="1" hangingPunct="1"/>
            <a:r>
              <a:rPr lang="en-GB" altLang="en-US" sz="1800" dirty="0">
                <a:solidFill>
                  <a:schemeClr val="tx1">
                    <a:alpha val="55000"/>
                  </a:schemeClr>
                </a:solidFill>
              </a:rPr>
              <a:t>Is our intel a bit rubbish/confused/limited? </a:t>
            </a:r>
            <a:br>
              <a:rPr lang="en-GB" altLang="en-US" sz="1800" dirty="0">
                <a:solidFill>
                  <a:schemeClr val="tx1">
                    <a:alpha val="55000"/>
                  </a:schemeClr>
                </a:solidFill>
              </a:rPr>
            </a:br>
            <a:r>
              <a:rPr lang="en-GB" altLang="en-US" sz="1800" dirty="0">
                <a:solidFill>
                  <a:schemeClr val="tx1">
                    <a:alpha val="55000"/>
                  </a:schemeClr>
                </a:solidFill>
              </a:rPr>
              <a:t>A chance to eliminate all those human shortcomings (like subjectivity, emotions, bias, ignorance, fallible reasoning)</a:t>
            </a:r>
          </a:p>
          <a:p>
            <a:pPr eaLnBrk="1" hangingPunct="1"/>
            <a:r>
              <a:rPr lang="en-GB" altLang="en-US" sz="1800" dirty="0">
                <a:solidFill>
                  <a:schemeClr val="tx1">
                    <a:alpha val="55000"/>
                  </a:schemeClr>
                </a:solidFill>
              </a:rPr>
              <a:t>Are we redundant? </a:t>
            </a:r>
          </a:p>
          <a:p>
            <a:pPr eaLnBrk="1" hangingPunct="1"/>
            <a:r>
              <a:rPr lang="en-GB" altLang="en-US" sz="1800" dirty="0">
                <a:solidFill>
                  <a:schemeClr val="tx1">
                    <a:alpha val="55000"/>
                  </a:schemeClr>
                </a:solidFill>
              </a:rPr>
              <a:t>Should we give up authority to AI?</a:t>
            </a:r>
          </a:p>
          <a:p>
            <a:pPr eaLnBrk="1" hangingPunct="1"/>
            <a:r>
              <a:rPr lang="en-GB" altLang="en-US" sz="1800" dirty="0">
                <a:solidFill>
                  <a:schemeClr val="tx1">
                    <a:alpha val="55000"/>
                  </a:schemeClr>
                </a:solidFill>
              </a:rPr>
              <a:t>Or, is AI just a tool? (we are the boss)</a:t>
            </a:r>
          </a:p>
          <a:p>
            <a:pPr eaLnBrk="1" hangingPunct="1"/>
            <a:r>
              <a:rPr lang="en-GB" altLang="en-US" sz="1800" dirty="0">
                <a:solidFill>
                  <a:schemeClr val="tx1">
                    <a:alpha val="55000"/>
                  </a:schemeClr>
                </a:solidFill>
              </a:rPr>
              <a:t>Our human qualities are precious, AI doesn’t have them, don’t give it more importance/power than it deserves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84" name="Rectangle 24583">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4586" name="Group 24585">
            <a:extLst>
              <a:ext uri="{FF2B5EF4-FFF2-40B4-BE49-F238E27FC236}">
                <a16:creationId xmlns:a16="http://schemas.microsoft.com/office/drawing/2014/main" id="{53CA3DAA-08BB-476F-9793-941CFAEA5E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00700" cy="6858000"/>
            <a:chOff x="7467600" y="0"/>
            <a:chExt cx="4724400" cy="6858000"/>
          </a:xfrm>
        </p:grpSpPr>
        <p:sp>
          <p:nvSpPr>
            <p:cNvPr id="24612" name="Rectangle 24611">
              <a:extLst>
                <a:ext uri="{FF2B5EF4-FFF2-40B4-BE49-F238E27FC236}">
                  <a16:creationId xmlns:a16="http://schemas.microsoft.com/office/drawing/2014/main" id="{C1EF744A-E0CA-4659-9909-4B77BF70D3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588" name="Rectangle 24587">
              <a:extLst>
                <a:ext uri="{FF2B5EF4-FFF2-40B4-BE49-F238E27FC236}">
                  <a16:creationId xmlns:a16="http://schemas.microsoft.com/office/drawing/2014/main" id="{A09C8437-171E-4687-AA5E-A46A56AEE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4613" name="Freeform: Shape 24612">
            <a:extLst>
              <a:ext uri="{FF2B5EF4-FFF2-40B4-BE49-F238E27FC236}">
                <a16:creationId xmlns:a16="http://schemas.microsoft.com/office/drawing/2014/main" id="{4FEFA667-DE58-4745-9E9D-C6E61CB06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592" name="Rectangle 24591">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578" name="Title 1">
            <a:extLst>
              <a:ext uri="{FF2B5EF4-FFF2-40B4-BE49-F238E27FC236}">
                <a16:creationId xmlns:a16="http://schemas.microsoft.com/office/drawing/2014/main" id="{B96DEE29-319F-FD9D-A870-1F2468EC89F0}"/>
              </a:ext>
            </a:extLst>
          </p:cNvPr>
          <p:cNvSpPr>
            <a:spLocks noGrp="1" noChangeArrowheads="1"/>
          </p:cNvSpPr>
          <p:nvPr>
            <p:ph type="title"/>
          </p:nvPr>
        </p:nvSpPr>
        <p:spPr>
          <a:xfrm>
            <a:off x="514350" y="1676400"/>
            <a:ext cx="2857500" cy="3505200"/>
          </a:xfrm>
        </p:spPr>
        <p:txBody>
          <a:bodyPr anchor="t">
            <a:normAutofit/>
          </a:bodyPr>
          <a:lstStyle/>
          <a:p>
            <a:pPr eaLnBrk="1" hangingPunct="1"/>
            <a:r>
              <a:rPr lang="en-GB" altLang="en-US" sz="3200"/>
              <a:t>Risks and responsibilities</a:t>
            </a:r>
            <a:endParaRPr lang="en-US" altLang="en-US" sz="3200"/>
          </a:p>
        </p:txBody>
      </p:sp>
      <p:sp>
        <p:nvSpPr>
          <p:cNvPr id="24579" name="Content Placeholder 2">
            <a:extLst>
              <a:ext uri="{FF2B5EF4-FFF2-40B4-BE49-F238E27FC236}">
                <a16:creationId xmlns:a16="http://schemas.microsoft.com/office/drawing/2014/main" id="{A52ED048-939A-0282-91A0-61EFCD54FF74}"/>
              </a:ext>
            </a:extLst>
          </p:cNvPr>
          <p:cNvSpPr>
            <a:spLocks noGrp="1" noChangeArrowheads="1"/>
          </p:cNvSpPr>
          <p:nvPr>
            <p:ph idx="1"/>
          </p:nvPr>
        </p:nvSpPr>
        <p:spPr>
          <a:xfrm>
            <a:off x="3543303" y="1676400"/>
            <a:ext cx="4229097" cy="3505200"/>
          </a:xfrm>
        </p:spPr>
        <p:txBody>
          <a:bodyPr>
            <a:normAutofit/>
          </a:bodyPr>
          <a:lstStyle/>
          <a:p>
            <a:pPr eaLnBrk="1" hangingPunct="1"/>
            <a:r>
              <a:rPr lang="en-GB" altLang="en-US" sz="2100">
                <a:solidFill>
                  <a:schemeClr val="tx1">
                    <a:alpha val="55000"/>
                  </a:schemeClr>
                </a:solidFill>
              </a:rPr>
              <a:t>Is AI a threat to our existence? (an agent of destruction)</a:t>
            </a:r>
            <a:endParaRPr lang="en-US" altLang="en-US" sz="2100">
              <a:solidFill>
                <a:schemeClr val="tx1">
                  <a:alpha val="55000"/>
                </a:schemeClr>
              </a:solidFill>
            </a:endParaRPr>
          </a:p>
          <a:p>
            <a:pPr eaLnBrk="1" hangingPunct="1"/>
            <a:r>
              <a:rPr lang="en-GB" altLang="en-US" sz="2100">
                <a:solidFill>
                  <a:schemeClr val="tx1">
                    <a:alpha val="55000"/>
                  </a:schemeClr>
                </a:solidFill>
              </a:rPr>
              <a:t>Is the way we use AI a threat to our well-being? (we are the agent of destruction, not AI)</a:t>
            </a:r>
            <a:endParaRPr lang="en-US" altLang="en-US" sz="2100">
              <a:solidFill>
                <a:schemeClr val="tx1">
                  <a:alpha val="55000"/>
                </a:schemeClr>
              </a:solidFill>
            </a:endParaRPr>
          </a:p>
          <a:p>
            <a:pPr eaLnBrk="1" hangingPunct="1"/>
            <a:r>
              <a:rPr lang="en-GB" altLang="en-US" sz="2100">
                <a:solidFill>
                  <a:schemeClr val="tx1">
                    <a:alpha val="55000"/>
                  </a:schemeClr>
                </a:solidFill>
              </a:rPr>
              <a:t>How do we steer a safe path?</a:t>
            </a:r>
            <a:endParaRPr lang="en-US" altLang="en-US" sz="2100">
              <a:solidFill>
                <a:schemeClr val="tx1">
                  <a:alpha val="55000"/>
                </a:schemeClr>
              </a:solidFill>
            </a:endParaRPr>
          </a:p>
          <a:p>
            <a:pPr eaLnBrk="1" hangingPunct="1"/>
            <a:r>
              <a:rPr lang="en-GB" altLang="en-US" sz="2100">
                <a:solidFill>
                  <a:schemeClr val="tx1">
                    <a:alpha val="55000"/>
                  </a:schemeClr>
                </a:solidFill>
              </a:rPr>
              <a:t>Who is best placed to do that?</a:t>
            </a:r>
          </a:p>
          <a:p>
            <a:pPr eaLnBrk="1" hangingPunct="1"/>
            <a:r>
              <a:rPr lang="en-GB" altLang="en-US" sz="2100">
                <a:solidFill>
                  <a:schemeClr val="tx1">
                    <a:alpha val="55000"/>
                  </a:schemeClr>
                </a:solidFill>
              </a:rPr>
              <a:t>What are your responsibilities in that?</a:t>
            </a:r>
            <a:endParaRPr lang="en-US" altLang="en-US" sz="2100">
              <a:solidFill>
                <a:schemeClr val="tx1">
                  <a:alpha val="5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Lst>
          </p:cNvPr>
          <p:cNvSpPr>
            <a:spLocks noGrp="1"/>
          </p:cNvSpPr>
          <p:nvPr>
            <p:ph type="title"/>
            <p:custDataLst>
              <p:tags r:id="rId2"/>
            </p:custDataLst>
          </p:nvPr>
        </p:nvSpPr>
        <p:spPr/>
        <p:txBody>
          <a:bodyPr/>
          <a:lstStyle/>
          <a:p>
            <a:r>
              <a:rPr lang="en-FI"/>
              <a:t>Your views</a:t>
            </a:r>
          </a:p>
        </p:txBody>
      </p:sp>
      <p:sp>
        <p:nvSpPr>
          <p:cNvPr id="3" name="Content Placeholder 2">
            <a:extLst>
              <a:ext uri="{FF2B5EF4-FFF2-40B4-BE49-F238E27FC236}">
                <a16:creationId xmlns:a16="http://schemas.microsoft.com/office/drawing/2014/main" id="{69BB87DD-025D-AE43-4A03-910135B61E5D}"/>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8" name="Oval 7">
            <a:extLst>
              <a:ext uri="{FF2B5EF4-FFF2-40B4-BE49-F238E27FC236}">
                <a16:creationId xmlns:a16="http://schemas.microsoft.com/office/drawing/2014/main" id="{68B7F54D-819F-48D4-88AF-868D8BDCAF63}"/>
              </a:ext>
            </a:extLst>
          </p:cNvPr>
          <p:cNvSpPr/>
          <p:nvPr>
            <p:custDataLst>
              <p:tags r:id="rId4"/>
            </p:custDataLst>
          </p:nvPr>
        </p:nvSpPr>
        <p:spPr>
          <a:xfrm>
            <a:off x="8293100" y="6007100"/>
            <a:ext cx="762000" cy="762000"/>
          </a:xfrm>
          <a:prstGeom prst="ellipse">
            <a:avLst/>
          </a:prstGeom>
          <a:solidFill>
            <a:srgbClr val="156082">
              <a:alpha val="0"/>
              <a:alpha val="0"/>
              <a:alpha val="0"/>
              <a:alpha val="0"/>
              <a:alpha val="0"/>
              <a:alpha val="0"/>
              <a:alpha val="0"/>
              <a:alpha val="0"/>
              <a:alpha val="0"/>
              <a:alpha val="0"/>
              <a:alpha val="0"/>
              <a:alpha val="0"/>
              <a:alpha val="0"/>
              <a:alpha val="0"/>
              <a:alpha val="0"/>
              <a:alpha val="0"/>
              <a:alpha val="0"/>
              <a:alpha val="0"/>
              <a:alpha val="0"/>
              <a:alpha val="0"/>
              <a:alpha val="0"/>
            </a:srgbClr>
          </a:solidFill>
          <a:ln w="19050" cap="flat" cmpd="sng" algn="ctr">
            <a:solidFill>
              <a:srgbClr val="156082">
                <a:shade val="15000"/>
                <a:alpha val="0"/>
                <a:alpha val="0"/>
                <a:alpha val="0"/>
                <a:alpha val="0"/>
                <a:alpha val="0"/>
                <a:alpha val="0"/>
                <a:alpha val="0"/>
                <a:alpha val="0"/>
                <a:alpha val="0"/>
                <a:alpha val="0"/>
                <a:alpha val="0"/>
                <a:alpha val="0"/>
                <a:alpha val="0"/>
                <a:alpha val="0"/>
                <a:alpha val="0"/>
                <a:alpha val="0"/>
                <a:alpha val="0"/>
                <a:alpha val="0"/>
                <a:alpha val="0"/>
                <a:alpha val="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ctr" anchorCtr="1"/>
          <a:lstStyle/>
          <a:p>
            <a:pPr algn="l"/>
            <a:endParaRPr lang="en-US"/>
          </a:p>
        </p:txBody>
      </p:sp>
      <p:sp>
        <p:nvSpPr>
          <p:cNvPr id="11" name="TextBox 10">
            <a:extLst>
              <a:ext uri="{FF2B5EF4-FFF2-40B4-BE49-F238E27FC236}">
                <a16:creationId xmlns:a16="http://schemas.microsoft.com/office/drawing/2014/main" id="{AAE530F4-CB79-48C3-B09E-CCB4A36B9FA6}"/>
              </a:ext>
            </a:extLst>
          </p:cNvPr>
          <p:cNvSpPr txBox="1"/>
          <p:nvPr>
            <p:custDataLst>
              <p:tags r:id="rId5"/>
            </p:custDataLst>
          </p:nvPr>
        </p:nvSpPr>
        <p:spPr>
          <a:xfrm>
            <a:off x="628650" y="1798320"/>
            <a:ext cx="3816350" cy="254000"/>
          </a:xfrm>
          <a:prstGeom prst="rect">
            <a:avLst/>
          </a:prstGeom>
          <a:noFill/>
        </p:spPr>
        <p:txBody>
          <a:bodyPr vertOverflow="overflow" vert="horz" wrap="square" rtlCol="0" anchor="t">
            <a:spAutoFit/>
          </a:bodyPr>
          <a:lstStyle/>
          <a:p>
            <a:r>
              <a:rPr lang="en-US"/>
              <a:t>terrified/certain doom</a:t>
            </a:r>
          </a:p>
        </p:txBody>
      </p:sp>
      <p:sp>
        <p:nvSpPr>
          <p:cNvPr id="12" name="TextBox 11">
            <a:extLst>
              <a:ext uri="{FF2B5EF4-FFF2-40B4-BE49-F238E27FC236}">
                <a16:creationId xmlns:a16="http://schemas.microsoft.com/office/drawing/2014/main" id="{C0E5C9EC-B68E-4D0D-8E47-5263161F00C7}"/>
              </a:ext>
            </a:extLst>
          </p:cNvPr>
          <p:cNvSpPr txBox="1"/>
          <p:nvPr>
            <p:custDataLst>
              <p:tags r:id="rId6"/>
            </p:custDataLst>
          </p:nvPr>
        </p:nvSpPr>
        <p:spPr>
          <a:xfrm>
            <a:off x="4699000" y="1798320"/>
            <a:ext cx="3816350" cy="254000"/>
          </a:xfrm>
          <a:prstGeom prst="rect">
            <a:avLst/>
          </a:prstGeom>
          <a:noFill/>
        </p:spPr>
        <p:txBody>
          <a:bodyPr vertOverflow="overflow" vert="horz" wrap="square" rtlCol="0" anchor="t">
            <a:spAutoFit/>
          </a:bodyPr>
          <a:lstStyle/>
          <a:p>
            <a:pPr algn="r"/>
            <a:r>
              <a:rPr lang="en-US"/>
              <a:t>excited/its gonna be great!</a:t>
            </a:r>
          </a:p>
        </p:txBody>
      </p:sp>
      <p:sp>
        <p:nvSpPr>
          <p:cNvPr id="13" name="TextBox 12">
            <a:extLst>
              <a:ext uri="{FF2B5EF4-FFF2-40B4-BE49-F238E27FC236}">
                <a16:creationId xmlns:a16="http://schemas.microsoft.com/office/drawing/2014/main" id="{665FA03C-798C-41A7-8E8D-038FF10BB8ED}"/>
              </a:ext>
            </a:extLst>
          </p:cNvPr>
          <p:cNvSpPr txBox="1"/>
          <p:nvPr>
            <p:custDataLst>
              <p:tags r:id="rId7"/>
            </p:custDataLst>
          </p:nvPr>
        </p:nvSpPr>
        <p:spPr>
          <a:xfrm>
            <a:off x="1987194" y="1413689"/>
            <a:ext cx="6446614" cy="276999"/>
          </a:xfrm>
          <a:prstGeom prst="rect">
            <a:avLst/>
          </a:prstGeom>
          <a:noFill/>
        </p:spPr>
        <p:txBody>
          <a:bodyPr vertOverflow="overflow" vert="horz" wrap="square" tIns="0" bIns="0" rtlCol="0" anchor="t">
            <a:spAutoFit/>
          </a:bodyPr>
          <a:lstStyle/>
          <a:p>
            <a:pPr algn="l"/>
            <a:r>
              <a:rPr lang="en-US" b="1" dirty="0"/>
              <a:t>How optimistic are you about the future of AI?</a:t>
            </a:r>
          </a:p>
        </p:txBody>
      </p:sp>
      <p:cxnSp>
        <p:nvCxnSpPr>
          <p:cNvPr id="16" name="Straight Arrow Connector 15">
            <a:extLst>
              <a:ext uri="{FF2B5EF4-FFF2-40B4-BE49-F238E27FC236}">
                <a16:creationId xmlns:a16="http://schemas.microsoft.com/office/drawing/2014/main" id="{21E9940C-B81F-4343-A5BE-EF2ABA6A7615}"/>
              </a:ext>
            </a:extLst>
          </p:cNvPr>
          <p:cNvCxnSpPr/>
          <p:nvPr>
            <p:custDataLst>
              <p:tags r:id="rId8"/>
            </p:custDataLst>
          </p:nvPr>
        </p:nvCxnSpPr>
        <p:spPr>
          <a:xfrm>
            <a:off x="692150" y="2115820"/>
            <a:ext cx="12700" cy="4048760"/>
          </a:xfrm>
          <a:prstGeom prst="straightConnector1">
            <a:avLst/>
          </a:prstGeom>
          <a:ln w="19050" cap="flat" cmpd="sng" algn="ctr">
            <a:solidFill>
              <a:srgbClr val="808080"/>
            </a:solidFill>
            <a:prstDash val="solid"/>
            <a:miter lim="800000"/>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B8BFB5A-4AB2-4E84-98C4-AD3A30B4426C}"/>
              </a:ext>
            </a:extLst>
          </p:cNvPr>
          <p:cNvCxnSpPr/>
          <p:nvPr>
            <p:custDataLst>
              <p:tags r:id="rId9"/>
            </p:custDataLst>
          </p:nvPr>
        </p:nvCxnSpPr>
        <p:spPr>
          <a:xfrm>
            <a:off x="8451850" y="2115820"/>
            <a:ext cx="12700" cy="4048760"/>
          </a:xfrm>
          <a:prstGeom prst="straightConnector1">
            <a:avLst/>
          </a:prstGeom>
          <a:ln w="19050" cap="flat" cmpd="sng" algn="ctr">
            <a:solidFill>
              <a:srgbClr val="808080"/>
            </a:solidFill>
            <a:prstDash val="solid"/>
            <a:miter lim="800000"/>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124782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33" name="Rectangle 2663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5" name="Rectangle 2663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7" name="Rectangle 2663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9" name="Rectangle 2663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641" name="Freeform: Shape 2664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643" name="Rectangle 2664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86A32-1A2B-E400-5C52-48B1CD42C250}"/>
              </a:ext>
            </a:extLst>
          </p:cNvPr>
          <p:cNvSpPr>
            <a:spLocks noGrp="1"/>
          </p:cNvSpPr>
          <p:nvPr>
            <p:ph type="title"/>
          </p:nvPr>
        </p:nvSpPr>
        <p:spPr>
          <a:xfrm>
            <a:off x="439858" y="1683756"/>
            <a:ext cx="2336449" cy="2396359"/>
          </a:xfrm>
        </p:spPr>
        <p:txBody>
          <a:bodyPr anchor="b">
            <a:normAutofit/>
          </a:bodyPr>
          <a:lstStyle/>
          <a:p>
            <a:pPr algn="r" eaLnBrk="1" hangingPunct="1">
              <a:defRPr/>
            </a:pPr>
            <a:r>
              <a:rPr lang="en-GB" sz="3500" b="1">
                <a:solidFill>
                  <a:srgbClr val="FFFFFF"/>
                </a:solidFill>
                <a:latin typeface="+mn-lt"/>
                <a:ea typeface="+mn-ea"/>
                <a:cs typeface="+mn-cs"/>
              </a:rPr>
              <a:t>More to discuss later:</a:t>
            </a:r>
            <a:r>
              <a:rPr lang="en-GB" sz="3500">
                <a:solidFill>
                  <a:srgbClr val="FFFFFF"/>
                </a:solidFill>
                <a:latin typeface="+mn-lt"/>
                <a:ea typeface="+mn-ea"/>
                <a:cs typeface="+mn-cs"/>
              </a:rPr>
              <a:t> </a:t>
            </a:r>
            <a:endParaRPr lang="en-US" sz="3500">
              <a:solidFill>
                <a:srgbClr val="FFFFFF"/>
              </a:solidFill>
            </a:endParaRPr>
          </a:p>
        </p:txBody>
      </p:sp>
      <p:graphicFrame>
        <p:nvGraphicFramePr>
          <p:cNvPr id="26629" name="Content Placeholder 2">
            <a:extLst>
              <a:ext uri="{FF2B5EF4-FFF2-40B4-BE49-F238E27FC236}">
                <a16:creationId xmlns:a16="http://schemas.microsoft.com/office/drawing/2014/main" id="{9A377FDF-BE1D-618C-163E-C297175083FD}"/>
              </a:ext>
            </a:extLst>
          </p:cNvPr>
          <p:cNvGraphicFramePr>
            <a:graphicFrameLocks noGrp="1"/>
          </p:cNvGraphicFramePr>
          <p:nvPr>
            <p:ph idx="1"/>
            <p:extLst>
              <p:ext uri="{D42A27DB-BD31-4B8C-83A1-F6EECF244321}">
                <p14:modId xmlns:p14="http://schemas.microsoft.com/office/powerpoint/2010/main" val="375671372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9" name="Rectangle 2560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1" name="Rectangle 256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3" name="Rectangle 256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5" name="Rectangle 256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602" name="Title 1">
            <a:extLst>
              <a:ext uri="{FF2B5EF4-FFF2-40B4-BE49-F238E27FC236}">
                <a16:creationId xmlns:a16="http://schemas.microsoft.com/office/drawing/2014/main" id="{C6C892BA-6155-1401-2ABC-1ACF5B5B3F93}"/>
              </a:ext>
            </a:extLst>
          </p:cNvPr>
          <p:cNvSpPr>
            <a:spLocks noGrp="1" noChangeArrowheads="1"/>
          </p:cNvSpPr>
          <p:nvPr>
            <p:ph type="title"/>
          </p:nvPr>
        </p:nvSpPr>
        <p:spPr>
          <a:xfrm>
            <a:off x="1028697" y="348865"/>
            <a:ext cx="7533018" cy="877729"/>
          </a:xfrm>
        </p:spPr>
        <p:txBody>
          <a:bodyPr anchor="ctr">
            <a:normAutofit/>
          </a:bodyPr>
          <a:lstStyle/>
          <a:p>
            <a:pPr eaLnBrk="1" hangingPunct="1"/>
            <a:r>
              <a:rPr lang="en-GB" altLang="en-US" sz="3500" dirty="0">
                <a:solidFill>
                  <a:srgbClr val="FFFFFF"/>
                </a:solidFill>
              </a:rPr>
              <a:t>What is there to learn about all that?</a:t>
            </a:r>
            <a:endParaRPr lang="en-US" altLang="en-US" sz="3500" dirty="0">
              <a:solidFill>
                <a:srgbClr val="FFFFFF"/>
              </a:solidFill>
            </a:endParaRPr>
          </a:p>
        </p:txBody>
      </p:sp>
      <p:graphicFrame>
        <p:nvGraphicFramePr>
          <p:cNvPr id="25605" name="Content Placeholder 2">
            <a:extLst>
              <a:ext uri="{FF2B5EF4-FFF2-40B4-BE49-F238E27FC236}">
                <a16:creationId xmlns:a16="http://schemas.microsoft.com/office/drawing/2014/main" id="{2F65B158-2067-90A6-EA1D-72F3A633FDDB}"/>
              </a:ext>
            </a:extLst>
          </p:cNvPr>
          <p:cNvGraphicFramePr>
            <a:graphicFrameLocks noGrp="1"/>
          </p:cNvGraphicFramePr>
          <p:nvPr>
            <p:ph idx="1"/>
            <p:extLst>
              <p:ext uri="{D42A27DB-BD31-4B8C-83A1-F6EECF244321}">
                <p14:modId xmlns:p14="http://schemas.microsoft.com/office/powerpoint/2010/main" val="8722858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40E165EC-2B6C-D47D-A320-C92D9FC3945F}"/>
              </a:ext>
            </a:extLst>
          </p:cNvPr>
          <p:cNvSpPr txBox="1"/>
          <p:nvPr/>
        </p:nvSpPr>
        <p:spPr>
          <a:xfrm>
            <a:off x="3805335" y="4581128"/>
            <a:ext cx="1551283" cy="769441"/>
          </a:xfrm>
          <a:prstGeom prst="rect">
            <a:avLst/>
          </a:prstGeom>
          <a:noFill/>
        </p:spPr>
        <p:txBody>
          <a:bodyPr wrap="square">
            <a:spAutoFit/>
          </a:bodyPr>
          <a:lstStyle/>
          <a:p>
            <a:pPr algn="ctr">
              <a:lnSpc>
                <a:spcPct val="100000"/>
              </a:lnSpc>
            </a:pPr>
            <a:r>
              <a:rPr lang="en-GB" sz="1100" dirty="0"/>
              <a:t>How special are we, where does natural intelligence come from</a:t>
            </a:r>
            <a:endParaRPr lang="en-US" sz="1100" dirty="0"/>
          </a:p>
        </p:txBody>
      </p:sp>
      <p:sp>
        <p:nvSpPr>
          <p:cNvPr id="4" name="TextBox 3">
            <a:extLst>
              <a:ext uri="{FF2B5EF4-FFF2-40B4-BE49-F238E27FC236}">
                <a16:creationId xmlns:a16="http://schemas.microsoft.com/office/drawing/2014/main" id="{F6A3C512-9A58-A4AC-CF8C-8402CD7E40C4}"/>
              </a:ext>
            </a:extLst>
          </p:cNvPr>
          <p:cNvSpPr txBox="1"/>
          <p:nvPr/>
        </p:nvSpPr>
        <p:spPr>
          <a:xfrm>
            <a:off x="5580112" y="4750404"/>
            <a:ext cx="1551283" cy="430887"/>
          </a:xfrm>
          <a:prstGeom prst="rect">
            <a:avLst/>
          </a:prstGeom>
          <a:noFill/>
        </p:spPr>
        <p:txBody>
          <a:bodyPr wrap="square">
            <a:spAutoFit/>
          </a:bodyPr>
          <a:lstStyle/>
          <a:p>
            <a:pPr algn="ctr">
              <a:lnSpc>
                <a:spcPct val="100000"/>
              </a:lnSpc>
            </a:pPr>
            <a:r>
              <a:rPr lang="en-GB" sz="1100" dirty="0"/>
              <a:t>To build stuff vs to understand stuff</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E029ED-3A40-8F87-9098-5C587112B766}"/>
            </a:ext>
          </a:extLst>
        </p:cNvPr>
        <p:cNvGrpSpPr/>
        <p:nvPr/>
      </p:nvGrpSpPr>
      <p:grpSpPr>
        <a:xfrm>
          <a:off x="0" y="0"/>
          <a:ext cx="0" cy="0"/>
          <a:chOff x="0" y="0"/>
          <a:chExt cx="0" cy="0"/>
        </a:xfrm>
      </p:grpSpPr>
      <p:sp useBgFill="1">
        <p:nvSpPr>
          <p:cNvPr id="25609" name="Rectangle 25608">
            <a:extLst>
              <a:ext uri="{FF2B5EF4-FFF2-40B4-BE49-F238E27FC236}">
                <a16:creationId xmlns:a16="http://schemas.microsoft.com/office/drawing/2014/main" id="{0B24D4F4-62F2-EA05-4F40-15312363B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1" name="Rectangle 25610">
            <a:extLst>
              <a:ext uri="{FF2B5EF4-FFF2-40B4-BE49-F238E27FC236}">
                <a16:creationId xmlns:a16="http://schemas.microsoft.com/office/drawing/2014/main" id="{4C9F2009-6262-7874-39F2-C8CA4D07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3" name="Rectangle 25612">
            <a:extLst>
              <a:ext uri="{FF2B5EF4-FFF2-40B4-BE49-F238E27FC236}">
                <a16:creationId xmlns:a16="http://schemas.microsoft.com/office/drawing/2014/main" id="{91A8DDFC-01DB-91B9-E9F0-7BFEA27F2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5" name="Rectangle 25614">
            <a:extLst>
              <a:ext uri="{FF2B5EF4-FFF2-40B4-BE49-F238E27FC236}">
                <a16:creationId xmlns:a16="http://schemas.microsoft.com/office/drawing/2014/main" id="{B7CDFFA6-909D-5F28-3AAB-E8D35CB89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602" name="Title 1">
            <a:extLst>
              <a:ext uri="{FF2B5EF4-FFF2-40B4-BE49-F238E27FC236}">
                <a16:creationId xmlns:a16="http://schemas.microsoft.com/office/drawing/2014/main" id="{F4BC9D13-9CC2-3791-42B5-D57D24F8576E}"/>
              </a:ext>
            </a:extLst>
          </p:cNvPr>
          <p:cNvSpPr>
            <a:spLocks noGrp="1" noChangeArrowheads="1"/>
          </p:cNvSpPr>
          <p:nvPr>
            <p:ph type="title"/>
          </p:nvPr>
        </p:nvSpPr>
        <p:spPr>
          <a:xfrm>
            <a:off x="1028697" y="348865"/>
            <a:ext cx="7533018" cy="877729"/>
          </a:xfrm>
        </p:spPr>
        <p:txBody>
          <a:bodyPr anchor="ctr">
            <a:normAutofit/>
          </a:bodyPr>
          <a:lstStyle/>
          <a:p>
            <a:pPr eaLnBrk="1" hangingPunct="1"/>
            <a:r>
              <a:rPr lang="en-GB" altLang="en-US" sz="3500" dirty="0">
                <a:solidFill>
                  <a:srgbClr val="FFFFFF"/>
                </a:solidFill>
              </a:rPr>
              <a:t>What is there to learn about all that?</a:t>
            </a:r>
            <a:endParaRPr lang="en-US" altLang="en-US" sz="3500" dirty="0">
              <a:solidFill>
                <a:srgbClr val="FFFFFF"/>
              </a:solidFill>
            </a:endParaRPr>
          </a:p>
        </p:txBody>
      </p:sp>
      <p:graphicFrame>
        <p:nvGraphicFramePr>
          <p:cNvPr id="25605" name="Content Placeholder 2">
            <a:extLst>
              <a:ext uri="{FF2B5EF4-FFF2-40B4-BE49-F238E27FC236}">
                <a16:creationId xmlns:a16="http://schemas.microsoft.com/office/drawing/2014/main" id="{0E071BA5-CE1C-E85B-4D29-573C2E0F781C}"/>
              </a:ext>
            </a:extLst>
          </p:cNvPr>
          <p:cNvGraphicFramePr>
            <a:graphicFrameLocks noGrp="1"/>
          </p:cNvGraphicFramePr>
          <p:nvPr>
            <p:ph idx="1"/>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748A3F87-C973-6853-5F96-5579C89D720F}"/>
              </a:ext>
            </a:extLst>
          </p:cNvPr>
          <p:cNvSpPr txBox="1"/>
          <p:nvPr/>
        </p:nvSpPr>
        <p:spPr>
          <a:xfrm>
            <a:off x="3805335" y="4581128"/>
            <a:ext cx="1551283" cy="769441"/>
          </a:xfrm>
          <a:prstGeom prst="rect">
            <a:avLst/>
          </a:prstGeom>
          <a:noFill/>
        </p:spPr>
        <p:txBody>
          <a:bodyPr wrap="square">
            <a:spAutoFit/>
          </a:bodyPr>
          <a:lstStyle/>
          <a:p>
            <a:pPr algn="ctr">
              <a:lnSpc>
                <a:spcPct val="100000"/>
              </a:lnSpc>
            </a:pPr>
            <a:r>
              <a:rPr lang="en-GB" sz="1100" dirty="0"/>
              <a:t>How special are we, where does natural intelligence come from</a:t>
            </a:r>
            <a:endParaRPr lang="en-US" sz="1100" dirty="0"/>
          </a:p>
        </p:txBody>
      </p:sp>
      <p:sp>
        <p:nvSpPr>
          <p:cNvPr id="4" name="TextBox 3">
            <a:extLst>
              <a:ext uri="{FF2B5EF4-FFF2-40B4-BE49-F238E27FC236}">
                <a16:creationId xmlns:a16="http://schemas.microsoft.com/office/drawing/2014/main" id="{E9DAF3D1-8389-85E1-4981-E7F242D4C451}"/>
              </a:ext>
            </a:extLst>
          </p:cNvPr>
          <p:cNvSpPr txBox="1"/>
          <p:nvPr/>
        </p:nvSpPr>
        <p:spPr>
          <a:xfrm>
            <a:off x="5580112" y="4750404"/>
            <a:ext cx="1551283" cy="430887"/>
          </a:xfrm>
          <a:prstGeom prst="rect">
            <a:avLst/>
          </a:prstGeom>
          <a:noFill/>
        </p:spPr>
        <p:txBody>
          <a:bodyPr wrap="square">
            <a:spAutoFit/>
          </a:bodyPr>
          <a:lstStyle/>
          <a:p>
            <a:pPr algn="ctr">
              <a:lnSpc>
                <a:spcPct val="100000"/>
              </a:lnSpc>
            </a:pPr>
            <a:r>
              <a:rPr lang="en-GB" sz="1100" dirty="0"/>
              <a:t>To build stuff vs to understand stuff</a:t>
            </a:r>
            <a:endParaRPr lang="en-US" sz="1100" dirty="0"/>
          </a:p>
        </p:txBody>
      </p:sp>
      <p:sp>
        <p:nvSpPr>
          <p:cNvPr id="2" name="Oval 1">
            <a:extLst>
              <a:ext uri="{FF2B5EF4-FFF2-40B4-BE49-F238E27FC236}">
                <a16:creationId xmlns:a16="http://schemas.microsoft.com/office/drawing/2014/main" id="{737B4ECB-EB27-1B85-D408-46BB7478ABF9}"/>
              </a:ext>
            </a:extLst>
          </p:cNvPr>
          <p:cNvSpPr/>
          <p:nvPr/>
        </p:nvSpPr>
        <p:spPr>
          <a:xfrm>
            <a:off x="5220072" y="2777680"/>
            <a:ext cx="2095702" cy="290441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0314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AF76BCDD-F508-E3C5-E93D-5A4B1FF7495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D4641C5-20D5-47BA-B1EE-F09098CFC562}" type="slidenum">
              <a:rPr kumimoji="0" lang="en-GB" altLang="en-US" sz="1400" b="0" i="0" u="none" strike="noStrike" kern="1200" cap="none" spc="0" normalizeH="0" baseline="0" noProof="0" smtClean="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sp>
        <p:nvSpPr>
          <p:cNvPr id="16387" name="Text Box 2">
            <a:extLst>
              <a:ext uri="{FF2B5EF4-FFF2-40B4-BE49-F238E27FC236}">
                <a16:creationId xmlns:a16="http://schemas.microsoft.com/office/drawing/2014/main" id="{530A3AA8-3391-3CEC-6AAF-42430BE9236A}"/>
              </a:ext>
            </a:extLst>
          </p:cNvPr>
          <p:cNvSpPr txBox="1">
            <a:spLocks noChangeArrowheads="1"/>
          </p:cNvSpPr>
          <p:nvPr/>
        </p:nvSpPr>
        <p:spPr bwMode="auto">
          <a:xfrm>
            <a:off x="361950" y="1752600"/>
            <a:ext cx="802005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marL="190500" indent="-190500">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190500" marR="0" lvl="0" indent="-190500" algn="l" defTabSz="914400" rtl="0" eaLnBrk="0" fontAlgn="base" latinLnBrk="0" hangingPunct="0">
              <a:lnSpc>
                <a:spcPts val="2800"/>
              </a:lnSpc>
              <a:spcBef>
                <a:spcPct val="0"/>
              </a:spcBef>
              <a:spcAft>
                <a:spcPct val="0"/>
              </a:spcAft>
              <a:buClrTx/>
              <a:buSzTx/>
              <a:buFont typeface="Times" panose="02020603050405020304" pitchFamily="18" charset="0"/>
              <a:buChar char="•"/>
              <a:tabLst/>
              <a:defRPr/>
            </a:pPr>
            <a:endParaRPr kumimoji="0" lang="en-US" altLang="en-US" sz="2400" b="0" i="0" u="none" strike="noStrike" kern="1200" cap="none" spc="0" normalizeH="0" baseline="0" noProof="0">
              <a:ln>
                <a:noFill/>
              </a:ln>
              <a:solidFill>
                <a:srgbClr val="2D3F49"/>
              </a:solidFill>
              <a:effectLst/>
              <a:uLnTx/>
              <a:uFillTx/>
              <a:latin typeface="Georgia" panose="02040502050405020303" pitchFamily="18" charset="0"/>
              <a:ea typeface="ＭＳ Ｐゴシック" panose="020B0600070205080204" pitchFamily="34" charset="-128"/>
              <a:cs typeface="+mn-cs"/>
            </a:endParaRPr>
          </a:p>
        </p:txBody>
      </p:sp>
      <p:sp>
        <p:nvSpPr>
          <p:cNvPr id="16388" name="Rectangle 3">
            <a:extLst>
              <a:ext uri="{FF2B5EF4-FFF2-40B4-BE49-F238E27FC236}">
                <a16:creationId xmlns:a16="http://schemas.microsoft.com/office/drawing/2014/main" id="{AEBF833A-A368-2FA6-4B61-E24470393346}"/>
              </a:ext>
            </a:extLst>
          </p:cNvPr>
          <p:cNvSpPr>
            <a:spLocks noGrp="1" noChangeArrowheads="1"/>
          </p:cNvSpPr>
          <p:nvPr>
            <p:ph type="title"/>
          </p:nvPr>
        </p:nvSpPr>
        <p:spPr/>
        <p:txBody>
          <a:bodyPr/>
          <a:lstStyle/>
          <a:p>
            <a:pPr eaLnBrk="1" hangingPunct="1"/>
            <a:r>
              <a:rPr lang="en-GB" altLang="en-US">
                <a:solidFill>
                  <a:srgbClr val="014359"/>
                </a:solidFill>
              </a:rPr>
              <a:t>Definitions</a:t>
            </a:r>
          </a:p>
        </p:txBody>
      </p:sp>
      <p:sp>
        <p:nvSpPr>
          <p:cNvPr id="134148" name="Rectangle 4">
            <a:extLst>
              <a:ext uri="{FF2B5EF4-FFF2-40B4-BE49-F238E27FC236}">
                <a16:creationId xmlns:a16="http://schemas.microsoft.com/office/drawing/2014/main" id="{176FE103-5581-5984-BDE4-37EAA1C1EDC5}"/>
              </a:ext>
            </a:extLst>
          </p:cNvPr>
          <p:cNvSpPr>
            <a:spLocks noGrp="1" noChangeArrowheads="1"/>
          </p:cNvSpPr>
          <p:nvPr>
            <p:ph type="body" idx="1"/>
          </p:nvPr>
        </p:nvSpPr>
        <p:spPr>
          <a:xfrm>
            <a:off x="323850" y="1700213"/>
            <a:ext cx="8496300" cy="4564062"/>
          </a:xfrm>
        </p:spPr>
        <p:txBody>
          <a:bodyPr/>
          <a:lstStyle/>
          <a:p>
            <a:pPr marL="271463" indent="-271463" eaLnBrk="1" hangingPunct="1">
              <a:tabLst>
                <a:tab pos="446088" algn="l"/>
              </a:tabLst>
            </a:pPr>
            <a:r>
              <a:rPr lang="en-GB" altLang="en-US"/>
              <a:t>Q. What is artificial intelligence? </a:t>
            </a:r>
          </a:p>
          <a:p>
            <a:pPr marL="271463" indent="-271463" eaLnBrk="1" hangingPunct="1">
              <a:tabLst>
                <a:tab pos="446088" algn="l"/>
              </a:tabLst>
            </a:pPr>
            <a:r>
              <a:rPr lang="en-GB" altLang="en-US"/>
              <a:t>A1. “It is the science and engineering of making intelligent machines, especially intelligent computer programs. It is related to the similar task of using computers to understand human intelligence, but AI does not have to confine itself to methods that are biologically observable.”</a:t>
            </a:r>
          </a:p>
          <a:p>
            <a:pPr lvl="1" eaLnBrk="1" hangingPunct="1">
              <a:tabLst>
                <a:tab pos="446088" algn="l"/>
              </a:tabLst>
            </a:pPr>
            <a:r>
              <a:rPr lang="en-GB" altLang="en-US"/>
              <a:t>John McCarthy, 2007.</a:t>
            </a:r>
          </a:p>
          <a:p>
            <a:pPr marL="271463" indent="-271463" eaLnBrk="1" hangingPunct="1">
              <a:tabLst>
                <a:tab pos="446088" algn="l"/>
              </a:tabLst>
            </a:pPr>
            <a:r>
              <a:rPr lang="en-GB" altLang="en-US"/>
              <a:t>A2. It’s aim is “to build intelligent entities”.</a:t>
            </a:r>
          </a:p>
          <a:p>
            <a:pPr lvl="1" eaLnBrk="1" hangingPunct="1">
              <a:tabLst>
                <a:tab pos="446088" algn="l"/>
              </a:tabLst>
            </a:pPr>
            <a:r>
              <a:rPr lang="en-GB" altLang="en-US"/>
              <a:t>Russell &amp; Norvig, AIAMA2e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414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414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4148">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414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4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83EC4317-0A67-AE6F-DF64-9C3CFEE0826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6090A88-55DB-4514-BD1C-E7249FB376EE}" type="slidenum">
              <a:rPr kumimoji="0" lang="en-GB" altLang="en-US" sz="1400" b="0" i="0" u="none" strike="noStrike" kern="1200" cap="none" spc="0" normalizeH="0" baseline="0" noProof="0" smtClean="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sp>
        <p:nvSpPr>
          <p:cNvPr id="18435" name="Rectangle 3">
            <a:extLst>
              <a:ext uri="{FF2B5EF4-FFF2-40B4-BE49-F238E27FC236}">
                <a16:creationId xmlns:a16="http://schemas.microsoft.com/office/drawing/2014/main" id="{5833FE88-FEDE-EBB9-25B9-98C598BE3CE7}"/>
              </a:ext>
            </a:extLst>
          </p:cNvPr>
          <p:cNvSpPr>
            <a:spLocks noGrp="1" noChangeArrowheads="1"/>
          </p:cNvSpPr>
          <p:nvPr>
            <p:ph type="title"/>
          </p:nvPr>
        </p:nvSpPr>
        <p:spPr>
          <a:xfrm>
            <a:off x="323850" y="374651"/>
            <a:ext cx="8496300" cy="1182687"/>
          </a:xfrm>
        </p:spPr>
        <p:txBody>
          <a:bodyPr/>
          <a:lstStyle/>
          <a:p>
            <a:pPr eaLnBrk="1" hangingPunct="1"/>
            <a:r>
              <a:rPr lang="en-GB" altLang="en-US" dirty="0">
                <a:solidFill>
                  <a:srgbClr val="014359"/>
                </a:solidFill>
              </a:rPr>
              <a:t>What is needed for </a:t>
            </a:r>
            <a:br>
              <a:rPr lang="en-GB" altLang="en-US" dirty="0">
                <a:solidFill>
                  <a:srgbClr val="014359"/>
                </a:solidFill>
              </a:rPr>
            </a:br>
            <a:r>
              <a:rPr lang="en-GB" altLang="en-US" dirty="0">
                <a:solidFill>
                  <a:srgbClr val="014359"/>
                </a:solidFill>
              </a:rPr>
              <a:t>Intelligence?</a:t>
            </a:r>
          </a:p>
        </p:txBody>
      </p:sp>
      <p:sp>
        <p:nvSpPr>
          <p:cNvPr id="168966" name="Text Box 6">
            <a:extLst>
              <a:ext uri="{FF2B5EF4-FFF2-40B4-BE49-F238E27FC236}">
                <a16:creationId xmlns:a16="http://schemas.microsoft.com/office/drawing/2014/main" id="{521B2EE0-816D-1F60-1AED-5E2AD26117B0}"/>
              </a:ext>
            </a:extLst>
          </p:cNvPr>
          <p:cNvSpPr txBox="1">
            <a:spLocks noChangeArrowheads="1"/>
          </p:cNvSpPr>
          <p:nvPr/>
        </p:nvSpPr>
        <p:spPr bwMode="auto">
          <a:xfrm>
            <a:off x="566738" y="4875213"/>
            <a:ext cx="719137"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IQ</a:t>
            </a:r>
          </a:p>
        </p:txBody>
      </p:sp>
      <p:sp>
        <p:nvSpPr>
          <p:cNvPr id="168967" name="Text Box 7">
            <a:extLst>
              <a:ext uri="{FF2B5EF4-FFF2-40B4-BE49-F238E27FC236}">
                <a16:creationId xmlns:a16="http://schemas.microsoft.com/office/drawing/2014/main" id="{DD92527A-B825-A8B4-9A25-E9060AA00CB2}"/>
              </a:ext>
            </a:extLst>
          </p:cNvPr>
          <p:cNvSpPr txBox="1">
            <a:spLocks noChangeArrowheads="1"/>
          </p:cNvSpPr>
          <p:nvPr/>
        </p:nvSpPr>
        <p:spPr bwMode="auto">
          <a:xfrm>
            <a:off x="1438275" y="5859463"/>
            <a:ext cx="167640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Rationality</a:t>
            </a:r>
          </a:p>
        </p:txBody>
      </p:sp>
      <p:sp>
        <p:nvSpPr>
          <p:cNvPr id="168968" name="Text Box 8">
            <a:extLst>
              <a:ext uri="{FF2B5EF4-FFF2-40B4-BE49-F238E27FC236}">
                <a16:creationId xmlns:a16="http://schemas.microsoft.com/office/drawing/2014/main" id="{119FF8A5-4282-E6FC-44C6-01C67EA82432}"/>
              </a:ext>
            </a:extLst>
          </p:cNvPr>
          <p:cNvSpPr txBox="1">
            <a:spLocks noChangeArrowheads="1"/>
          </p:cNvSpPr>
          <p:nvPr/>
        </p:nvSpPr>
        <p:spPr bwMode="auto">
          <a:xfrm>
            <a:off x="2130425" y="5138738"/>
            <a:ext cx="915988"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Logic</a:t>
            </a:r>
          </a:p>
        </p:txBody>
      </p:sp>
      <p:sp>
        <p:nvSpPr>
          <p:cNvPr id="168969" name="Text Box 9">
            <a:extLst>
              <a:ext uri="{FF2B5EF4-FFF2-40B4-BE49-F238E27FC236}">
                <a16:creationId xmlns:a16="http://schemas.microsoft.com/office/drawing/2014/main" id="{F5C29B8A-9B15-8261-5E39-C26996E55155}"/>
              </a:ext>
            </a:extLst>
          </p:cNvPr>
          <p:cNvSpPr txBox="1">
            <a:spLocks noChangeArrowheads="1"/>
          </p:cNvSpPr>
          <p:nvPr/>
        </p:nvSpPr>
        <p:spPr bwMode="auto">
          <a:xfrm>
            <a:off x="4287838" y="5859463"/>
            <a:ext cx="149542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Creativity</a:t>
            </a:r>
          </a:p>
        </p:txBody>
      </p:sp>
      <p:sp>
        <p:nvSpPr>
          <p:cNvPr id="168970" name="Text Box 10">
            <a:extLst>
              <a:ext uri="{FF2B5EF4-FFF2-40B4-BE49-F238E27FC236}">
                <a16:creationId xmlns:a16="http://schemas.microsoft.com/office/drawing/2014/main" id="{DEEA5699-FD2A-EAA0-4056-1C8403B3A374}"/>
              </a:ext>
            </a:extLst>
          </p:cNvPr>
          <p:cNvSpPr txBox="1">
            <a:spLocks noChangeArrowheads="1"/>
          </p:cNvSpPr>
          <p:nvPr/>
        </p:nvSpPr>
        <p:spPr bwMode="auto">
          <a:xfrm>
            <a:off x="657225" y="2349500"/>
            <a:ext cx="2700338"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Knowledge</a:t>
            </a:r>
          </a:p>
        </p:txBody>
      </p:sp>
      <p:sp>
        <p:nvSpPr>
          <p:cNvPr id="168971" name="Text Box 11">
            <a:extLst>
              <a:ext uri="{FF2B5EF4-FFF2-40B4-BE49-F238E27FC236}">
                <a16:creationId xmlns:a16="http://schemas.microsoft.com/office/drawing/2014/main" id="{C018A825-5A8E-9DDF-7D19-CC5A90E88930}"/>
              </a:ext>
            </a:extLst>
          </p:cNvPr>
          <p:cNvSpPr txBox="1">
            <a:spLocks noChangeArrowheads="1"/>
          </p:cNvSpPr>
          <p:nvPr/>
        </p:nvSpPr>
        <p:spPr bwMode="auto">
          <a:xfrm>
            <a:off x="6484625" y="2024490"/>
            <a:ext cx="229742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Emotional intel</a:t>
            </a:r>
          </a:p>
        </p:txBody>
      </p:sp>
      <p:sp>
        <p:nvSpPr>
          <p:cNvPr id="168972" name="Text Box 12">
            <a:extLst>
              <a:ext uri="{FF2B5EF4-FFF2-40B4-BE49-F238E27FC236}">
                <a16:creationId xmlns:a16="http://schemas.microsoft.com/office/drawing/2014/main" id="{89820C90-BFE5-7A2D-1110-2495817046F1}"/>
              </a:ext>
            </a:extLst>
          </p:cNvPr>
          <p:cNvSpPr txBox="1">
            <a:spLocks noChangeArrowheads="1"/>
          </p:cNvSpPr>
          <p:nvPr/>
        </p:nvSpPr>
        <p:spPr bwMode="auto">
          <a:xfrm>
            <a:off x="6549281" y="4968754"/>
            <a:ext cx="161454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Reasoning</a:t>
            </a:r>
          </a:p>
        </p:txBody>
      </p:sp>
      <p:sp>
        <p:nvSpPr>
          <p:cNvPr id="168973" name="Text Box 13">
            <a:extLst>
              <a:ext uri="{FF2B5EF4-FFF2-40B4-BE49-F238E27FC236}">
                <a16:creationId xmlns:a16="http://schemas.microsoft.com/office/drawing/2014/main" id="{35E1D2B3-3010-9F87-E333-E4D025A48676}"/>
              </a:ext>
            </a:extLst>
          </p:cNvPr>
          <p:cNvSpPr txBox="1">
            <a:spLocks noChangeArrowheads="1"/>
          </p:cNvSpPr>
          <p:nvPr/>
        </p:nvSpPr>
        <p:spPr bwMode="auto">
          <a:xfrm>
            <a:off x="6259512" y="2882352"/>
            <a:ext cx="227647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Common Sense</a:t>
            </a:r>
          </a:p>
        </p:txBody>
      </p:sp>
      <p:sp>
        <p:nvSpPr>
          <p:cNvPr id="168974" name="Text Box 14">
            <a:extLst>
              <a:ext uri="{FF2B5EF4-FFF2-40B4-BE49-F238E27FC236}">
                <a16:creationId xmlns:a16="http://schemas.microsoft.com/office/drawing/2014/main" id="{43553D69-81E9-3A24-22F5-0899541B58DF}"/>
              </a:ext>
            </a:extLst>
          </p:cNvPr>
          <p:cNvSpPr txBox="1">
            <a:spLocks noChangeArrowheads="1"/>
          </p:cNvSpPr>
          <p:nvPr/>
        </p:nvSpPr>
        <p:spPr bwMode="auto">
          <a:xfrm>
            <a:off x="4117975" y="1763713"/>
            <a:ext cx="1141413"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Insight</a:t>
            </a:r>
          </a:p>
        </p:txBody>
      </p:sp>
      <p:pic>
        <p:nvPicPr>
          <p:cNvPr id="168976" name="Picture 16">
            <a:extLst>
              <a:ext uri="{FF2B5EF4-FFF2-40B4-BE49-F238E27FC236}">
                <a16:creationId xmlns:a16="http://schemas.microsoft.com/office/drawing/2014/main" id="{29AEF71C-2B15-FA55-3682-53897706CF7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r="1260"/>
          <a:stretch>
            <a:fillRect/>
          </a:stretch>
        </p:blipFill>
        <p:spPr bwMode="auto">
          <a:xfrm>
            <a:off x="3349625" y="2619375"/>
            <a:ext cx="23018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977" name="Text Box 17">
            <a:extLst>
              <a:ext uri="{FF2B5EF4-FFF2-40B4-BE49-F238E27FC236}">
                <a16:creationId xmlns:a16="http://schemas.microsoft.com/office/drawing/2014/main" id="{F4C1CA83-4626-DEE0-4AD9-23B668F6E4B0}"/>
              </a:ext>
            </a:extLst>
          </p:cNvPr>
          <p:cNvSpPr txBox="1">
            <a:spLocks noChangeArrowheads="1"/>
          </p:cNvSpPr>
          <p:nvPr/>
        </p:nvSpPr>
        <p:spPr bwMode="auto">
          <a:xfrm>
            <a:off x="385763" y="3384550"/>
            <a:ext cx="1935162"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Wisdom</a:t>
            </a:r>
          </a:p>
        </p:txBody>
      </p:sp>
      <p:sp>
        <p:nvSpPr>
          <p:cNvPr id="168978" name="Text Box 18">
            <a:extLst>
              <a:ext uri="{FF2B5EF4-FFF2-40B4-BE49-F238E27FC236}">
                <a16:creationId xmlns:a16="http://schemas.microsoft.com/office/drawing/2014/main" id="{3C72C18C-9AEB-2635-F1C6-CB753F7565F0}"/>
              </a:ext>
            </a:extLst>
          </p:cNvPr>
          <p:cNvSpPr txBox="1">
            <a:spLocks noChangeArrowheads="1"/>
          </p:cNvSpPr>
          <p:nvPr/>
        </p:nvSpPr>
        <p:spPr bwMode="auto">
          <a:xfrm>
            <a:off x="1398588" y="4238625"/>
            <a:ext cx="14636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Foresight</a:t>
            </a:r>
          </a:p>
        </p:txBody>
      </p:sp>
      <p:sp>
        <p:nvSpPr>
          <p:cNvPr id="168979" name="Text Box 19">
            <a:extLst>
              <a:ext uri="{FF2B5EF4-FFF2-40B4-BE49-F238E27FC236}">
                <a16:creationId xmlns:a16="http://schemas.microsoft.com/office/drawing/2014/main" id="{9DF65F56-3ED6-F9D4-13F5-8D51164F26A0}"/>
              </a:ext>
            </a:extLst>
          </p:cNvPr>
          <p:cNvSpPr txBox="1">
            <a:spLocks noChangeArrowheads="1"/>
          </p:cNvSpPr>
          <p:nvPr/>
        </p:nvSpPr>
        <p:spPr bwMode="auto">
          <a:xfrm>
            <a:off x="6626225" y="3930346"/>
            <a:ext cx="14890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Language</a:t>
            </a:r>
          </a:p>
        </p:txBody>
      </p:sp>
      <p:sp>
        <p:nvSpPr>
          <p:cNvPr id="168980" name="Text Box 20">
            <a:extLst>
              <a:ext uri="{FF2B5EF4-FFF2-40B4-BE49-F238E27FC236}">
                <a16:creationId xmlns:a16="http://schemas.microsoft.com/office/drawing/2014/main" id="{B30C3CC3-9C9E-EF0F-4555-094441954720}"/>
              </a:ext>
            </a:extLst>
          </p:cNvPr>
          <p:cNvSpPr txBox="1">
            <a:spLocks noChangeArrowheads="1"/>
          </p:cNvSpPr>
          <p:nvPr/>
        </p:nvSpPr>
        <p:spPr bwMode="auto">
          <a:xfrm>
            <a:off x="6418263" y="1628775"/>
            <a:ext cx="19589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014359"/>
                </a:solidFill>
                <a:effectLst/>
                <a:uLnTx/>
                <a:uFillTx/>
                <a:latin typeface="Georgia" panose="02040502050405020303" pitchFamily="18" charset="0"/>
                <a:ea typeface="ＭＳ Ｐゴシック" panose="020B0600070205080204" pitchFamily="34" charset="-128"/>
                <a:cs typeface="+mn-cs"/>
              </a:rPr>
              <a:t>Social Ability</a:t>
            </a:r>
          </a:p>
        </p:txBody>
      </p:sp>
      <p:sp>
        <p:nvSpPr>
          <p:cNvPr id="2" name="Text Box 9">
            <a:extLst>
              <a:ext uri="{FF2B5EF4-FFF2-40B4-BE49-F238E27FC236}">
                <a16:creationId xmlns:a16="http://schemas.microsoft.com/office/drawing/2014/main" id="{0100ECE7-4C49-3711-2B89-931FF1D380FE}"/>
              </a:ext>
            </a:extLst>
          </p:cNvPr>
          <p:cNvSpPr txBox="1">
            <a:spLocks noChangeArrowheads="1"/>
          </p:cNvSpPr>
          <p:nvPr/>
        </p:nvSpPr>
        <p:spPr bwMode="auto">
          <a:xfrm>
            <a:off x="6376356" y="6040438"/>
            <a:ext cx="141096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Learning</a:t>
            </a:r>
          </a:p>
        </p:txBody>
      </p:sp>
      <p:sp>
        <p:nvSpPr>
          <p:cNvPr id="3" name="Text Box 9">
            <a:extLst>
              <a:ext uri="{FF2B5EF4-FFF2-40B4-BE49-F238E27FC236}">
                <a16:creationId xmlns:a16="http://schemas.microsoft.com/office/drawing/2014/main" id="{83257CBC-CF9A-05ED-44CE-253968C8952D}"/>
              </a:ext>
            </a:extLst>
          </p:cNvPr>
          <p:cNvSpPr txBox="1">
            <a:spLocks noChangeArrowheads="1"/>
          </p:cNvSpPr>
          <p:nvPr/>
        </p:nvSpPr>
        <p:spPr bwMode="auto">
          <a:xfrm>
            <a:off x="228339" y="6107257"/>
            <a:ext cx="117051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Agency</a:t>
            </a:r>
          </a:p>
        </p:txBody>
      </p:sp>
      <p:sp>
        <p:nvSpPr>
          <p:cNvPr id="4" name="Text Box 9">
            <a:extLst>
              <a:ext uri="{FF2B5EF4-FFF2-40B4-BE49-F238E27FC236}">
                <a16:creationId xmlns:a16="http://schemas.microsoft.com/office/drawing/2014/main" id="{163ECD48-F96B-D4B1-13C5-C56C4572D9D9}"/>
              </a:ext>
            </a:extLst>
          </p:cNvPr>
          <p:cNvSpPr txBox="1">
            <a:spLocks noChangeArrowheads="1"/>
          </p:cNvSpPr>
          <p:nvPr/>
        </p:nvSpPr>
        <p:spPr bwMode="auto">
          <a:xfrm>
            <a:off x="414183" y="1792501"/>
            <a:ext cx="1968809"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dirty="0">
                <a:ln>
                  <a:noFill/>
                </a:ln>
                <a:solidFill>
                  <a:srgbClr val="014359"/>
                </a:solidFill>
                <a:effectLst/>
                <a:uLnTx/>
                <a:uFillTx/>
                <a:latin typeface="Georgia" panose="02040502050405020303" pitchFamily="18" charset="0"/>
                <a:ea typeface="ＭＳ Ｐゴシック" panose="020B0600070205080204" pitchFamily="34" charset="-128"/>
                <a:cs typeface="+mn-cs"/>
              </a:rPr>
              <a:t>Embodiment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89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4" presetClass="entr" presetSubtype="0" fill="hold" grpId="0" nodeType="clickEffect">
                                  <p:stCondLst>
                                    <p:cond delay="0"/>
                                  </p:stCondLst>
                                  <p:childTnLst>
                                    <p:set>
                                      <p:cBhvr>
                                        <p:cTn id="10" dur="1" fill="hold">
                                          <p:stCondLst>
                                            <p:cond delay="0"/>
                                          </p:stCondLst>
                                        </p:cTn>
                                        <p:tgtEl>
                                          <p:spTgt spid="168969"/>
                                        </p:tgtEl>
                                        <p:attrNameLst>
                                          <p:attrName>style.visibility</p:attrName>
                                        </p:attrNameLst>
                                      </p:cBhvr>
                                      <p:to>
                                        <p:strVal val="visible"/>
                                      </p:to>
                                    </p:set>
                                    <p:anim to="" calcmode="lin" valueType="num">
                                      <p:cBhvr>
                                        <p:cTn id="11" dur="1" fill="hold"/>
                                        <p:tgtEl>
                                          <p:spTgt spid="168969"/>
                                        </p:tgtEl>
                                        <p:attrNameLst>
                                          <p:attrName/>
                                        </p:attrNameLst>
                                      </p:cBhvr>
                                    </p:anim>
                                  </p:childTnLst>
                                </p:cTn>
                              </p:par>
                              <p:par>
                                <p:cTn id="12" presetID="24" presetClass="entr" presetSubtype="0" fill="hold" grpId="0" nodeType="withEffect">
                                  <p:stCondLst>
                                    <p:cond delay="0"/>
                                  </p:stCondLst>
                                  <p:childTnLst>
                                    <p:set>
                                      <p:cBhvr>
                                        <p:cTn id="13" dur="1" fill="hold">
                                          <p:stCondLst>
                                            <p:cond delay="0"/>
                                          </p:stCondLst>
                                        </p:cTn>
                                        <p:tgtEl>
                                          <p:spTgt spid="168967"/>
                                        </p:tgtEl>
                                        <p:attrNameLst>
                                          <p:attrName>style.visibility</p:attrName>
                                        </p:attrNameLst>
                                      </p:cBhvr>
                                      <p:to>
                                        <p:strVal val="visible"/>
                                      </p:to>
                                    </p:set>
                                    <p:anim to="" calcmode="lin" valueType="num">
                                      <p:cBhvr>
                                        <p:cTn id="14" dur="1" fill="hold"/>
                                        <p:tgtEl>
                                          <p:spTgt spid="168967"/>
                                        </p:tgtEl>
                                        <p:attrNameLst>
                                          <p:attrName/>
                                        </p:attrNameLst>
                                      </p:cBhvr>
                                    </p:anim>
                                  </p:childTnLst>
                                </p:cTn>
                              </p:par>
                              <p:par>
                                <p:cTn id="15" presetID="24" presetClass="entr" presetSubtype="0" fill="hold" grpId="0" nodeType="withEffect">
                                  <p:stCondLst>
                                    <p:cond delay="0"/>
                                  </p:stCondLst>
                                  <p:childTnLst>
                                    <p:set>
                                      <p:cBhvr>
                                        <p:cTn id="16" dur="1" fill="hold">
                                          <p:stCondLst>
                                            <p:cond delay="0"/>
                                          </p:stCondLst>
                                        </p:cTn>
                                        <p:tgtEl>
                                          <p:spTgt spid="168968"/>
                                        </p:tgtEl>
                                        <p:attrNameLst>
                                          <p:attrName>style.visibility</p:attrName>
                                        </p:attrNameLst>
                                      </p:cBhvr>
                                      <p:to>
                                        <p:strVal val="visible"/>
                                      </p:to>
                                    </p:set>
                                    <p:anim to="" calcmode="lin" valueType="num">
                                      <p:cBhvr>
                                        <p:cTn id="17" dur="1" fill="hold"/>
                                        <p:tgtEl>
                                          <p:spTgt spid="168968"/>
                                        </p:tgtEl>
                                        <p:attrNameLst>
                                          <p:attrName/>
                                        </p:attrNameLst>
                                      </p:cBhvr>
                                    </p:anim>
                                  </p:childTnLst>
                                </p:cTn>
                              </p:par>
                              <p:par>
                                <p:cTn id="18" presetID="24" presetClass="entr" presetSubtype="0" fill="hold" grpId="0" nodeType="withEffect">
                                  <p:stCondLst>
                                    <p:cond delay="0"/>
                                  </p:stCondLst>
                                  <p:childTnLst>
                                    <p:set>
                                      <p:cBhvr>
                                        <p:cTn id="19" dur="1" fill="hold">
                                          <p:stCondLst>
                                            <p:cond delay="0"/>
                                          </p:stCondLst>
                                        </p:cTn>
                                        <p:tgtEl>
                                          <p:spTgt spid="168966"/>
                                        </p:tgtEl>
                                        <p:attrNameLst>
                                          <p:attrName>style.visibility</p:attrName>
                                        </p:attrNameLst>
                                      </p:cBhvr>
                                      <p:to>
                                        <p:strVal val="visible"/>
                                      </p:to>
                                    </p:set>
                                    <p:anim to="" calcmode="lin" valueType="num">
                                      <p:cBhvr>
                                        <p:cTn id="20" dur="1" fill="hold"/>
                                        <p:tgtEl>
                                          <p:spTgt spid="168966"/>
                                        </p:tgtEl>
                                        <p:attrNameLst>
                                          <p:attrName/>
                                        </p:attrNameLst>
                                      </p:cBhvr>
                                    </p:anim>
                                  </p:childTnLst>
                                </p:cTn>
                              </p:par>
                              <p:par>
                                <p:cTn id="21" presetID="24" presetClass="entr" presetSubtype="0" fill="hold" grpId="0" nodeType="withEffect">
                                  <p:stCondLst>
                                    <p:cond delay="0"/>
                                  </p:stCondLst>
                                  <p:childTnLst>
                                    <p:set>
                                      <p:cBhvr>
                                        <p:cTn id="22" dur="1" fill="hold">
                                          <p:stCondLst>
                                            <p:cond delay="0"/>
                                          </p:stCondLst>
                                        </p:cTn>
                                        <p:tgtEl>
                                          <p:spTgt spid="168978"/>
                                        </p:tgtEl>
                                        <p:attrNameLst>
                                          <p:attrName>style.visibility</p:attrName>
                                        </p:attrNameLst>
                                      </p:cBhvr>
                                      <p:to>
                                        <p:strVal val="visible"/>
                                      </p:to>
                                    </p:set>
                                    <p:anim to="" calcmode="lin" valueType="num">
                                      <p:cBhvr>
                                        <p:cTn id="23" dur="1" fill="hold"/>
                                        <p:tgtEl>
                                          <p:spTgt spid="168978"/>
                                        </p:tgtEl>
                                        <p:attrNameLst>
                                          <p:attrName/>
                                        </p:attrNameLst>
                                      </p:cBhvr>
                                    </p:anim>
                                  </p:childTnLst>
                                </p:cTn>
                              </p:par>
                              <p:par>
                                <p:cTn id="24" presetID="24" presetClass="entr" presetSubtype="0" fill="hold" grpId="0" nodeType="withEffect">
                                  <p:stCondLst>
                                    <p:cond delay="0"/>
                                  </p:stCondLst>
                                  <p:childTnLst>
                                    <p:set>
                                      <p:cBhvr>
                                        <p:cTn id="25" dur="1" fill="hold">
                                          <p:stCondLst>
                                            <p:cond delay="0"/>
                                          </p:stCondLst>
                                        </p:cTn>
                                        <p:tgtEl>
                                          <p:spTgt spid="168977"/>
                                        </p:tgtEl>
                                        <p:attrNameLst>
                                          <p:attrName>style.visibility</p:attrName>
                                        </p:attrNameLst>
                                      </p:cBhvr>
                                      <p:to>
                                        <p:strVal val="visible"/>
                                      </p:to>
                                    </p:set>
                                    <p:anim to="" calcmode="lin" valueType="num">
                                      <p:cBhvr>
                                        <p:cTn id="26" dur="1" fill="hold"/>
                                        <p:tgtEl>
                                          <p:spTgt spid="168977"/>
                                        </p:tgtEl>
                                        <p:attrNameLst>
                                          <p:attrName/>
                                        </p:attrNameLst>
                                      </p:cBhvr>
                                    </p:anim>
                                  </p:childTnLst>
                                </p:cTn>
                              </p:par>
                              <p:par>
                                <p:cTn id="27" presetID="24" presetClass="entr" presetSubtype="0" fill="hold" grpId="0" nodeType="withEffect">
                                  <p:stCondLst>
                                    <p:cond delay="0"/>
                                  </p:stCondLst>
                                  <p:childTnLst>
                                    <p:set>
                                      <p:cBhvr>
                                        <p:cTn id="28" dur="1" fill="hold">
                                          <p:stCondLst>
                                            <p:cond delay="0"/>
                                          </p:stCondLst>
                                        </p:cTn>
                                        <p:tgtEl>
                                          <p:spTgt spid="168970"/>
                                        </p:tgtEl>
                                        <p:attrNameLst>
                                          <p:attrName>style.visibility</p:attrName>
                                        </p:attrNameLst>
                                      </p:cBhvr>
                                      <p:to>
                                        <p:strVal val="visible"/>
                                      </p:to>
                                    </p:set>
                                    <p:anim to="" calcmode="lin" valueType="num">
                                      <p:cBhvr>
                                        <p:cTn id="29" dur="1" fill="hold"/>
                                        <p:tgtEl>
                                          <p:spTgt spid="168970"/>
                                        </p:tgtEl>
                                        <p:attrNameLst>
                                          <p:attrName/>
                                        </p:attrNameLst>
                                      </p:cBhvr>
                                    </p:anim>
                                  </p:childTnLst>
                                </p:cTn>
                              </p:par>
                              <p:par>
                                <p:cTn id="30" presetID="24" presetClass="entr" presetSubtype="0" fill="hold" grpId="0" nodeType="withEffect">
                                  <p:stCondLst>
                                    <p:cond delay="0"/>
                                  </p:stCondLst>
                                  <p:childTnLst>
                                    <p:set>
                                      <p:cBhvr>
                                        <p:cTn id="31" dur="1" fill="hold">
                                          <p:stCondLst>
                                            <p:cond delay="0"/>
                                          </p:stCondLst>
                                        </p:cTn>
                                        <p:tgtEl>
                                          <p:spTgt spid="168974"/>
                                        </p:tgtEl>
                                        <p:attrNameLst>
                                          <p:attrName>style.visibility</p:attrName>
                                        </p:attrNameLst>
                                      </p:cBhvr>
                                      <p:to>
                                        <p:strVal val="visible"/>
                                      </p:to>
                                    </p:set>
                                    <p:anim to="" calcmode="lin" valueType="num">
                                      <p:cBhvr>
                                        <p:cTn id="32" dur="1" fill="hold"/>
                                        <p:tgtEl>
                                          <p:spTgt spid="168974"/>
                                        </p:tgtEl>
                                        <p:attrNameLst>
                                          <p:attrName/>
                                        </p:attrNameLst>
                                      </p:cBhvr>
                                    </p:anim>
                                  </p:childTnLst>
                                </p:cTn>
                              </p:par>
                              <p:par>
                                <p:cTn id="33" presetID="24" presetClass="entr" presetSubtype="0" fill="hold" grpId="0" nodeType="withEffect">
                                  <p:stCondLst>
                                    <p:cond delay="0"/>
                                  </p:stCondLst>
                                  <p:childTnLst>
                                    <p:set>
                                      <p:cBhvr>
                                        <p:cTn id="34" dur="1" fill="hold">
                                          <p:stCondLst>
                                            <p:cond delay="0"/>
                                          </p:stCondLst>
                                        </p:cTn>
                                        <p:tgtEl>
                                          <p:spTgt spid="168980"/>
                                        </p:tgtEl>
                                        <p:attrNameLst>
                                          <p:attrName>style.visibility</p:attrName>
                                        </p:attrNameLst>
                                      </p:cBhvr>
                                      <p:to>
                                        <p:strVal val="visible"/>
                                      </p:to>
                                    </p:set>
                                    <p:anim to="" calcmode="lin" valueType="num">
                                      <p:cBhvr>
                                        <p:cTn id="35" dur="1" fill="hold"/>
                                        <p:tgtEl>
                                          <p:spTgt spid="168980"/>
                                        </p:tgtEl>
                                        <p:attrNameLst>
                                          <p:attrName/>
                                        </p:attrNameLst>
                                      </p:cBhvr>
                                    </p:anim>
                                  </p:childTnLst>
                                </p:cTn>
                              </p:par>
                              <p:par>
                                <p:cTn id="36" presetID="24" presetClass="entr" presetSubtype="0" fill="hold" grpId="0" nodeType="withEffect">
                                  <p:stCondLst>
                                    <p:cond delay="0"/>
                                  </p:stCondLst>
                                  <p:childTnLst>
                                    <p:set>
                                      <p:cBhvr>
                                        <p:cTn id="37" dur="1" fill="hold">
                                          <p:stCondLst>
                                            <p:cond delay="0"/>
                                          </p:stCondLst>
                                        </p:cTn>
                                        <p:tgtEl>
                                          <p:spTgt spid="168973"/>
                                        </p:tgtEl>
                                        <p:attrNameLst>
                                          <p:attrName>style.visibility</p:attrName>
                                        </p:attrNameLst>
                                      </p:cBhvr>
                                      <p:to>
                                        <p:strVal val="visible"/>
                                      </p:to>
                                    </p:set>
                                    <p:anim to="" calcmode="lin" valueType="num">
                                      <p:cBhvr>
                                        <p:cTn id="38" dur="1" fill="hold"/>
                                        <p:tgtEl>
                                          <p:spTgt spid="168973"/>
                                        </p:tgtEl>
                                        <p:attrNameLst>
                                          <p:attrName/>
                                        </p:attrNameLst>
                                      </p:cBhvr>
                                    </p:anim>
                                  </p:childTnLst>
                                </p:cTn>
                              </p:par>
                              <p:par>
                                <p:cTn id="39" presetID="24" presetClass="entr" presetSubtype="0" fill="hold" grpId="0" nodeType="withEffect">
                                  <p:stCondLst>
                                    <p:cond delay="0"/>
                                  </p:stCondLst>
                                  <p:childTnLst>
                                    <p:set>
                                      <p:cBhvr>
                                        <p:cTn id="40" dur="1" fill="hold">
                                          <p:stCondLst>
                                            <p:cond delay="0"/>
                                          </p:stCondLst>
                                        </p:cTn>
                                        <p:tgtEl>
                                          <p:spTgt spid="168979"/>
                                        </p:tgtEl>
                                        <p:attrNameLst>
                                          <p:attrName>style.visibility</p:attrName>
                                        </p:attrNameLst>
                                      </p:cBhvr>
                                      <p:to>
                                        <p:strVal val="visible"/>
                                      </p:to>
                                    </p:set>
                                    <p:anim to="" calcmode="lin" valueType="num">
                                      <p:cBhvr>
                                        <p:cTn id="41" dur="1" fill="hold"/>
                                        <p:tgtEl>
                                          <p:spTgt spid="168979"/>
                                        </p:tgtEl>
                                        <p:attrNameLst>
                                          <p:attrName/>
                                        </p:attrNameLst>
                                      </p:cBhvr>
                                    </p:anim>
                                  </p:childTnLst>
                                </p:cTn>
                              </p:par>
                              <p:par>
                                <p:cTn id="42" presetID="24" presetClass="entr" presetSubtype="0" fill="hold" grpId="0" nodeType="withEffect">
                                  <p:stCondLst>
                                    <p:cond delay="0"/>
                                  </p:stCondLst>
                                  <p:childTnLst>
                                    <p:set>
                                      <p:cBhvr>
                                        <p:cTn id="43" dur="1" fill="hold">
                                          <p:stCondLst>
                                            <p:cond delay="0"/>
                                          </p:stCondLst>
                                        </p:cTn>
                                        <p:tgtEl>
                                          <p:spTgt spid="168972"/>
                                        </p:tgtEl>
                                        <p:attrNameLst>
                                          <p:attrName>style.visibility</p:attrName>
                                        </p:attrNameLst>
                                      </p:cBhvr>
                                      <p:to>
                                        <p:strVal val="visible"/>
                                      </p:to>
                                    </p:set>
                                    <p:anim to="" calcmode="lin" valueType="num">
                                      <p:cBhvr>
                                        <p:cTn id="44" dur="1" fill="hold"/>
                                        <p:tgtEl>
                                          <p:spTgt spid="168972"/>
                                        </p:tgtEl>
                                        <p:attrNameLst>
                                          <p:attrName/>
                                        </p:attrNameLst>
                                      </p:cBhvr>
                                    </p:anim>
                                  </p:childTnLst>
                                </p:cTn>
                              </p:par>
                              <p:par>
                                <p:cTn id="45" presetID="24" presetClass="entr" presetSubtype="0" fill="hold" grpId="0" nodeType="withEffect">
                                  <p:stCondLst>
                                    <p:cond delay="0"/>
                                  </p:stCondLst>
                                  <p:childTnLst>
                                    <p:set>
                                      <p:cBhvr>
                                        <p:cTn id="46" dur="1" fill="hold">
                                          <p:stCondLst>
                                            <p:cond delay="0"/>
                                          </p:stCondLst>
                                        </p:cTn>
                                        <p:tgtEl>
                                          <p:spTgt spid="168971"/>
                                        </p:tgtEl>
                                        <p:attrNameLst>
                                          <p:attrName>style.visibility</p:attrName>
                                        </p:attrNameLst>
                                      </p:cBhvr>
                                      <p:to>
                                        <p:strVal val="visible"/>
                                      </p:to>
                                    </p:set>
                                    <p:anim to="" calcmode="lin" valueType="num">
                                      <p:cBhvr>
                                        <p:cTn id="47" dur="1" fill="hold"/>
                                        <p:tgtEl>
                                          <p:spTgt spid="168971"/>
                                        </p:tgtEl>
                                        <p:attrNameLst>
                                          <p:attrName/>
                                        </p:attrNameLst>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 to="" calcmode="lin" valueType="num">
                                      <p:cBhvr>
                                        <p:cTn id="52" dur="1" fill="hold"/>
                                        <p:tgtEl>
                                          <p:spTgt spid="2"/>
                                        </p:tgtEl>
                                        <p:attrNameLst>
                                          <p:attrName/>
                                        </p:attrNameLst>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 to="" calcmode="lin" valueType="num">
                                      <p:cBhvr>
                                        <p:cTn id="57" dur="1" fill="hold"/>
                                        <p:tgtEl>
                                          <p:spTgt spid="3"/>
                                        </p:tgtEl>
                                        <p:attrNameLst>
                                          <p:attrName/>
                                        </p:attrNameLst>
                                      </p:cBhvr>
                                    </p:anim>
                                  </p:childTnLst>
                                </p:cTn>
                              </p:par>
                            </p:childTnLst>
                          </p:cTn>
                        </p:par>
                      </p:childTnLst>
                    </p:cTn>
                  </p:par>
                  <p:par>
                    <p:cTn id="58" fill="hold">
                      <p:stCondLst>
                        <p:cond delay="indefinite"/>
                      </p:stCondLst>
                      <p:childTnLst>
                        <p:par>
                          <p:cTn id="59" fill="hold">
                            <p:stCondLst>
                              <p:cond delay="0"/>
                            </p:stCondLst>
                            <p:childTnLst>
                              <p:par>
                                <p:cTn id="60" presetID="24" presetClass="entr" presetSubtype="0"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 to="" calcmode="lin" valueType="num">
                                      <p:cBhvr>
                                        <p:cTn id="62"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6" grpId="0"/>
      <p:bldP spid="168967" grpId="0"/>
      <p:bldP spid="168968" grpId="0"/>
      <p:bldP spid="168969" grpId="0"/>
      <p:bldP spid="168970" grpId="0"/>
      <p:bldP spid="168971" grpId="0"/>
      <p:bldP spid="168972" grpId="0"/>
      <p:bldP spid="168973" grpId="0"/>
      <p:bldP spid="168974" grpId="0"/>
      <p:bldP spid="168977" grpId="0"/>
      <p:bldP spid="168978" grpId="0"/>
      <p:bldP spid="168979" grpId="0"/>
      <p:bldP spid="168980" grpId="0"/>
      <p:bldP spid="2" grpId="0"/>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184ADE16-6EA5-1A14-CFE6-D135A9CFF0A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26D39C7-6F83-4114-BB9A-271A09CBA561}" type="slidenum">
              <a:rPr kumimoji="0" lang="en-GB" altLang="en-US" sz="1400" b="0" i="0" u="none" strike="noStrike" kern="1200" cap="none" spc="0" normalizeH="0" baseline="0" noProof="0" smtClean="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sp>
        <p:nvSpPr>
          <p:cNvPr id="20483" name="Rectangle 3">
            <a:extLst>
              <a:ext uri="{FF2B5EF4-FFF2-40B4-BE49-F238E27FC236}">
                <a16:creationId xmlns:a16="http://schemas.microsoft.com/office/drawing/2014/main" id="{DCF5CDF5-06AE-0DBB-C8D3-9DB6F3C0A4C4}"/>
              </a:ext>
            </a:extLst>
          </p:cNvPr>
          <p:cNvSpPr>
            <a:spLocks noGrp="1" noChangeArrowheads="1"/>
          </p:cNvSpPr>
          <p:nvPr>
            <p:ph type="title"/>
          </p:nvPr>
        </p:nvSpPr>
        <p:spPr/>
        <p:txBody>
          <a:bodyPr/>
          <a:lstStyle/>
          <a:p>
            <a:pPr eaLnBrk="1" hangingPunct="1"/>
            <a:r>
              <a:rPr lang="en-GB" altLang="en-US">
                <a:solidFill>
                  <a:srgbClr val="014359"/>
                </a:solidFill>
              </a:rPr>
              <a:t>What is Intelligence?</a:t>
            </a:r>
          </a:p>
        </p:txBody>
      </p:sp>
      <p:pic>
        <p:nvPicPr>
          <p:cNvPr id="161805" name="Picture 13">
            <a:extLst>
              <a:ext uri="{FF2B5EF4-FFF2-40B4-BE49-F238E27FC236}">
                <a16:creationId xmlns:a16="http://schemas.microsoft.com/office/drawing/2014/main" id="{C71AA4D9-080A-1CCF-AD6B-A6D53ACA2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725" y="1900238"/>
            <a:ext cx="3084513" cy="359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1818" name="Picture 26">
            <a:extLst>
              <a:ext uri="{FF2B5EF4-FFF2-40B4-BE49-F238E27FC236}">
                <a16:creationId xmlns:a16="http://schemas.microsoft.com/office/drawing/2014/main" id="{865498FC-8E0B-98AE-F56C-82913EFEE3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8" y="1898650"/>
            <a:ext cx="136525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6" name="Picture 27">
            <a:extLst>
              <a:ext uri="{FF2B5EF4-FFF2-40B4-BE49-F238E27FC236}">
                <a16:creationId xmlns:a16="http://schemas.microsoft.com/office/drawing/2014/main" id="{FC392311-4602-B108-5786-98502C7654CD}"/>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r="1260"/>
          <a:stretch>
            <a:fillRect/>
          </a:stretch>
        </p:blipFill>
        <p:spPr bwMode="auto">
          <a:xfrm>
            <a:off x="3349625" y="2619375"/>
            <a:ext cx="23018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8" name="Picture 8" descr="Chat Icon">
            <a:extLst>
              <a:ext uri="{FF2B5EF4-FFF2-40B4-BE49-F238E27FC236}">
                <a16:creationId xmlns:a16="http://schemas.microsoft.com/office/drawing/2014/main" id="{2E32AEF0-494E-49CF-4336-7F7A727BF1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8024" t="19217" r="27168" b="19107"/>
          <a:stretch>
            <a:fillRect/>
          </a:stretch>
        </p:blipFill>
        <p:spPr bwMode="auto">
          <a:xfrm>
            <a:off x="385763" y="3994150"/>
            <a:ext cx="17557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D391F4F0-0CAB-A335-60BB-E63D94FDF2E7}"/>
              </a:ext>
            </a:extLst>
          </p:cNvPr>
          <p:cNvSpPr txBox="1">
            <a:spLocks noChangeArrowheads="1"/>
          </p:cNvSpPr>
          <p:nvPr/>
        </p:nvSpPr>
        <p:spPr bwMode="auto">
          <a:xfrm>
            <a:off x="431800" y="630872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200" b="0" i="0" u="none" strike="noStrike" kern="1200" cap="none" spc="0" normalizeH="0" baseline="0" noProof="0">
                <a:ln>
                  <a:noFill/>
                </a:ln>
                <a:solidFill>
                  <a:srgbClr val="323D43"/>
                </a:solidFill>
                <a:effectLst/>
                <a:uLnTx/>
                <a:uFillTx/>
                <a:latin typeface="Lucida Sans" panose="020B0602030504020204" pitchFamily="34" charset="0"/>
                <a:ea typeface="ＭＳ Ｐゴシック" panose="020B0600070205080204" pitchFamily="34" charset="-128"/>
                <a:cs typeface="+mn-cs"/>
              </a:rPr>
              <a:t>Practical performance</a:t>
            </a:r>
            <a:endParaRPr kumimoji="0" lang="en-US" altLang="en-US" sz="1200" b="0" i="0" u="none" strike="noStrike" kern="1200" cap="none" spc="0" normalizeH="0" baseline="0" noProof="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p:txBody>
      </p:sp>
      <p:sp>
        <p:nvSpPr>
          <p:cNvPr id="3" name="TextBox 2">
            <a:extLst>
              <a:ext uri="{FF2B5EF4-FFF2-40B4-BE49-F238E27FC236}">
                <a16:creationId xmlns:a16="http://schemas.microsoft.com/office/drawing/2014/main" id="{9BF4F02F-263E-AE88-0D0E-D4A31C79E0FE}"/>
              </a:ext>
            </a:extLst>
          </p:cNvPr>
          <p:cNvSpPr txBox="1">
            <a:spLocks noChangeArrowheads="1"/>
          </p:cNvSpPr>
          <p:nvPr/>
        </p:nvSpPr>
        <p:spPr bwMode="auto">
          <a:xfrm>
            <a:off x="6315075" y="6170613"/>
            <a:ext cx="1593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Lucida Sans" panose="020B0602030504020204" pitchFamily="34" charset="0"/>
                <a:ea typeface="ＭＳ Ｐゴシック" panose="020B0600070205080204" pitchFamily="34" charset="-128"/>
              </a:defRPr>
            </a:lvl1pPr>
            <a:lvl2pPr marL="742950" indent="-285750">
              <a:defRPr sz="1200">
                <a:solidFill>
                  <a:schemeClr val="tx1"/>
                </a:solidFill>
                <a:latin typeface="Lucida Sans" panose="020B0602030504020204" pitchFamily="34" charset="0"/>
                <a:ea typeface="ＭＳ Ｐゴシック" panose="020B0600070205080204" pitchFamily="34" charset="-128"/>
              </a:defRPr>
            </a:lvl2pPr>
            <a:lvl3pPr marL="1143000" indent="-228600">
              <a:defRPr sz="1200">
                <a:solidFill>
                  <a:schemeClr val="tx1"/>
                </a:solidFill>
                <a:latin typeface="Lucida Sans" panose="020B0602030504020204" pitchFamily="34" charset="0"/>
                <a:ea typeface="ＭＳ Ｐゴシック" panose="020B0600070205080204" pitchFamily="34" charset="-128"/>
              </a:defRPr>
            </a:lvl3pPr>
            <a:lvl4pPr marL="1600200" indent="-228600">
              <a:defRPr sz="1200">
                <a:solidFill>
                  <a:schemeClr val="tx1"/>
                </a:solidFill>
                <a:latin typeface="Lucida Sans" panose="020B0602030504020204" pitchFamily="34" charset="0"/>
                <a:ea typeface="ＭＳ Ｐゴシック" panose="020B0600070205080204" pitchFamily="34" charset="-128"/>
              </a:defRPr>
            </a:lvl4pPr>
            <a:lvl5pPr marL="2057400" indent="-228600">
              <a:defRPr sz="1200">
                <a:solidFill>
                  <a:schemeClr val="tx1"/>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1200">
                <a:solidFill>
                  <a:schemeClr val="tx1"/>
                </a:solidFill>
                <a:latin typeface="Lucida Sans" panose="020B0602030504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200" b="0" i="0" u="none" strike="noStrike" kern="1200" cap="none" spc="0" normalizeH="0" baseline="0" noProof="0">
                <a:ln>
                  <a:noFill/>
                </a:ln>
                <a:solidFill>
                  <a:srgbClr val="323D43"/>
                </a:solidFill>
                <a:effectLst/>
                <a:uLnTx/>
                <a:uFillTx/>
                <a:latin typeface="Lucida Sans" panose="020B0602030504020204" pitchFamily="34" charset="0"/>
                <a:ea typeface="ＭＳ Ｐゴシック" panose="020B0600070205080204" pitchFamily="34" charset="-128"/>
                <a:cs typeface="+mn-cs"/>
              </a:rPr>
              <a:t>Abstract reasoning</a:t>
            </a:r>
            <a:endParaRPr kumimoji="0" lang="en-US" altLang="en-US" sz="1200" b="0" i="0" u="none" strike="noStrike" kern="1200" cap="none" spc="0" normalizeH="0" baseline="0" noProof="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18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618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FFA9059-FBA9-73B1-C4EB-DDE39858FA96}"/>
              </a:ext>
            </a:extLst>
          </p:cNvPr>
          <p:cNvSpPr>
            <a:spLocks noGrp="1" noChangeArrowheads="1"/>
          </p:cNvSpPr>
          <p:nvPr>
            <p:ph type="title"/>
          </p:nvPr>
        </p:nvSpPr>
        <p:spPr/>
        <p:txBody>
          <a:bodyPr/>
          <a:lstStyle/>
          <a:p>
            <a:r>
              <a:rPr lang="en-GB" altLang="en-US"/>
              <a:t>What is AI? </a:t>
            </a:r>
            <a:r>
              <a:rPr lang="en-GB" altLang="en-US" sz="2800"/>
              <a:t>(c.f. </a:t>
            </a:r>
            <a:r>
              <a:rPr lang="en-GB" altLang="en-US" sz="2800">
                <a:hlinkClick r:id="rId2"/>
              </a:rPr>
              <a:t>Aaron Sloman</a:t>
            </a:r>
            <a:r>
              <a:rPr lang="en-GB" altLang="en-US" sz="2800"/>
              <a:t>)</a:t>
            </a:r>
          </a:p>
        </p:txBody>
      </p:sp>
      <p:sp>
        <p:nvSpPr>
          <p:cNvPr id="32771" name="Content Placeholder 2">
            <a:extLst>
              <a:ext uri="{FF2B5EF4-FFF2-40B4-BE49-F238E27FC236}">
                <a16:creationId xmlns:a16="http://schemas.microsoft.com/office/drawing/2014/main" id="{7F6690CB-C209-641C-97EE-C13CC35C333F}"/>
              </a:ext>
            </a:extLst>
          </p:cNvPr>
          <p:cNvSpPr>
            <a:spLocks noGrp="1" noChangeArrowheads="1"/>
          </p:cNvSpPr>
          <p:nvPr>
            <p:ph idx="1"/>
          </p:nvPr>
        </p:nvSpPr>
        <p:spPr/>
        <p:txBody>
          <a:bodyPr/>
          <a:lstStyle/>
          <a:p>
            <a:r>
              <a:rPr lang="en-GB" altLang="en-US"/>
              <a:t>Is AI getting machines to behave like the ones in the movies?</a:t>
            </a:r>
          </a:p>
          <a:p>
            <a:r>
              <a:rPr lang="en-GB" altLang="en-US"/>
              <a:t>Including having emotions? Including human-like robots?</a:t>
            </a:r>
          </a:p>
          <a:p>
            <a:r>
              <a:rPr lang="en-GB" altLang="en-US"/>
              <a:t>Is AI</a:t>
            </a:r>
          </a:p>
          <a:p>
            <a:pPr lvl="1"/>
            <a:r>
              <a:rPr lang="en-GB" altLang="en-US"/>
              <a:t>engineering? science? technology?</a:t>
            </a:r>
          </a:p>
          <a:p>
            <a:pPr lvl="1"/>
            <a:r>
              <a:rPr lang="en-GB" altLang="en-US"/>
              <a:t>psychology? philosophy? entertainment?</a:t>
            </a:r>
          </a:p>
          <a:p>
            <a:r>
              <a:rPr lang="en-GB" altLang="en-US"/>
              <a:t>All of the above</a:t>
            </a:r>
          </a:p>
          <a:p>
            <a:endParaRPr lang="en-GB"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D637FA53-9D04-AF87-7381-E711692792BE}"/>
              </a:ext>
            </a:extLst>
          </p:cNvPr>
          <p:cNvSpPr>
            <a:spLocks noGrp="1" noChangeArrowheads="1"/>
          </p:cNvSpPr>
          <p:nvPr>
            <p:ph type="title"/>
          </p:nvPr>
        </p:nvSpPr>
        <p:spPr>
          <a:xfrm>
            <a:off x="457200" y="273050"/>
            <a:ext cx="3008313" cy="1162050"/>
          </a:xfrm>
        </p:spPr>
        <p:txBody>
          <a:bodyPr wrap="square" anchor="b">
            <a:normAutofit/>
          </a:bodyPr>
          <a:lstStyle/>
          <a:p>
            <a:r>
              <a:rPr lang="en-GB" altLang="en-US" sz="1900"/>
              <a:t>AI is a (relatively) new approach to some very old questions: </a:t>
            </a:r>
          </a:p>
        </p:txBody>
      </p:sp>
      <p:sp>
        <p:nvSpPr>
          <p:cNvPr id="33801" name="Text Placeholder 3">
            <a:extLst>
              <a:ext uri="{FF2B5EF4-FFF2-40B4-BE49-F238E27FC236}">
                <a16:creationId xmlns:a16="http://schemas.microsoft.com/office/drawing/2014/main" id="{9AAC3D40-7EA2-F0D6-B37F-A187F54C7738}"/>
              </a:ext>
            </a:extLst>
          </p:cNvPr>
          <p:cNvSpPr>
            <a:spLocks noGrp="1"/>
          </p:cNvSpPr>
          <p:nvPr>
            <p:ph type="body" sz="half" idx="2"/>
          </p:nvPr>
        </p:nvSpPr>
        <p:spPr>
          <a:xfrm>
            <a:off x="457200" y="1435100"/>
            <a:ext cx="3008313" cy="4691063"/>
          </a:xfrm>
        </p:spPr>
        <p:txBody>
          <a:bodyPr/>
          <a:lstStyle/>
          <a:p>
            <a:endParaRPr lang="en-US"/>
          </a:p>
        </p:txBody>
      </p:sp>
      <p:sp>
        <p:nvSpPr>
          <p:cNvPr id="33803" name="Slide Number Placeholder 4">
            <a:extLst>
              <a:ext uri="{FF2B5EF4-FFF2-40B4-BE49-F238E27FC236}">
                <a16:creationId xmlns:a16="http://schemas.microsoft.com/office/drawing/2014/main" id="{67CE1942-FC46-E875-6B5C-465B11DBBA70}"/>
              </a:ext>
            </a:extLst>
          </p:cNvPr>
          <p:cNvSpPr>
            <a:spLocks noGrp="1"/>
          </p:cNvSpPr>
          <p:nvPr>
            <p:ph type="sldNum" sz="quarter" idx="12"/>
          </p:nvPr>
        </p:nvSpPr>
        <p:spPr>
          <a:xfrm>
            <a:off x="6877050" y="6308725"/>
            <a:ext cx="1905000" cy="457200"/>
          </a:xfrm>
        </p:spPr>
        <p:txBody>
          <a:bodyPr/>
          <a:lstStyle/>
          <a:p>
            <a:pPr marL="0" marR="0" lvl="0" indent="0" algn="r" defTabSz="914400" rtl="0" eaLnBrk="0" fontAlgn="base" latinLnBrk="0" hangingPunct="0">
              <a:lnSpc>
                <a:spcPct val="100000"/>
              </a:lnSpc>
              <a:spcBef>
                <a:spcPct val="0"/>
              </a:spcBef>
              <a:spcAft>
                <a:spcPts val="600"/>
              </a:spcAft>
              <a:buClrTx/>
              <a:buSzTx/>
              <a:buFontTx/>
              <a:buNone/>
              <a:tabLst/>
              <a:defRPr/>
            </a:pPr>
            <a:fld id="{779BB928-253E-47C4-BF6E-AA3B8A90E5A0}" type="slidenum">
              <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ts val="600"/>
                </a:spcAft>
                <a:buClrTx/>
                <a:buSzTx/>
                <a:buFontTx/>
                <a:buNone/>
                <a:tabLst/>
                <a:defRPr/>
              </a:pPr>
              <a:t>23</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graphicFrame>
        <p:nvGraphicFramePr>
          <p:cNvPr id="33797" name="Content Placeholder 2">
            <a:extLst>
              <a:ext uri="{FF2B5EF4-FFF2-40B4-BE49-F238E27FC236}">
                <a16:creationId xmlns:a16="http://schemas.microsoft.com/office/drawing/2014/main" id="{596DBE41-8E08-2B89-F1C2-1E2D8F6C95AD}"/>
              </a:ext>
            </a:extLst>
          </p:cNvPr>
          <p:cNvGraphicFramePr>
            <a:graphicFrameLocks noGrp="1"/>
          </p:cNvGraphicFramePr>
          <p:nvPr>
            <p:ph idx="1"/>
          </p:nvPr>
        </p:nvGraphicFramePr>
        <p:xfrm>
          <a:off x="3575050" y="27305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842C71E7-6AFB-7212-2ACC-9EC3F5DE36B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8FAEDFA-D018-4D12-9B8C-0B4CB0B0DE9C}" type="slidenum">
              <a:rPr kumimoji="0" lang="en-GB" altLang="en-US" sz="1400" b="0" i="0" u="none" strike="noStrike" kern="1200" cap="none" spc="0" normalizeH="0" baseline="0" noProof="0" smtClean="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pic>
        <p:nvPicPr>
          <p:cNvPr id="34819" name="Picture 2" descr="electronics">
            <a:extLst>
              <a:ext uri="{FF2B5EF4-FFF2-40B4-BE49-F238E27FC236}">
                <a16:creationId xmlns:a16="http://schemas.microsoft.com/office/drawing/2014/main" id="{F8DDDA7F-CA79-700D-D645-4BFC1D3FD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260350"/>
            <a:ext cx="21669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3">
            <a:extLst>
              <a:ext uri="{FF2B5EF4-FFF2-40B4-BE49-F238E27FC236}">
                <a16:creationId xmlns:a16="http://schemas.microsoft.com/office/drawing/2014/main" id="{5AB87F67-8E64-238D-38C4-FA2B627DB5A3}"/>
              </a:ext>
            </a:extLst>
          </p:cNvPr>
          <p:cNvSpPr>
            <a:spLocks noGrp="1" noChangeArrowheads="1"/>
          </p:cNvSpPr>
          <p:nvPr>
            <p:ph type="title"/>
          </p:nvPr>
        </p:nvSpPr>
        <p:spPr/>
        <p:txBody>
          <a:bodyPr/>
          <a:lstStyle/>
          <a:p>
            <a:pPr eaLnBrk="1" hangingPunct="1"/>
            <a:r>
              <a:rPr lang="en-GB" altLang="en-US"/>
              <a:t>Interdisciplinary AI</a:t>
            </a:r>
          </a:p>
        </p:txBody>
      </p:sp>
      <p:sp>
        <p:nvSpPr>
          <p:cNvPr id="34821" name="Text Box 4">
            <a:extLst>
              <a:ext uri="{FF2B5EF4-FFF2-40B4-BE49-F238E27FC236}">
                <a16:creationId xmlns:a16="http://schemas.microsoft.com/office/drawing/2014/main" id="{AC7A3348-3069-1755-EFE2-51B1B7C094E6}"/>
              </a:ext>
            </a:extLst>
          </p:cNvPr>
          <p:cNvSpPr txBox="1">
            <a:spLocks noChangeArrowheads="1"/>
          </p:cNvSpPr>
          <p:nvPr/>
        </p:nvSpPr>
        <p:spPr bwMode="auto">
          <a:xfrm>
            <a:off x="3652838" y="3384550"/>
            <a:ext cx="996950"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40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A.I.</a:t>
            </a:r>
          </a:p>
        </p:txBody>
      </p:sp>
      <p:sp>
        <p:nvSpPr>
          <p:cNvPr id="180229" name="Text Box 5">
            <a:extLst>
              <a:ext uri="{FF2B5EF4-FFF2-40B4-BE49-F238E27FC236}">
                <a16:creationId xmlns:a16="http://schemas.microsoft.com/office/drawing/2014/main" id="{D37DC581-E5F7-2E81-30FB-34A6DD71284D}"/>
              </a:ext>
            </a:extLst>
          </p:cNvPr>
          <p:cNvSpPr txBox="1">
            <a:spLocks noChangeArrowheads="1"/>
          </p:cNvSpPr>
          <p:nvPr/>
        </p:nvSpPr>
        <p:spPr bwMode="auto">
          <a:xfrm>
            <a:off x="1182688" y="2124075"/>
            <a:ext cx="11969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Biology</a:t>
            </a:r>
          </a:p>
        </p:txBody>
      </p:sp>
      <p:sp>
        <p:nvSpPr>
          <p:cNvPr id="180230" name="Text Box 6">
            <a:extLst>
              <a:ext uri="{FF2B5EF4-FFF2-40B4-BE49-F238E27FC236}">
                <a16:creationId xmlns:a16="http://schemas.microsoft.com/office/drawing/2014/main" id="{764D78D9-4ECF-4205-F266-296E51F18EFE}"/>
              </a:ext>
            </a:extLst>
          </p:cNvPr>
          <p:cNvSpPr txBox="1">
            <a:spLocks noChangeArrowheads="1"/>
          </p:cNvSpPr>
          <p:nvPr/>
        </p:nvSpPr>
        <p:spPr bwMode="auto">
          <a:xfrm>
            <a:off x="1970088" y="2889250"/>
            <a:ext cx="16922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Psychology</a:t>
            </a:r>
          </a:p>
        </p:txBody>
      </p:sp>
      <p:sp>
        <p:nvSpPr>
          <p:cNvPr id="180231" name="Text Box 7">
            <a:extLst>
              <a:ext uri="{FF2B5EF4-FFF2-40B4-BE49-F238E27FC236}">
                <a16:creationId xmlns:a16="http://schemas.microsoft.com/office/drawing/2014/main" id="{924627A1-CEEA-6362-B70B-3464A3FDECA3}"/>
              </a:ext>
            </a:extLst>
          </p:cNvPr>
          <p:cNvSpPr txBox="1">
            <a:spLocks noChangeArrowheads="1"/>
          </p:cNvSpPr>
          <p:nvPr/>
        </p:nvSpPr>
        <p:spPr bwMode="auto">
          <a:xfrm>
            <a:off x="3830638" y="2708275"/>
            <a:ext cx="2001837"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Neuroscience</a:t>
            </a:r>
          </a:p>
        </p:txBody>
      </p:sp>
      <p:sp>
        <p:nvSpPr>
          <p:cNvPr id="180232" name="Text Box 8">
            <a:extLst>
              <a:ext uri="{FF2B5EF4-FFF2-40B4-BE49-F238E27FC236}">
                <a16:creationId xmlns:a16="http://schemas.microsoft.com/office/drawing/2014/main" id="{34DCD09B-7BBE-4BF9-8454-CE23199D1B50}"/>
              </a:ext>
            </a:extLst>
          </p:cNvPr>
          <p:cNvSpPr txBox="1">
            <a:spLocks noChangeArrowheads="1"/>
          </p:cNvSpPr>
          <p:nvPr/>
        </p:nvSpPr>
        <p:spPr bwMode="auto">
          <a:xfrm>
            <a:off x="5921375" y="5499100"/>
            <a:ext cx="915988"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Logic</a:t>
            </a:r>
          </a:p>
        </p:txBody>
      </p:sp>
      <p:sp>
        <p:nvSpPr>
          <p:cNvPr id="180233" name="Text Box 9">
            <a:extLst>
              <a:ext uri="{FF2B5EF4-FFF2-40B4-BE49-F238E27FC236}">
                <a16:creationId xmlns:a16="http://schemas.microsoft.com/office/drawing/2014/main" id="{08F68944-1196-7CA9-DBBD-8487741D1FAC}"/>
              </a:ext>
            </a:extLst>
          </p:cNvPr>
          <p:cNvSpPr txBox="1">
            <a:spLocks noChangeArrowheads="1"/>
          </p:cNvSpPr>
          <p:nvPr/>
        </p:nvSpPr>
        <p:spPr bwMode="auto">
          <a:xfrm>
            <a:off x="6257925" y="3203575"/>
            <a:ext cx="19367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Mathematics</a:t>
            </a:r>
          </a:p>
        </p:txBody>
      </p:sp>
      <p:sp>
        <p:nvSpPr>
          <p:cNvPr id="180234" name="Text Box 10">
            <a:extLst>
              <a:ext uri="{FF2B5EF4-FFF2-40B4-BE49-F238E27FC236}">
                <a16:creationId xmlns:a16="http://schemas.microsoft.com/office/drawing/2014/main" id="{8429F6A0-86FA-8E01-FEE2-46E73F2D373B}"/>
              </a:ext>
            </a:extLst>
          </p:cNvPr>
          <p:cNvSpPr txBox="1">
            <a:spLocks noChangeArrowheads="1"/>
          </p:cNvSpPr>
          <p:nvPr/>
        </p:nvSpPr>
        <p:spPr bwMode="auto">
          <a:xfrm>
            <a:off x="5286375" y="3833813"/>
            <a:ext cx="2624138"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Computer Science</a:t>
            </a:r>
          </a:p>
        </p:txBody>
      </p:sp>
      <p:sp>
        <p:nvSpPr>
          <p:cNvPr id="180235" name="Text Box 11">
            <a:extLst>
              <a:ext uri="{FF2B5EF4-FFF2-40B4-BE49-F238E27FC236}">
                <a16:creationId xmlns:a16="http://schemas.microsoft.com/office/drawing/2014/main" id="{F52F763E-02B9-E92C-E099-40DC1E1A62DE}"/>
              </a:ext>
            </a:extLst>
          </p:cNvPr>
          <p:cNvSpPr txBox="1">
            <a:spLocks noChangeArrowheads="1"/>
          </p:cNvSpPr>
          <p:nvPr/>
        </p:nvSpPr>
        <p:spPr bwMode="auto">
          <a:xfrm>
            <a:off x="5562600" y="4778375"/>
            <a:ext cx="16891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Philosophy</a:t>
            </a:r>
          </a:p>
        </p:txBody>
      </p:sp>
      <p:sp>
        <p:nvSpPr>
          <p:cNvPr id="180236" name="Text Box 12">
            <a:extLst>
              <a:ext uri="{FF2B5EF4-FFF2-40B4-BE49-F238E27FC236}">
                <a16:creationId xmlns:a16="http://schemas.microsoft.com/office/drawing/2014/main" id="{FBF3258C-A233-4DFE-4A6C-9A72C4D6EE21}"/>
              </a:ext>
            </a:extLst>
          </p:cNvPr>
          <p:cNvSpPr txBox="1">
            <a:spLocks noChangeArrowheads="1"/>
          </p:cNvSpPr>
          <p:nvPr/>
        </p:nvSpPr>
        <p:spPr bwMode="auto">
          <a:xfrm>
            <a:off x="5186363" y="2168525"/>
            <a:ext cx="16510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Linguistics</a:t>
            </a:r>
          </a:p>
        </p:txBody>
      </p:sp>
      <p:sp>
        <p:nvSpPr>
          <p:cNvPr id="180237" name="Text Box 13">
            <a:extLst>
              <a:ext uri="{FF2B5EF4-FFF2-40B4-BE49-F238E27FC236}">
                <a16:creationId xmlns:a16="http://schemas.microsoft.com/office/drawing/2014/main" id="{EB0C12B8-0B2A-0AA5-A09E-70DE2B8D4393}"/>
              </a:ext>
            </a:extLst>
          </p:cNvPr>
          <p:cNvSpPr txBox="1">
            <a:spLocks noChangeArrowheads="1"/>
          </p:cNvSpPr>
          <p:nvPr/>
        </p:nvSpPr>
        <p:spPr bwMode="auto">
          <a:xfrm>
            <a:off x="3071813" y="5178425"/>
            <a:ext cx="1830387"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Engineering</a:t>
            </a:r>
          </a:p>
        </p:txBody>
      </p:sp>
      <p:sp>
        <p:nvSpPr>
          <p:cNvPr id="180238" name="Text Box 14">
            <a:extLst>
              <a:ext uri="{FF2B5EF4-FFF2-40B4-BE49-F238E27FC236}">
                <a16:creationId xmlns:a16="http://schemas.microsoft.com/office/drawing/2014/main" id="{72927FEC-9BD4-1D65-6D6D-2ACB0A8CD271}"/>
              </a:ext>
            </a:extLst>
          </p:cNvPr>
          <p:cNvSpPr txBox="1">
            <a:spLocks noChangeArrowheads="1"/>
          </p:cNvSpPr>
          <p:nvPr/>
        </p:nvSpPr>
        <p:spPr bwMode="auto">
          <a:xfrm>
            <a:off x="1774825" y="4149725"/>
            <a:ext cx="1363663"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Robotics</a:t>
            </a:r>
          </a:p>
        </p:txBody>
      </p:sp>
      <p:sp>
        <p:nvSpPr>
          <p:cNvPr id="180239" name="Text Box 15">
            <a:extLst>
              <a:ext uri="{FF2B5EF4-FFF2-40B4-BE49-F238E27FC236}">
                <a16:creationId xmlns:a16="http://schemas.microsoft.com/office/drawing/2014/main" id="{8F9D6E17-B9BA-8628-34B9-83EED3375EA4}"/>
              </a:ext>
            </a:extLst>
          </p:cNvPr>
          <p:cNvSpPr txBox="1">
            <a:spLocks noChangeArrowheads="1"/>
          </p:cNvSpPr>
          <p:nvPr/>
        </p:nvSpPr>
        <p:spPr bwMode="auto">
          <a:xfrm>
            <a:off x="6570663" y="1673225"/>
            <a:ext cx="61912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Art</a:t>
            </a:r>
          </a:p>
        </p:txBody>
      </p:sp>
      <p:sp>
        <p:nvSpPr>
          <p:cNvPr id="180240" name="Text Box 16">
            <a:extLst>
              <a:ext uri="{FF2B5EF4-FFF2-40B4-BE49-F238E27FC236}">
                <a16:creationId xmlns:a16="http://schemas.microsoft.com/office/drawing/2014/main" id="{92D1F5B7-E98A-A47E-6580-44C9C80BF110}"/>
              </a:ext>
            </a:extLst>
          </p:cNvPr>
          <p:cNvSpPr txBox="1">
            <a:spLocks noChangeArrowheads="1"/>
          </p:cNvSpPr>
          <p:nvPr/>
        </p:nvSpPr>
        <p:spPr bwMode="auto">
          <a:xfrm>
            <a:off x="7316788" y="1989138"/>
            <a:ext cx="100012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Music</a:t>
            </a:r>
          </a:p>
        </p:txBody>
      </p:sp>
      <p:sp>
        <p:nvSpPr>
          <p:cNvPr id="180241" name="Text Box 17">
            <a:extLst>
              <a:ext uri="{FF2B5EF4-FFF2-40B4-BE49-F238E27FC236}">
                <a16:creationId xmlns:a16="http://schemas.microsoft.com/office/drawing/2014/main" id="{2BD8F515-92E2-5723-E0BB-DAD14E0ED9FE}"/>
              </a:ext>
            </a:extLst>
          </p:cNvPr>
          <p:cNvSpPr txBox="1">
            <a:spLocks noChangeArrowheads="1"/>
          </p:cNvSpPr>
          <p:nvPr/>
        </p:nvSpPr>
        <p:spPr bwMode="auto">
          <a:xfrm>
            <a:off x="7092950" y="2663825"/>
            <a:ext cx="1541463"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Literature</a:t>
            </a:r>
          </a:p>
        </p:txBody>
      </p:sp>
      <p:sp>
        <p:nvSpPr>
          <p:cNvPr id="180242" name="Text Box 18">
            <a:extLst>
              <a:ext uri="{FF2B5EF4-FFF2-40B4-BE49-F238E27FC236}">
                <a16:creationId xmlns:a16="http://schemas.microsoft.com/office/drawing/2014/main" id="{47225C08-58B7-0FE9-EB4D-B7F10307CD64}"/>
              </a:ext>
            </a:extLst>
          </p:cNvPr>
          <p:cNvSpPr txBox="1">
            <a:spLocks noChangeArrowheads="1"/>
          </p:cNvSpPr>
          <p:nvPr/>
        </p:nvSpPr>
        <p:spPr bwMode="auto">
          <a:xfrm>
            <a:off x="3267075" y="4273550"/>
            <a:ext cx="238918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Operations Research</a:t>
            </a:r>
          </a:p>
        </p:txBody>
      </p:sp>
      <p:sp>
        <p:nvSpPr>
          <p:cNvPr id="180243" name="Text Box 19">
            <a:extLst>
              <a:ext uri="{FF2B5EF4-FFF2-40B4-BE49-F238E27FC236}">
                <a16:creationId xmlns:a16="http://schemas.microsoft.com/office/drawing/2014/main" id="{1FE2920F-3CD0-FB29-F2F8-B3E8D03767CD}"/>
              </a:ext>
            </a:extLst>
          </p:cNvPr>
          <p:cNvSpPr txBox="1">
            <a:spLocks noChangeArrowheads="1"/>
          </p:cNvSpPr>
          <p:nvPr/>
        </p:nvSpPr>
        <p:spPr bwMode="auto">
          <a:xfrm>
            <a:off x="2862263" y="1943100"/>
            <a:ext cx="17653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Cybernetics</a:t>
            </a:r>
          </a:p>
        </p:txBody>
      </p:sp>
      <p:sp>
        <p:nvSpPr>
          <p:cNvPr id="180244" name="Text Box 20">
            <a:extLst>
              <a:ext uri="{FF2B5EF4-FFF2-40B4-BE49-F238E27FC236}">
                <a16:creationId xmlns:a16="http://schemas.microsoft.com/office/drawing/2014/main" id="{88A611DD-FF91-8547-5C7B-946452836E17}"/>
              </a:ext>
            </a:extLst>
          </p:cNvPr>
          <p:cNvSpPr txBox="1">
            <a:spLocks noChangeArrowheads="1"/>
          </p:cNvSpPr>
          <p:nvPr/>
        </p:nvSpPr>
        <p:spPr bwMode="auto">
          <a:xfrm>
            <a:off x="1277938" y="3519488"/>
            <a:ext cx="811212"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Alife</a:t>
            </a:r>
          </a:p>
        </p:txBody>
      </p:sp>
      <p:sp>
        <p:nvSpPr>
          <p:cNvPr id="180245" name="Text Box 21">
            <a:extLst>
              <a:ext uri="{FF2B5EF4-FFF2-40B4-BE49-F238E27FC236}">
                <a16:creationId xmlns:a16="http://schemas.microsoft.com/office/drawing/2014/main" id="{4C7F0B70-98A0-B1DB-DCB1-3F49613500EE}"/>
              </a:ext>
            </a:extLst>
          </p:cNvPr>
          <p:cNvSpPr txBox="1">
            <a:spLocks noChangeArrowheads="1"/>
          </p:cNvSpPr>
          <p:nvPr/>
        </p:nvSpPr>
        <p:spPr bwMode="auto">
          <a:xfrm>
            <a:off x="1241425" y="4689475"/>
            <a:ext cx="22352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Control Theory</a:t>
            </a:r>
          </a:p>
        </p:txBody>
      </p:sp>
      <p:sp>
        <p:nvSpPr>
          <p:cNvPr id="180246" name="Text Box 22">
            <a:extLst>
              <a:ext uri="{FF2B5EF4-FFF2-40B4-BE49-F238E27FC236}">
                <a16:creationId xmlns:a16="http://schemas.microsoft.com/office/drawing/2014/main" id="{AE6A5D61-7683-5BB4-2BB5-F45AA5C6584D}"/>
              </a:ext>
            </a:extLst>
          </p:cNvPr>
          <p:cNvSpPr txBox="1">
            <a:spLocks noChangeArrowheads="1"/>
          </p:cNvSpPr>
          <p:nvPr/>
        </p:nvSpPr>
        <p:spPr bwMode="auto">
          <a:xfrm>
            <a:off x="7227888" y="4238625"/>
            <a:ext cx="16573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spAutoFit/>
          </a:bodyPr>
          <a:lstStyle>
            <a:lvl1pPr>
              <a:spcAft>
                <a:spcPct val="70000"/>
              </a:spcAft>
              <a:buChar char="•"/>
              <a:defRPr sz="2400">
                <a:solidFill>
                  <a:schemeClr val="tx1"/>
                </a:solidFill>
                <a:latin typeface="Georgia" panose="02040502050405020303" pitchFamily="18" charset="0"/>
                <a:ea typeface="ＭＳ Ｐゴシック" panose="020B0600070205080204" pitchFamily="34" charset="-128"/>
              </a:defRPr>
            </a:lvl1pPr>
            <a:lvl2pPr marL="742950" indent="-285750">
              <a:lnSpc>
                <a:spcPct val="90000"/>
              </a:lnSpc>
              <a:spcAft>
                <a:spcPct val="50000"/>
              </a:spcAft>
              <a:buChar char="–"/>
              <a:defRPr sz="2400">
                <a:solidFill>
                  <a:schemeClr val="tx1"/>
                </a:solidFill>
                <a:latin typeface="Georgia" panose="02040502050405020303" pitchFamily="18" charset="0"/>
                <a:ea typeface="ＭＳ Ｐゴシック" panose="020B0600070205080204" pitchFamily="34" charset="-128"/>
              </a:defRPr>
            </a:lvl2pPr>
            <a:lvl3pPr marL="11430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3pPr>
            <a:lvl4pPr marL="16002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4pPr>
            <a:lvl5pPr marL="2057400" indent="-228600">
              <a:lnSpc>
                <a:spcPct val="90000"/>
              </a:lnSpc>
              <a:spcBef>
                <a:spcPct val="20000"/>
              </a:spcBef>
              <a:buChar char="»"/>
              <a:defRPr sz="2400">
                <a:solidFill>
                  <a:schemeClr val="tx1"/>
                </a:solidFill>
                <a:latin typeface="Georgia" panose="02040502050405020303" pitchFamily="18" charset="0"/>
                <a:ea typeface="ＭＳ Ｐゴシック" panose="020B0600070205080204" pitchFamily="34" charset="-128"/>
              </a:defRPr>
            </a:lvl5pPr>
            <a:lvl6pPr marL="25146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6pPr>
            <a:lvl7pPr marL="29718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7pPr>
            <a:lvl8pPr marL="34290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8pPr>
            <a:lvl9pPr marL="3886200" indent="-228600" eaLnBrk="0" fontAlgn="base" hangingPunct="0">
              <a:lnSpc>
                <a:spcPct val="90000"/>
              </a:lnSpc>
              <a:spcBef>
                <a:spcPct val="20000"/>
              </a:spcBef>
              <a:spcAft>
                <a:spcPct val="0"/>
              </a:spcAft>
              <a:buChar char="»"/>
              <a:defRPr sz="2400">
                <a:solidFill>
                  <a:schemeClr val="tx1"/>
                </a:solidFill>
                <a:latin typeface="Georgia" panose="02040502050405020303"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GB" altLang="en-US" sz="2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t>Economics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80235"/>
                                        </p:tgtEl>
                                        <p:attrNameLst>
                                          <p:attrName>style.visibility</p:attrName>
                                        </p:attrNameLst>
                                      </p:cBhvr>
                                      <p:to>
                                        <p:strVal val="visible"/>
                                      </p:to>
                                    </p:set>
                                    <p:anim to="" calcmode="lin" valueType="num">
                                      <p:cBhvr>
                                        <p:cTn id="7" dur="1" fill="hold"/>
                                        <p:tgtEl>
                                          <p:spTgt spid="180235"/>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180246"/>
                                        </p:tgtEl>
                                        <p:attrNameLst>
                                          <p:attrName>style.visibility</p:attrName>
                                        </p:attrNameLst>
                                      </p:cBhvr>
                                      <p:to>
                                        <p:strVal val="visible"/>
                                      </p:to>
                                    </p:set>
                                    <p:anim to="" calcmode="lin" valueType="num">
                                      <p:cBhvr>
                                        <p:cTn id="10" dur="1" fill="hold"/>
                                        <p:tgtEl>
                                          <p:spTgt spid="180246"/>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180234"/>
                                        </p:tgtEl>
                                        <p:attrNameLst>
                                          <p:attrName>style.visibility</p:attrName>
                                        </p:attrNameLst>
                                      </p:cBhvr>
                                      <p:to>
                                        <p:strVal val="visible"/>
                                      </p:to>
                                    </p:set>
                                    <p:anim to="" calcmode="lin" valueType="num">
                                      <p:cBhvr>
                                        <p:cTn id="13" dur="1" fill="hold"/>
                                        <p:tgtEl>
                                          <p:spTgt spid="180234"/>
                                        </p:tgtEl>
                                        <p:attrNameLst>
                                          <p:attrName/>
                                        </p:attrNameLst>
                                      </p:cBhvr>
                                    </p:anim>
                                  </p:childTnLst>
                                </p:cTn>
                              </p:par>
                              <p:par>
                                <p:cTn id="14" presetID="24" presetClass="entr" presetSubtype="0" fill="hold" grpId="0" nodeType="withEffect">
                                  <p:stCondLst>
                                    <p:cond delay="0"/>
                                  </p:stCondLst>
                                  <p:childTnLst>
                                    <p:set>
                                      <p:cBhvr>
                                        <p:cTn id="15" dur="1" fill="hold">
                                          <p:stCondLst>
                                            <p:cond delay="0"/>
                                          </p:stCondLst>
                                        </p:cTn>
                                        <p:tgtEl>
                                          <p:spTgt spid="180233"/>
                                        </p:tgtEl>
                                        <p:attrNameLst>
                                          <p:attrName>style.visibility</p:attrName>
                                        </p:attrNameLst>
                                      </p:cBhvr>
                                      <p:to>
                                        <p:strVal val="visible"/>
                                      </p:to>
                                    </p:set>
                                    <p:anim to="" calcmode="lin" valueType="num">
                                      <p:cBhvr>
                                        <p:cTn id="16" dur="1" fill="hold"/>
                                        <p:tgtEl>
                                          <p:spTgt spid="180233"/>
                                        </p:tgtEl>
                                        <p:attrNameLst>
                                          <p:attrName/>
                                        </p:attrNameLst>
                                      </p:cBhvr>
                                    </p:anim>
                                  </p:childTnLst>
                                </p:cTn>
                              </p:par>
                              <p:par>
                                <p:cTn id="17" presetID="24" presetClass="entr" presetSubtype="0" fill="hold" grpId="0" nodeType="withEffect">
                                  <p:stCondLst>
                                    <p:cond delay="0"/>
                                  </p:stCondLst>
                                  <p:childTnLst>
                                    <p:set>
                                      <p:cBhvr>
                                        <p:cTn id="18" dur="1" fill="hold">
                                          <p:stCondLst>
                                            <p:cond delay="0"/>
                                          </p:stCondLst>
                                        </p:cTn>
                                        <p:tgtEl>
                                          <p:spTgt spid="180241"/>
                                        </p:tgtEl>
                                        <p:attrNameLst>
                                          <p:attrName>style.visibility</p:attrName>
                                        </p:attrNameLst>
                                      </p:cBhvr>
                                      <p:to>
                                        <p:strVal val="visible"/>
                                      </p:to>
                                    </p:set>
                                    <p:anim to="" calcmode="lin" valueType="num">
                                      <p:cBhvr>
                                        <p:cTn id="19" dur="1" fill="hold"/>
                                        <p:tgtEl>
                                          <p:spTgt spid="180241"/>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180240"/>
                                        </p:tgtEl>
                                        <p:attrNameLst>
                                          <p:attrName>style.visibility</p:attrName>
                                        </p:attrNameLst>
                                      </p:cBhvr>
                                      <p:to>
                                        <p:strVal val="visible"/>
                                      </p:to>
                                    </p:set>
                                    <p:anim to="" calcmode="lin" valueType="num">
                                      <p:cBhvr>
                                        <p:cTn id="22" dur="1" fill="hold"/>
                                        <p:tgtEl>
                                          <p:spTgt spid="180240"/>
                                        </p:tgtEl>
                                        <p:attrNameLst>
                                          <p:attrName/>
                                        </p:attrNameLst>
                                      </p:cBhvr>
                                    </p:anim>
                                  </p:childTnLst>
                                </p:cTn>
                              </p:par>
                              <p:par>
                                <p:cTn id="23" presetID="24" presetClass="entr" presetSubtype="0" fill="hold" grpId="0" nodeType="withEffect">
                                  <p:stCondLst>
                                    <p:cond delay="0"/>
                                  </p:stCondLst>
                                  <p:childTnLst>
                                    <p:set>
                                      <p:cBhvr>
                                        <p:cTn id="24" dur="1" fill="hold">
                                          <p:stCondLst>
                                            <p:cond delay="0"/>
                                          </p:stCondLst>
                                        </p:cTn>
                                        <p:tgtEl>
                                          <p:spTgt spid="180239"/>
                                        </p:tgtEl>
                                        <p:attrNameLst>
                                          <p:attrName>style.visibility</p:attrName>
                                        </p:attrNameLst>
                                      </p:cBhvr>
                                      <p:to>
                                        <p:strVal val="visible"/>
                                      </p:to>
                                    </p:set>
                                    <p:anim to="" calcmode="lin" valueType="num">
                                      <p:cBhvr>
                                        <p:cTn id="25" dur="1" fill="hold"/>
                                        <p:tgtEl>
                                          <p:spTgt spid="180239"/>
                                        </p:tgtEl>
                                        <p:attrNameLst>
                                          <p:attrName/>
                                        </p:attrNameLst>
                                      </p:cBhvr>
                                    </p:anim>
                                  </p:childTnLst>
                                </p:cTn>
                              </p:par>
                              <p:par>
                                <p:cTn id="26" presetID="24" presetClass="entr" presetSubtype="0" fill="hold" grpId="0" nodeType="withEffect">
                                  <p:stCondLst>
                                    <p:cond delay="0"/>
                                  </p:stCondLst>
                                  <p:childTnLst>
                                    <p:set>
                                      <p:cBhvr>
                                        <p:cTn id="27" dur="1" fill="hold">
                                          <p:stCondLst>
                                            <p:cond delay="0"/>
                                          </p:stCondLst>
                                        </p:cTn>
                                        <p:tgtEl>
                                          <p:spTgt spid="180236"/>
                                        </p:tgtEl>
                                        <p:attrNameLst>
                                          <p:attrName>style.visibility</p:attrName>
                                        </p:attrNameLst>
                                      </p:cBhvr>
                                      <p:to>
                                        <p:strVal val="visible"/>
                                      </p:to>
                                    </p:set>
                                    <p:anim to="" calcmode="lin" valueType="num">
                                      <p:cBhvr>
                                        <p:cTn id="28" dur="1" fill="hold"/>
                                        <p:tgtEl>
                                          <p:spTgt spid="180236"/>
                                        </p:tgtEl>
                                        <p:attrNameLst>
                                          <p:attrName/>
                                        </p:attrNameLst>
                                      </p:cBhvr>
                                    </p:anim>
                                  </p:childTnLst>
                                </p:cTn>
                              </p:par>
                              <p:par>
                                <p:cTn id="29" presetID="24" presetClass="entr" presetSubtype="0" fill="hold" grpId="0" nodeType="withEffect">
                                  <p:stCondLst>
                                    <p:cond delay="0"/>
                                  </p:stCondLst>
                                  <p:childTnLst>
                                    <p:set>
                                      <p:cBhvr>
                                        <p:cTn id="30" dur="1" fill="hold">
                                          <p:stCondLst>
                                            <p:cond delay="0"/>
                                          </p:stCondLst>
                                        </p:cTn>
                                        <p:tgtEl>
                                          <p:spTgt spid="180231"/>
                                        </p:tgtEl>
                                        <p:attrNameLst>
                                          <p:attrName>style.visibility</p:attrName>
                                        </p:attrNameLst>
                                      </p:cBhvr>
                                      <p:to>
                                        <p:strVal val="visible"/>
                                      </p:to>
                                    </p:set>
                                    <p:anim to="" calcmode="lin" valueType="num">
                                      <p:cBhvr>
                                        <p:cTn id="31" dur="1" fill="hold"/>
                                        <p:tgtEl>
                                          <p:spTgt spid="180231"/>
                                        </p:tgtEl>
                                        <p:attrNameLst>
                                          <p:attrName/>
                                        </p:attrNameLst>
                                      </p:cBhvr>
                                    </p:anim>
                                  </p:childTnLst>
                                </p:cTn>
                              </p:par>
                              <p:par>
                                <p:cTn id="32" presetID="24" presetClass="entr" presetSubtype="0" fill="hold" grpId="0" nodeType="withEffect">
                                  <p:stCondLst>
                                    <p:cond delay="0"/>
                                  </p:stCondLst>
                                  <p:childTnLst>
                                    <p:set>
                                      <p:cBhvr>
                                        <p:cTn id="33" dur="1" fill="hold">
                                          <p:stCondLst>
                                            <p:cond delay="0"/>
                                          </p:stCondLst>
                                        </p:cTn>
                                        <p:tgtEl>
                                          <p:spTgt spid="180243"/>
                                        </p:tgtEl>
                                        <p:attrNameLst>
                                          <p:attrName>style.visibility</p:attrName>
                                        </p:attrNameLst>
                                      </p:cBhvr>
                                      <p:to>
                                        <p:strVal val="visible"/>
                                      </p:to>
                                    </p:set>
                                    <p:anim to="" calcmode="lin" valueType="num">
                                      <p:cBhvr>
                                        <p:cTn id="34" dur="1" fill="hold"/>
                                        <p:tgtEl>
                                          <p:spTgt spid="180243"/>
                                        </p:tgtEl>
                                        <p:attrNameLst>
                                          <p:attrName/>
                                        </p:attrNameLst>
                                      </p:cBhvr>
                                    </p:anim>
                                  </p:childTnLst>
                                </p:cTn>
                              </p:par>
                              <p:par>
                                <p:cTn id="35" presetID="24" presetClass="entr" presetSubtype="0" fill="hold" grpId="0" nodeType="withEffect">
                                  <p:stCondLst>
                                    <p:cond delay="0"/>
                                  </p:stCondLst>
                                  <p:childTnLst>
                                    <p:set>
                                      <p:cBhvr>
                                        <p:cTn id="36" dur="1" fill="hold">
                                          <p:stCondLst>
                                            <p:cond delay="0"/>
                                          </p:stCondLst>
                                        </p:cTn>
                                        <p:tgtEl>
                                          <p:spTgt spid="180229"/>
                                        </p:tgtEl>
                                        <p:attrNameLst>
                                          <p:attrName>style.visibility</p:attrName>
                                        </p:attrNameLst>
                                      </p:cBhvr>
                                      <p:to>
                                        <p:strVal val="visible"/>
                                      </p:to>
                                    </p:set>
                                    <p:anim to="" calcmode="lin" valueType="num">
                                      <p:cBhvr>
                                        <p:cTn id="37" dur="1" fill="hold"/>
                                        <p:tgtEl>
                                          <p:spTgt spid="180229"/>
                                        </p:tgtEl>
                                        <p:attrNameLst>
                                          <p:attrName/>
                                        </p:attrNameLst>
                                      </p:cBhvr>
                                    </p:anim>
                                  </p:childTnLst>
                                </p:cTn>
                              </p:par>
                              <p:par>
                                <p:cTn id="38" presetID="24" presetClass="entr" presetSubtype="0" fill="hold" grpId="0" nodeType="withEffect">
                                  <p:stCondLst>
                                    <p:cond delay="0"/>
                                  </p:stCondLst>
                                  <p:childTnLst>
                                    <p:set>
                                      <p:cBhvr>
                                        <p:cTn id="39" dur="1" fill="hold">
                                          <p:stCondLst>
                                            <p:cond delay="0"/>
                                          </p:stCondLst>
                                        </p:cTn>
                                        <p:tgtEl>
                                          <p:spTgt spid="180230"/>
                                        </p:tgtEl>
                                        <p:attrNameLst>
                                          <p:attrName>style.visibility</p:attrName>
                                        </p:attrNameLst>
                                      </p:cBhvr>
                                      <p:to>
                                        <p:strVal val="visible"/>
                                      </p:to>
                                    </p:set>
                                    <p:anim to="" calcmode="lin" valueType="num">
                                      <p:cBhvr>
                                        <p:cTn id="40" dur="1" fill="hold"/>
                                        <p:tgtEl>
                                          <p:spTgt spid="180230"/>
                                        </p:tgtEl>
                                        <p:attrNameLst>
                                          <p:attrName/>
                                        </p:attrNameLst>
                                      </p:cBhvr>
                                    </p:anim>
                                  </p:childTnLst>
                                </p:cTn>
                              </p:par>
                              <p:par>
                                <p:cTn id="41" presetID="24" presetClass="entr" presetSubtype="0" fill="hold" grpId="0" nodeType="withEffect">
                                  <p:stCondLst>
                                    <p:cond delay="0"/>
                                  </p:stCondLst>
                                  <p:childTnLst>
                                    <p:set>
                                      <p:cBhvr>
                                        <p:cTn id="42" dur="1" fill="hold">
                                          <p:stCondLst>
                                            <p:cond delay="0"/>
                                          </p:stCondLst>
                                        </p:cTn>
                                        <p:tgtEl>
                                          <p:spTgt spid="180244"/>
                                        </p:tgtEl>
                                        <p:attrNameLst>
                                          <p:attrName>style.visibility</p:attrName>
                                        </p:attrNameLst>
                                      </p:cBhvr>
                                      <p:to>
                                        <p:strVal val="visible"/>
                                      </p:to>
                                    </p:set>
                                    <p:anim to="" calcmode="lin" valueType="num">
                                      <p:cBhvr>
                                        <p:cTn id="43" dur="1" fill="hold"/>
                                        <p:tgtEl>
                                          <p:spTgt spid="180244"/>
                                        </p:tgtEl>
                                        <p:attrNameLst>
                                          <p:attrName/>
                                        </p:attrNameLst>
                                      </p:cBhvr>
                                    </p:anim>
                                  </p:childTnLst>
                                </p:cTn>
                              </p:par>
                              <p:par>
                                <p:cTn id="44" presetID="24" presetClass="entr" presetSubtype="0" fill="hold" grpId="0" nodeType="withEffect">
                                  <p:stCondLst>
                                    <p:cond delay="0"/>
                                  </p:stCondLst>
                                  <p:childTnLst>
                                    <p:set>
                                      <p:cBhvr>
                                        <p:cTn id="45" dur="1" fill="hold">
                                          <p:stCondLst>
                                            <p:cond delay="0"/>
                                          </p:stCondLst>
                                        </p:cTn>
                                        <p:tgtEl>
                                          <p:spTgt spid="180238"/>
                                        </p:tgtEl>
                                        <p:attrNameLst>
                                          <p:attrName>style.visibility</p:attrName>
                                        </p:attrNameLst>
                                      </p:cBhvr>
                                      <p:to>
                                        <p:strVal val="visible"/>
                                      </p:to>
                                    </p:set>
                                    <p:anim to="" calcmode="lin" valueType="num">
                                      <p:cBhvr>
                                        <p:cTn id="46" dur="1" fill="hold"/>
                                        <p:tgtEl>
                                          <p:spTgt spid="180238"/>
                                        </p:tgtEl>
                                        <p:attrNameLst>
                                          <p:attrName/>
                                        </p:attrNameLst>
                                      </p:cBhvr>
                                    </p:anim>
                                  </p:childTnLst>
                                </p:cTn>
                              </p:par>
                              <p:par>
                                <p:cTn id="47" presetID="24" presetClass="entr" presetSubtype="0" fill="hold" grpId="0" nodeType="withEffect">
                                  <p:stCondLst>
                                    <p:cond delay="0"/>
                                  </p:stCondLst>
                                  <p:childTnLst>
                                    <p:set>
                                      <p:cBhvr>
                                        <p:cTn id="48" dur="1" fill="hold">
                                          <p:stCondLst>
                                            <p:cond delay="0"/>
                                          </p:stCondLst>
                                        </p:cTn>
                                        <p:tgtEl>
                                          <p:spTgt spid="180245"/>
                                        </p:tgtEl>
                                        <p:attrNameLst>
                                          <p:attrName>style.visibility</p:attrName>
                                        </p:attrNameLst>
                                      </p:cBhvr>
                                      <p:to>
                                        <p:strVal val="visible"/>
                                      </p:to>
                                    </p:set>
                                    <p:anim to="" calcmode="lin" valueType="num">
                                      <p:cBhvr>
                                        <p:cTn id="49" dur="1" fill="hold"/>
                                        <p:tgtEl>
                                          <p:spTgt spid="180245"/>
                                        </p:tgtEl>
                                        <p:attrNameLst>
                                          <p:attrName/>
                                        </p:attrNameLst>
                                      </p:cBhvr>
                                    </p:anim>
                                  </p:childTnLst>
                                </p:cTn>
                              </p:par>
                              <p:par>
                                <p:cTn id="50" presetID="24" presetClass="entr" presetSubtype="0" fill="hold" grpId="0" nodeType="withEffect">
                                  <p:stCondLst>
                                    <p:cond delay="0"/>
                                  </p:stCondLst>
                                  <p:childTnLst>
                                    <p:set>
                                      <p:cBhvr>
                                        <p:cTn id="51" dur="1" fill="hold">
                                          <p:stCondLst>
                                            <p:cond delay="0"/>
                                          </p:stCondLst>
                                        </p:cTn>
                                        <p:tgtEl>
                                          <p:spTgt spid="180242"/>
                                        </p:tgtEl>
                                        <p:attrNameLst>
                                          <p:attrName>style.visibility</p:attrName>
                                        </p:attrNameLst>
                                      </p:cBhvr>
                                      <p:to>
                                        <p:strVal val="visible"/>
                                      </p:to>
                                    </p:set>
                                    <p:anim to="" calcmode="lin" valueType="num">
                                      <p:cBhvr>
                                        <p:cTn id="52" dur="1" fill="hold"/>
                                        <p:tgtEl>
                                          <p:spTgt spid="180242"/>
                                        </p:tgtEl>
                                        <p:attrNameLst>
                                          <p:attrName/>
                                        </p:attrNameLst>
                                      </p:cBhvr>
                                    </p:anim>
                                  </p:childTnLst>
                                </p:cTn>
                              </p:par>
                              <p:par>
                                <p:cTn id="53" presetID="24" presetClass="entr" presetSubtype="0" fill="hold" grpId="0" nodeType="withEffect">
                                  <p:stCondLst>
                                    <p:cond delay="0"/>
                                  </p:stCondLst>
                                  <p:childTnLst>
                                    <p:set>
                                      <p:cBhvr>
                                        <p:cTn id="54" dur="1" fill="hold">
                                          <p:stCondLst>
                                            <p:cond delay="0"/>
                                          </p:stCondLst>
                                        </p:cTn>
                                        <p:tgtEl>
                                          <p:spTgt spid="180237"/>
                                        </p:tgtEl>
                                        <p:attrNameLst>
                                          <p:attrName>style.visibility</p:attrName>
                                        </p:attrNameLst>
                                      </p:cBhvr>
                                      <p:to>
                                        <p:strVal val="visible"/>
                                      </p:to>
                                    </p:set>
                                    <p:anim to="" calcmode="lin" valueType="num">
                                      <p:cBhvr>
                                        <p:cTn id="55" dur="1" fill="hold"/>
                                        <p:tgtEl>
                                          <p:spTgt spid="180237"/>
                                        </p:tgtEl>
                                        <p:attrNameLst>
                                          <p:attrName/>
                                        </p:attrNameLst>
                                      </p:cBhvr>
                                    </p:anim>
                                  </p:childTnLst>
                                </p:cTn>
                              </p:par>
                              <p:par>
                                <p:cTn id="56" presetID="24" presetClass="entr" presetSubtype="0" fill="hold" grpId="0" nodeType="withEffect">
                                  <p:stCondLst>
                                    <p:cond delay="0"/>
                                  </p:stCondLst>
                                  <p:childTnLst>
                                    <p:set>
                                      <p:cBhvr>
                                        <p:cTn id="57" dur="1" fill="hold">
                                          <p:stCondLst>
                                            <p:cond delay="0"/>
                                          </p:stCondLst>
                                        </p:cTn>
                                        <p:tgtEl>
                                          <p:spTgt spid="180232"/>
                                        </p:tgtEl>
                                        <p:attrNameLst>
                                          <p:attrName>style.visibility</p:attrName>
                                        </p:attrNameLst>
                                      </p:cBhvr>
                                      <p:to>
                                        <p:strVal val="visible"/>
                                      </p:to>
                                    </p:set>
                                    <p:anim to="" calcmode="lin" valueType="num">
                                      <p:cBhvr>
                                        <p:cTn id="58" dur="1" fill="hold"/>
                                        <p:tgtEl>
                                          <p:spTgt spid="18023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9" grpId="0"/>
      <p:bldP spid="180230" grpId="0"/>
      <p:bldP spid="180231" grpId="0"/>
      <p:bldP spid="180232" grpId="0"/>
      <p:bldP spid="180233" grpId="0"/>
      <p:bldP spid="180234" grpId="0"/>
      <p:bldP spid="180235" grpId="0"/>
      <p:bldP spid="180236" grpId="0"/>
      <p:bldP spid="180237" grpId="0"/>
      <p:bldP spid="180238" grpId="0"/>
      <p:bldP spid="180239" grpId="0"/>
      <p:bldP spid="180240" grpId="0"/>
      <p:bldP spid="180241" grpId="0"/>
      <p:bldP spid="180242" grpId="0"/>
      <p:bldP spid="180243" grpId="0"/>
      <p:bldP spid="180244" grpId="0"/>
      <p:bldP spid="180245" grpId="0"/>
      <p:bldP spid="18024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36878" name="Rectangle 36877">
            <a:extLst>
              <a:ext uri="{FF2B5EF4-FFF2-40B4-BE49-F238E27FC236}">
                <a16:creationId xmlns:a16="http://schemas.microsoft.com/office/drawing/2014/main" id="{EC45AD9C-F21B-4046-AF68-07A246947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pic>
        <p:nvPicPr>
          <p:cNvPr id="36880" name="Picture 36879">
            <a:extLst>
              <a:ext uri="{FF2B5EF4-FFF2-40B4-BE49-F238E27FC236}">
                <a16:creationId xmlns:a16="http://schemas.microsoft.com/office/drawing/2014/main" id="{85F5BD6E-AB48-4A2D-AA03-D787D54FAF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9144000" cy="6858000"/>
          </a:xfrm>
          <a:prstGeom prst="rect">
            <a:avLst/>
          </a:prstGeom>
          <a:ln>
            <a:noFill/>
          </a:ln>
        </p:spPr>
      </p:pic>
      <p:pic>
        <p:nvPicPr>
          <p:cNvPr id="36882" name="Picture 36881">
            <a:extLst>
              <a:ext uri="{FF2B5EF4-FFF2-40B4-BE49-F238E27FC236}">
                <a16:creationId xmlns:a16="http://schemas.microsoft.com/office/drawing/2014/main" id="{3221115A-B66A-4D35-9D9F-97A91D887F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1963704"/>
            <a:ext cx="7828359" cy="321164"/>
          </a:xfrm>
          <a:prstGeom prst="rect">
            <a:avLst/>
          </a:prstGeom>
        </p:spPr>
      </p:pic>
      <p:sp>
        <p:nvSpPr>
          <p:cNvPr id="36877" name="Rectangle 36876">
            <a:extLst>
              <a:ext uri="{FF2B5EF4-FFF2-40B4-BE49-F238E27FC236}">
                <a16:creationId xmlns:a16="http://schemas.microsoft.com/office/drawing/2014/main" id="{ABC72B1C-D4EE-45CF-A99C-0AD017C41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7828359" cy="136819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866" name="Title 1">
            <a:extLst>
              <a:ext uri="{FF2B5EF4-FFF2-40B4-BE49-F238E27FC236}">
                <a16:creationId xmlns:a16="http://schemas.microsoft.com/office/drawing/2014/main" id="{95D448DE-BCD8-A087-D72B-D13658408953}"/>
              </a:ext>
            </a:extLst>
          </p:cNvPr>
          <p:cNvSpPr>
            <a:spLocks noGrp="1" noChangeArrowheads="1"/>
          </p:cNvSpPr>
          <p:nvPr>
            <p:ph type="title"/>
          </p:nvPr>
        </p:nvSpPr>
        <p:spPr>
          <a:xfrm>
            <a:off x="510240" y="753228"/>
            <a:ext cx="7210396" cy="1080938"/>
          </a:xfrm>
        </p:spPr>
        <p:txBody>
          <a:bodyPr>
            <a:normAutofit/>
          </a:bodyPr>
          <a:lstStyle/>
          <a:p>
            <a:r>
              <a:rPr lang="en-GB" altLang="en-US">
                <a:solidFill>
                  <a:srgbClr val="FFFFFF"/>
                </a:solidFill>
              </a:rPr>
              <a:t>Can machines have minds?</a:t>
            </a:r>
          </a:p>
        </p:txBody>
      </p:sp>
      <p:pic>
        <p:nvPicPr>
          <p:cNvPr id="36879" name="Picture 36878">
            <a:extLst>
              <a:ext uri="{FF2B5EF4-FFF2-40B4-BE49-F238E27FC236}">
                <a16:creationId xmlns:a16="http://schemas.microsoft.com/office/drawing/2014/main" id="{38AB44AF-E52F-46C5-8C2C-8487AC8B1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7939369" y="1971234"/>
            <a:ext cx="1202248" cy="144270"/>
          </a:xfrm>
          <a:prstGeom prst="rect">
            <a:avLst/>
          </a:prstGeom>
        </p:spPr>
      </p:pic>
      <p:sp>
        <p:nvSpPr>
          <p:cNvPr id="36881" name="Rectangle 36880">
            <a:extLst>
              <a:ext uri="{FF2B5EF4-FFF2-40B4-BE49-F238E27FC236}">
                <a16:creationId xmlns:a16="http://schemas.microsoft.com/office/drawing/2014/main" id="{A5B2FDF3-1FF8-4FBF-842A-4EA5719F3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1752" y="609600"/>
            <a:ext cx="1202248"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pic>
        <p:nvPicPr>
          <p:cNvPr id="36883" name="Picture 36882">
            <a:extLst>
              <a:ext uri="{FF2B5EF4-FFF2-40B4-BE49-F238E27FC236}">
                <a16:creationId xmlns:a16="http://schemas.microsoft.com/office/drawing/2014/main" id="{6389DEC8-49B8-4778-BB47-FF48E8C5B6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5885714"/>
            <a:ext cx="7828359" cy="321164"/>
          </a:xfrm>
          <a:prstGeom prst="rect">
            <a:avLst/>
          </a:prstGeom>
        </p:spPr>
      </p:pic>
      <p:sp>
        <p:nvSpPr>
          <p:cNvPr id="36885" name="Rectangle 36884">
            <a:extLst>
              <a:ext uri="{FF2B5EF4-FFF2-40B4-BE49-F238E27FC236}">
                <a16:creationId xmlns:a16="http://schemas.microsoft.com/office/drawing/2014/main" id="{DF550B33-5759-49FD-90FC-11EA4ED58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7829550" cy="3793206"/>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 name="Content Placeholder 2">
            <a:extLst>
              <a:ext uri="{FF2B5EF4-FFF2-40B4-BE49-F238E27FC236}">
                <a16:creationId xmlns:a16="http://schemas.microsoft.com/office/drawing/2014/main" id="{44D51137-5E5F-2A17-7AB4-EFDDC56923F5}"/>
              </a:ext>
            </a:extLst>
          </p:cNvPr>
          <p:cNvSpPr>
            <a:spLocks noGrp="1"/>
          </p:cNvSpPr>
          <p:nvPr>
            <p:ph idx="1"/>
          </p:nvPr>
        </p:nvSpPr>
        <p:spPr>
          <a:xfrm>
            <a:off x="510241" y="2437831"/>
            <a:ext cx="6835517" cy="3150308"/>
          </a:xfrm>
        </p:spPr>
        <p:txBody>
          <a:bodyPr>
            <a:normAutofit fontScale="92500" lnSpcReduction="10000"/>
          </a:bodyPr>
          <a:lstStyle/>
          <a:p>
            <a:pPr>
              <a:defRPr/>
            </a:pPr>
            <a:r>
              <a:rPr lang="en-GB" sz="1700" dirty="0">
                <a:solidFill>
                  <a:srgbClr val="FFFFFF"/>
                </a:solidFill>
              </a:rPr>
              <a:t>ONE (PARTIAL) ANSWER: It is obvious that machines can have minds and be intelligent, because – Humans are machines and they have minds and intelligence – The same can be said of other animals, e.g. chimpanzees, elephants, dolphins, dogs, crows, and others. </a:t>
            </a:r>
          </a:p>
          <a:p>
            <a:pPr>
              <a:defRPr/>
            </a:pPr>
            <a:r>
              <a:rPr lang="en-GB" sz="1700" dirty="0">
                <a:solidFill>
                  <a:srgbClr val="FFFFFF"/>
                </a:solidFill>
              </a:rPr>
              <a:t>So that leads us to rephrase our questions: What sorts of machines are there, and what sorts of minds and what sorts of intelligence can the different sorts have? </a:t>
            </a:r>
          </a:p>
          <a:p>
            <a:pPr lvl="1">
              <a:defRPr/>
            </a:pPr>
            <a:r>
              <a:rPr lang="en-GB" sz="1700" dirty="0">
                <a:solidFill>
                  <a:srgbClr val="FFFFFF"/>
                </a:solidFill>
              </a:rPr>
              <a:t>One of the roles of AI is to investigate these questions. </a:t>
            </a:r>
          </a:p>
          <a:p>
            <a:pPr lvl="1">
              <a:defRPr/>
            </a:pPr>
            <a:r>
              <a:rPr lang="en-GB" sz="1700" dirty="0">
                <a:solidFill>
                  <a:srgbClr val="FFFFFF"/>
                </a:solidFill>
              </a:rPr>
              <a:t>Another is to help us build new kinds of useful machines.</a:t>
            </a:r>
          </a:p>
          <a:p>
            <a:pPr>
              <a:defRPr/>
            </a:pPr>
            <a:r>
              <a:rPr lang="en-GB" sz="2100" dirty="0">
                <a:solidFill>
                  <a:srgbClr val="FFFFFF"/>
                </a:solidFill>
              </a:rPr>
              <a:t>Or, is there a sense in which a human is not a machine? </a:t>
            </a:r>
            <a:br>
              <a:rPr lang="en-GB" sz="2100" dirty="0">
                <a:solidFill>
                  <a:srgbClr val="FFFFFF"/>
                </a:solidFill>
              </a:rPr>
            </a:br>
            <a:r>
              <a:rPr lang="en-GB" sz="2100" dirty="0">
                <a:solidFill>
                  <a:srgbClr val="FFFFFF"/>
                </a:solidFill>
              </a:rPr>
              <a:t>Or not a computer (computational </a:t>
            </a:r>
            <a:r>
              <a:rPr lang="en-GB" sz="2100" dirty="0" err="1">
                <a:solidFill>
                  <a:srgbClr val="FFFFFF"/>
                </a:solidFill>
              </a:rPr>
              <a:t>functinonalism</a:t>
            </a:r>
            <a:r>
              <a:rPr lang="en-GB" sz="2100" dirty="0">
                <a:solidFill>
                  <a:srgbClr val="FFFFFF"/>
                </a:solidFill>
              </a:rPr>
              <a:t>)?</a:t>
            </a:r>
            <a:br>
              <a:rPr lang="en-GB" sz="2100" dirty="0">
                <a:solidFill>
                  <a:srgbClr val="FFFFFF"/>
                </a:solidFill>
              </a:rPr>
            </a:br>
            <a:endParaRPr lang="en-GB" sz="2100"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11C53089-60CA-A5BC-110C-38BD85B3512E}"/>
              </a:ext>
            </a:extLst>
          </p:cNvPr>
          <p:cNvSpPr>
            <a:spLocks noGrp="1" noChangeArrowheads="1"/>
          </p:cNvSpPr>
          <p:nvPr>
            <p:ph type="title"/>
          </p:nvPr>
        </p:nvSpPr>
        <p:spPr>
          <a:xfrm>
            <a:off x="323850" y="908050"/>
            <a:ext cx="8496300" cy="649288"/>
          </a:xfrm>
        </p:spPr>
        <p:txBody>
          <a:bodyPr wrap="square" anchor="t">
            <a:normAutofit/>
          </a:bodyPr>
          <a:lstStyle/>
          <a:p>
            <a:r>
              <a:rPr lang="en-GB" altLang="en-US"/>
              <a:t>AI has two main </a:t>
            </a:r>
            <a:r>
              <a:rPr lang="en-GB" altLang="en-US" i="1"/>
              <a:t>kinds</a:t>
            </a:r>
            <a:r>
              <a:rPr lang="en-GB" altLang="en-US"/>
              <a:t> of goals</a:t>
            </a:r>
          </a:p>
        </p:txBody>
      </p:sp>
      <p:sp>
        <p:nvSpPr>
          <p:cNvPr id="37896" name="Slide Number Placeholder 3">
            <a:extLst>
              <a:ext uri="{FF2B5EF4-FFF2-40B4-BE49-F238E27FC236}">
                <a16:creationId xmlns:a16="http://schemas.microsoft.com/office/drawing/2014/main" id="{1AE63D90-0C16-F21C-827F-DD98AD5B9384}"/>
              </a:ext>
            </a:extLst>
          </p:cNvPr>
          <p:cNvSpPr>
            <a:spLocks noGrp="1"/>
          </p:cNvSpPr>
          <p:nvPr>
            <p:ph type="sldNum" sz="quarter" idx="12"/>
          </p:nvPr>
        </p:nvSpPr>
        <p:spPr>
          <a:xfrm>
            <a:off x="6877050" y="6308725"/>
            <a:ext cx="1905000" cy="457200"/>
          </a:xfrm>
        </p:spPr>
        <p:txBody>
          <a:bodyPr/>
          <a:lstStyle/>
          <a:p>
            <a:pPr marL="0" marR="0" lvl="0" indent="0" algn="r" defTabSz="914400" rtl="0" eaLnBrk="0" fontAlgn="base" latinLnBrk="0" hangingPunct="0">
              <a:lnSpc>
                <a:spcPct val="100000"/>
              </a:lnSpc>
              <a:spcBef>
                <a:spcPct val="0"/>
              </a:spcBef>
              <a:spcAft>
                <a:spcPts val="600"/>
              </a:spcAft>
              <a:buClrTx/>
              <a:buSzTx/>
              <a:buFontTx/>
              <a:buNone/>
              <a:tabLst/>
              <a:defRPr/>
            </a:pPr>
            <a:fld id="{7F93F356-6B15-41C5-A869-0AD19EE6C84C}" type="slidenum">
              <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ts val="600"/>
                </a:spcAft>
                <a:buClrTx/>
                <a:buSzTx/>
                <a:buFontTx/>
                <a:buNone/>
                <a:tabLst/>
                <a:defRPr/>
              </a:pPr>
              <a:t>26</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graphicFrame>
        <p:nvGraphicFramePr>
          <p:cNvPr id="37892" name="Content Placeholder 2">
            <a:extLst>
              <a:ext uri="{FF2B5EF4-FFF2-40B4-BE49-F238E27FC236}">
                <a16:creationId xmlns:a16="http://schemas.microsoft.com/office/drawing/2014/main" id="{62D65CF4-ABCA-9CBA-7089-46586126070B}"/>
              </a:ext>
            </a:extLst>
          </p:cNvPr>
          <p:cNvGraphicFramePr>
            <a:graphicFrameLocks noGrp="1"/>
          </p:cNvGraphicFramePr>
          <p:nvPr>
            <p:ph idx="1"/>
          </p:nvPr>
        </p:nvGraphicFramePr>
        <p:xfrm>
          <a:off x="323850" y="1700213"/>
          <a:ext cx="84963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14D6351-DE79-8B62-7537-208A103EF9D3}"/>
              </a:ext>
            </a:extLst>
          </p:cNvPr>
          <p:cNvSpPr txBox="1"/>
          <p:nvPr/>
        </p:nvSpPr>
        <p:spPr>
          <a:xfrm>
            <a:off x="2906815" y="5831036"/>
            <a:ext cx="46101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rPr>
              <a:t>because we understand ourselves better</a:t>
            </a:r>
            <a:endParaRPr kumimoji="0" lang="en-US"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rPr>
              <a:t>because we have new tools.</a:t>
            </a:r>
            <a:endParaRPr kumimoji="0" lang="en-US"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28A952FE-3E7B-E487-8729-A057629662BE}"/>
              </a:ext>
            </a:extLst>
          </p:cNvPr>
          <p:cNvSpPr>
            <a:spLocks noGrp="1" noChangeArrowheads="1"/>
          </p:cNvSpPr>
          <p:nvPr>
            <p:ph type="title"/>
          </p:nvPr>
        </p:nvSpPr>
        <p:spPr/>
        <p:txBody>
          <a:bodyPr/>
          <a:lstStyle/>
          <a:p>
            <a:r>
              <a:rPr lang="en-GB" altLang="en-US"/>
              <a:t>AI and computer science</a:t>
            </a:r>
          </a:p>
        </p:txBody>
      </p:sp>
      <p:sp>
        <p:nvSpPr>
          <p:cNvPr id="3" name="Content Placeholder 2">
            <a:extLst>
              <a:ext uri="{FF2B5EF4-FFF2-40B4-BE49-F238E27FC236}">
                <a16:creationId xmlns:a16="http://schemas.microsoft.com/office/drawing/2014/main" id="{C6BA3818-CFA0-F523-BE63-F151251C9B0C}"/>
              </a:ext>
            </a:extLst>
          </p:cNvPr>
          <p:cNvSpPr>
            <a:spLocks noGrp="1"/>
          </p:cNvSpPr>
          <p:nvPr>
            <p:ph idx="1"/>
          </p:nvPr>
        </p:nvSpPr>
        <p:spPr/>
        <p:txBody>
          <a:bodyPr>
            <a:normAutofit fontScale="85000" lnSpcReduction="10000"/>
          </a:bodyPr>
          <a:lstStyle/>
          <a:p>
            <a:pPr>
              <a:defRPr/>
            </a:pPr>
            <a:r>
              <a:rPr lang="en-GB" dirty="0"/>
              <a:t>AI uses computer science, just as physics uses mathematics, but AI is not computer science, just as physics is not mathematics. </a:t>
            </a:r>
          </a:p>
          <a:p>
            <a:pPr>
              <a:defRPr/>
            </a:pPr>
            <a:r>
              <a:rPr lang="en-GB" dirty="0"/>
              <a:t>AI uses computers because they are the best available tool, not because they are the object of study. </a:t>
            </a:r>
          </a:p>
          <a:p>
            <a:pPr>
              <a:defRPr/>
            </a:pPr>
            <a:r>
              <a:rPr lang="en-GB" dirty="0"/>
              <a:t>If we knew how to make brains we could use those instead of computers, for some of the sub-tasks of modelling or explaining natural intelligence. </a:t>
            </a:r>
          </a:p>
          <a:p>
            <a:pPr>
              <a:defRPr/>
            </a:pPr>
            <a:r>
              <a:rPr lang="en-GB" dirty="0"/>
              <a:t>Already there are attempts to build neural networks that are partly like brains, and do not work like ordinary computers. </a:t>
            </a:r>
          </a:p>
          <a:p>
            <a:pPr>
              <a:defRPr/>
            </a:pPr>
            <a:r>
              <a:rPr lang="en-GB" dirty="0"/>
              <a:t>But brain science is not computer science or AI either.</a:t>
            </a:r>
          </a:p>
        </p:txBody>
      </p:sp>
    </p:spTree>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D3B5927F-C047-F4A9-A2E4-376D04BBC2AC}"/>
              </a:ext>
            </a:extLst>
          </p:cNvPr>
          <p:cNvSpPr>
            <a:spLocks noGrp="1" noChangeArrowheads="1"/>
          </p:cNvSpPr>
          <p:nvPr>
            <p:ph type="title"/>
          </p:nvPr>
        </p:nvSpPr>
        <p:spPr>
          <a:xfrm>
            <a:off x="457200" y="273050"/>
            <a:ext cx="3008313" cy="1162050"/>
          </a:xfrm>
        </p:spPr>
        <p:txBody>
          <a:bodyPr wrap="square" anchor="b">
            <a:normAutofit/>
          </a:bodyPr>
          <a:lstStyle/>
          <a:p>
            <a:r>
              <a:rPr lang="en-GB" altLang="en-US"/>
              <a:t>Are brains computers? </a:t>
            </a:r>
          </a:p>
        </p:txBody>
      </p:sp>
      <p:sp>
        <p:nvSpPr>
          <p:cNvPr id="39950" name="Text Placeholder 3">
            <a:extLst>
              <a:ext uri="{FF2B5EF4-FFF2-40B4-BE49-F238E27FC236}">
                <a16:creationId xmlns:a16="http://schemas.microsoft.com/office/drawing/2014/main" id="{BAE4057F-387F-DB43-623D-1DA4C3064A6B}"/>
              </a:ext>
            </a:extLst>
          </p:cNvPr>
          <p:cNvSpPr>
            <a:spLocks noGrp="1"/>
          </p:cNvSpPr>
          <p:nvPr>
            <p:ph type="body" sz="half" idx="2"/>
          </p:nvPr>
        </p:nvSpPr>
        <p:spPr>
          <a:xfrm>
            <a:off x="457200" y="1435100"/>
            <a:ext cx="3008313" cy="4691063"/>
          </a:xfrm>
        </p:spPr>
        <p:txBody>
          <a:bodyPr/>
          <a:lstStyle/>
          <a:p>
            <a:endParaRPr lang="en-US"/>
          </a:p>
        </p:txBody>
      </p:sp>
      <p:sp>
        <p:nvSpPr>
          <p:cNvPr id="39945" name="Slide Number Placeholder 3">
            <a:extLst>
              <a:ext uri="{FF2B5EF4-FFF2-40B4-BE49-F238E27FC236}">
                <a16:creationId xmlns:a16="http://schemas.microsoft.com/office/drawing/2014/main" id="{D3ECEA71-C1BE-373D-1811-3F32667FACDC}"/>
              </a:ext>
            </a:extLst>
          </p:cNvPr>
          <p:cNvSpPr>
            <a:spLocks noGrp="1"/>
          </p:cNvSpPr>
          <p:nvPr>
            <p:ph type="sldNum" sz="quarter" idx="12"/>
          </p:nvPr>
        </p:nvSpPr>
        <p:spPr>
          <a:xfrm>
            <a:off x="6877050" y="6308725"/>
            <a:ext cx="1905000" cy="457200"/>
          </a:xfrm>
        </p:spPr>
        <p:txBody>
          <a:bodyPr wrap="square" anchor="t">
            <a:normAutofit/>
          </a:bodyPr>
          <a:lstStyle/>
          <a:p>
            <a:pPr marL="0" marR="0" lvl="0" indent="0" algn="r" defTabSz="914400" rtl="0" eaLnBrk="0" fontAlgn="base" latinLnBrk="0" hangingPunct="0">
              <a:lnSpc>
                <a:spcPct val="100000"/>
              </a:lnSpc>
              <a:spcBef>
                <a:spcPct val="0"/>
              </a:spcBef>
              <a:spcAft>
                <a:spcPts val="600"/>
              </a:spcAft>
              <a:buClrTx/>
              <a:buSzTx/>
              <a:buFontTx/>
              <a:buNone/>
              <a:tabLst/>
              <a:defRPr/>
            </a:pPr>
            <a:fld id="{E1940B11-6BBC-475C-BEFC-2774A5A27C44}" type="slidenum">
              <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ts val="600"/>
                </a:spcAft>
                <a:buClrTx/>
                <a:buSzTx/>
                <a:buFontTx/>
                <a:buNone/>
                <a:tabLst/>
                <a:defRPr/>
              </a:pPr>
              <a:t>28</a:t>
            </a:fld>
            <a:endParaRPr kumimoji="0" lang="en-GB" altLang="en-US" sz="1400" b="0" i="0" u="none" strike="noStrike" kern="1200" cap="none" spc="0" normalizeH="0" baseline="0" noProof="0">
              <a:ln>
                <a:noFill/>
              </a:ln>
              <a:solidFill>
                <a:srgbClr val="323D43"/>
              </a:solidFill>
              <a:effectLst/>
              <a:uLnTx/>
              <a:uFillTx/>
              <a:latin typeface="Georgia" panose="02040502050405020303" pitchFamily="18" charset="0"/>
              <a:ea typeface="ＭＳ Ｐゴシック" panose="020B0600070205080204" pitchFamily="34" charset="-128"/>
              <a:cs typeface="+mn-cs"/>
            </a:endParaRPr>
          </a:p>
        </p:txBody>
      </p:sp>
      <p:graphicFrame>
        <p:nvGraphicFramePr>
          <p:cNvPr id="39941" name="Content Placeholder 2">
            <a:extLst>
              <a:ext uri="{FF2B5EF4-FFF2-40B4-BE49-F238E27FC236}">
                <a16:creationId xmlns:a16="http://schemas.microsoft.com/office/drawing/2014/main" id="{35DA57FC-1414-29C7-6FD3-1C045A3CAD43}"/>
              </a:ext>
            </a:extLst>
          </p:cNvPr>
          <p:cNvGraphicFramePr>
            <a:graphicFrameLocks noGrp="1"/>
          </p:cNvGraphicFramePr>
          <p:nvPr>
            <p:ph idx="1"/>
          </p:nvPr>
        </p:nvGraphicFramePr>
        <p:xfrm>
          <a:off x="3575050" y="27305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00569667-9CED-4620-3275-2D1550A5CDA1}"/>
              </a:ext>
            </a:extLst>
          </p:cNvPr>
          <p:cNvSpPr>
            <a:spLocks noGrp="1" noChangeArrowheads="1"/>
          </p:cNvSpPr>
          <p:nvPr>
            <p:ph type="title"/>
          </p:nvPr>
        </p:nvSpPr>
        <p:spPr/>
        <p:txBody>
          <a:bodyPr/>
          <a:lstStyle/>
          <a:p>
            <a:r>
              <a:rPr lang="en-GB" altLang="en-US"/>
              <a:t>Some AI researchers are primarily interested in</a:t>
            </a:r>
          </a:p>
        </p:txBody>
      </p:sp>
      <p:sp>
        <p:nvSpPr>
          <p:cNvPr id="3" name="Content Placeholder 2">
            <a:extLst>
              <a:ext uri="{FF2B5EF4-FFF2-40B4-BE49-F238E27FC236}">
                <a16:creationId xmlns:a16="http://schemas.microsoft.com/office/drawing/2014/main" id="{000F576D-0863-E004-97DE-77077C014342}"/>
              </a:ext>
            </a:extLst>
          </p:cNvPr>
          <p:cNvSpPr>
            <a:spLocks noGrp="1"/>
          </p:cNvSpPr>
          <p:nvPr>
            <p:ph idx="1"/>
          </p:nvPr>
        </p:nvSpPr>
        <p:spPr>
          <a:xfrm>
            <a:off x="323850" y="2079625"/>
            <a:ext cx="8496300" cy="4114800"/>
          </a:xfrm>
        </p:spPr>
        <p:txBody>
          <a:bodyPr>
            <a:normAutofit fontScale="70000" lnSpcReduction="20000"/>
          </a:bodyPr>
          <a:lstStyle/>
          <a:p>
            <a:pPr>
              <a:lnSpc>
                <a:spcPct val="120000"/>
              </a:lnSpc>
              <a:defRPr/>
            </a:pPr>
            <a:r>
              <a:rPr lang="en-GB" dirty="0"/>
              <a:t>The Science: </a:t>
            </a:r>
          </a:p>
          <a:p>
            <a:pPr lvl="1">
              <a:lnSpc>
                <a:spcPct val="120000"/>
              </a:lnSpc>
              <a:defRPr/>
            </a:pPr>
            <a:r>
              <a:rPr lang="en-GB" dirty="0"/>
              <a:t>e.g. trying to understand and model how human or animal intelligence works (vision, learning, reasoning, language use, motor control etc.) </a:t>
            </a:r>
          </a:p>
          <a:p>
            <a:pPr>
              <a:lnSpc>
                <a:spcPct val="120000"/>
              </a:lnSpc>
              <a:defRPr/>
            </a:pPr>
            <a:r>
              <a:rPr lang="en-GB" dirty="0"/>
              <a:t>The Engineering: </a:t>
            </a:r>
          </a:p>
          <a:p>
            <a:pPr lvl="1">
              <a:lnSpc>
                <a:spcPct val="120000"/>
              </a:lnSpc>
              <a:defRPr/>
            </a:pPr>
            <a:r>
              <a:rPr lang="en-GB" dirty="0"/>
              <a:t>e.g. trying to build useful new kinds of machines, including machines that are more intelligent than humans. </a:t>
            </a:r>
          </a:p>
          <a:p>
            <a:pPr lvl="1">
              <a:lnSpc>
                <a:spcPct val="120000"/>
              </a:lnSpc>
              <a:defRPr/>
            </a:pPr>
            <a:r>
              <a:rPr lang="en-GB" dirty="0"/>
              <a:t>There is more money available to support the engineering aims, and they are often easier to work on, so more people work on those aims, but they indirectly contribute to the first aim (AI as science)</a:t>
            </a:r>
          </a:p>
          <a:p>
            <a:pPr>
              <a:lnSpc>
                <a:spcPct val="120000"/>
              </a:lnSpc>
              <a:defRPr/>
            </a:pPr>
            <a:r>
              <a:rPr lang="en-GB" dirty="0"/>
              <a:t>Common to science and engineering aims: Building WORKING Models</a:t>
            </a:r>
          </a:p>
          <a:p>
            <a:pPr lvl="1">
              <a:lnSpc>
                <a:spcPct val="120000"/>
              </a:lnSpc>
              <a:defRPr/>
            </a:pPr>
            <a:r>
              <a:rPr lang="en-GB" dirty="0"/>
              <a:t>To test theories, and to perform useful tasks</a:t>
            </a:r>
          </a:p>
        </p:txBody>
      </p:sp>
      <p:sp>
        <p:nvSpPr>
          <p:cNvPr id="2" name="TextBox 1">
            <a:extLst>
              <a:ext uri="{FF2B5EF4-FFF2-40B4-BE49-F238E27FC236}">
                <a16:creationId xmlns:a16="http://schemas.microsoft.com/office/drawing/2014/main" id="{177086AC-F56D-54C8-F7FB-C80813ACDE5C}"/>
              </a:ext>
            </a:extLst>
          </p:cNvPr>
          <p:cNvSpPr txBox="1"/>
          <p:nvPr/>
        </p:nvSpPr>
        <p:spPr>
          <a:xfrm>
            <a:off x="2411760" y="6039290"/>
            <a:ext cx="46101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rPr>
              <a:t>because we understand ourselves better</a:t>
            </a:r>
            <a:endParaRPr kumimoji="0" lang="en-US"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rPr>
              <a:t>because we have new tools.</a:t>
            </a:r>
            <a:endParaRPr kumimoji="0" lang="en-US" sz="1200" b="0" i="0" u="none" strike="noStrike" kern="1200" cap="none" spc="0" normalizeH="0" baseline="0" noProof="0" dirty="0">
              <a:ln>
                <a:noFill/>
              </a:ln>
              <a:solidFill>
                <a:srgbClr val="323D43"/>
              </a:solidFill>
              <a:effectLst/>
              <a:uLnTx/>
              <a:uFillTx/>
              <a:latin typeface="Lucida Sans" panose="020B0602030504020204" pitchFamily="34" charset="0"/>
              <a:ea typeface="ＭＳ Ｐゴシック"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1FEA-FACC-729B-4294-9F0FD83E43F9}"/>
              </a:ext>
            </a:extLst>
          </p:cNvPr>
          <p:cNvSpPr>
            <a:spLocks noGrp="1"/>
          </p:cNvSpPr>
          <p:nvPr>
            <p:ph type="title"/>
          </p:nvPr>
        </p:nvSpPr>
        <p:spPr/>
        <p:txBody>
          <a:bodyPr/>
          <a:lstStyle/>
          <a:p>
            <a:r>
              <a:rPr lang="en-GB" dirty="0"/>
              <a:t>What’s important here?	</a:t>
            </a:r>
            <a:endParaRPr lang="en-US" dirty="0"/>
          </a:p>
        </p:txBody>
      </p:sp>
      <p:sp>
        <p:nvSpPr>
          <p:cNvPr id="3" name="Content Placeholder 2">
            <a:extLst>
              <a:ext uri="{FF2B5EF4-FFF2-40B4-BE49-F238E27FC236}">
                <a16:creationId xmlns:a16="http://schemas.microsoft.com/office/drawing/2014/main" id="{088D736D-027D-EC36-1C93-1DC1A4ECD486}"/>
              </a:ext>
            </a:extLst>
          </p:cNvPr>
          <p:cNvSpPr>
            <a:spLocks noGrp="1"/>
          </p:cNvSpPr>
          <p:nvPr>
            <p:ph idx="1"/>
          </p:nvPr>
        </p:nvSpPr>
        <p:spPr>
          <a:xfrm>
            <a:off x="323850" y="1700212"/>
            <a:ext cx="8496300" cy="4825131"/>
          </a:xfrm>
        </p:spPr>
        <p:txBody>
          <a:bodyPr/>
          <a:lstStyle/>
          <a:p>
            <a:r>
              <a:rPr lang="en-GB" dirty="0"/>
              <a:t>Learning the techniques behind AI</a:t>
            </a:r>
          </a:p>
          <a:p>
            <a:r>
              <a:rPr lang="en-GB" dirty="0"/>
              <a:t>The context of history, philosophy and cognitive science </a:t>
            </a:r>
          </a:p>
          <a:p>
            <a:r>
              <a:rPr lang="en-GB" dirty="0"/>
              <a:t>Your role and responsibilities in the future of AI</a:t>
            </a:r>
          </a:p>
          <a:p>
            <a:r>
              <a:rPr lang="en-GB" dirty="0"/>
              <a:t>Developing your critical thinking and your personal, ethical and socio-political values</a:t>
            </a:r>
          </a:p>
          <a:p>
            <a:r>
              <a:rPr lang="en-GB" i="1" dirty="0"/>
              <a:t>You!</a:t>
            </a:r>
          </a:p>
          <a:p>
            <a:pPr lvl="1"/>
            <a:r>
              <a:rPr lang="en-GB" dirty="0"/>
              <a:t>Your precious unique contribution to the world</a:t>
            </a:r>
            <a:endParaRPr lang="en-US" dirty="0"/>
          </a:p>
        </p:txBody>
      </p:sp>
      <p:sp>
        <p:nvSpPr>
          <p:cNvPr id="4" name="Slide Number Placeholder 3">
            <a:extLst>
              <a:ext uri="{FF2B5EF4-FFF2-40B4-BE49-F238E27FC236}">
                <a16:creationId xmlns:a16="http://schemas.microsoft.com/office/drawing/2014/main" id="{4FA7FB25-E521-C407-A5D7-AC0CC5619B14}"/>
              </a:ext>
            </a:extLst>
          </p:cNvPr>
          <p:cNvSpPr>
            <a:spLocks noGrp="1"/>
          </p:cNvSpPr>
          <p:nvPr>
            <p:ph type="sldNum" sz="quarter" idx="12"/>
          </p:nvPr>
        </p:nvSpPr>
        <p:spPr/>
        <p:txBody>
          <a:bodyPr/>
          <a:lstStyle/>
          <a:p>
            <a:pPr>
              <a:defRPr/>
            </a:pPr>
            <a:fld id="{7F93F356-6B15-41C5-A869-0AD19EE6C84C}" type="slidenum">
              <a:rPr lang="en-GB" altLang="en-US" smtClean="0"/>
              <a:pPr>
                <a:defRPr/>
              </a:pPr>
              <a:t>30</a:t>
            </a:fld>
            <a:endParaRPr lang="en-GB" altLang="en-US"/>
          </a:p>
        </p:txBody>
      </p:sp>
    </p:spTree>
    <p:extLst>
      <p:ext uri="{BB962C8B-B14F-4D97-AF65-F5344CB8AC3E}">
        <p14:creationId xmlns:p14="http://schemas.microsoft.com/office/powerpoint/2010/main" val="42012858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EVOX.RESULT" val="{&quot;id&quot;:&quot;5086999&quot;,&quot;questionSettings&quot;:{},&quot;alias&quot;:&quot;&quot;,&quot;wordCloudQuestion&quot;:true,&quot;resultFormat&quot;:&quot;WORD_CLOUD2&quot;,&quot;text&quot;:&quot;&lt;p&gt;What do you think are the most exciting/optimistic areas of AI?&lt;/p&gt;&quot;,&quot;@type&quot;:&quot;OpenTextQuestion&quot;,&quot;correctAnswers&quot;:[],&quot;image&quot;:null}"/>
  <p:tag name="VEVOX.QUESTIONSLIDEID" val="312#587679581/982806666"/>
  <p:tag name="VEVOX.SLIDEFORMAT.VERSION" val="1.018"/>
  <p:tag name="VEVOX.ACCENTCATCHERS" val="[&quot;6&quot;,&quot;4&quot;,&quot;5&quot;,&quot;7&quot;,&quot;8&quot;,&quot;9&quot;]"/>
  <p:tag name="VEVOX.HASRESULTS" val="true"/>
</p:tagLst>
</file>

<file path=ppt/tags/tag2.xml><?xml version="1.0" encoding="utf-8"?>
<p:tagLst xmlns:a="http://schemas.openxmlformats.org/drawingml/2006/main" xmlns:r="http://schemas.openxmlformats.org/officeDocument/2006/relationships" xmlns:p="http://schemas.openxmlformats.org/presentationml/2006/main">
  <p:tag name="VEVOX.QUESTION" val="What do you think are the most exciting/optimistic areas of AI?"/>
</p:tagLst>
</file>

<file path=ppt/tags/tag3.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4.xml><?xml version="1.0" encoding="utf-8"?>
<p:tagLst xmlns:a="http://schemas.openxmlformats.org/drawingml/2006/main" xmlns:r="http://schemas.openxmlformats.org/officeDocument/2006/relationships" xmlns:p="http://schemas.openxmlformats.org/presentationml/2006/main">
  <p:tag name="VEVOX.ACCENTCOPY" val="2"/>
</p:tagLst>
</file>

<file path=ppt/tags/tag5.xml><?xml version="1.0" encoding="utf-8"?>
<p:tagLst xmlns:a="http://schemas.openxmlformats.org/drawingml/2006/main" xmlns:r="http://schemas.openxmlformats.org/officeDocument/2006/relationships" xmlns:p="http://schemas.openxmlformats.org/presentationml/2006/main">
  <p:tag name="VEVOX.ACCENTCOPY" val="3"/>
</p:tagLst>
</file>

<file path=ppt/tags/tag6.xml><?xml version="1.0" encoding="utf-8"?>
<p:tagLst xmlns:a="http://schemas.openxmlformats.org/drawingml/2006/main" xmlns:r="http://schemas.openxmlformats.org/officeDocument/2006/relationships" xmlns:p="http://schemas.openxmlformats.org/presentationml/2006/main">
  <p:tag name="VEVOX.ACCENTCOPY" val="1"/>
</p:tagLst>
</file>

<file path=ppt/tags/tag7.xml><?xml version="1.0" encoding="utf-8"?>
<p:tagLst xmlns:a="http://schemas.openxmlformats.org/drawingml/2006/main" xmlns:r="http://schemas.openxmlformats.org/officeDocument/2006/relationships" xmlns:p="http://schemas.openxmlformats.org/presentationml/2006/main">
  <p:tag name="VEVOX.ACCENTCOPY" val="4"/>
</p:tagLst>
</file>

<file path=ppt/tags/tag8.xml><?xml version="1.0" encoding="utf-8"?>
<p:tagLst xmlns:a="http://schemas.openxmlformats.org/drawingml/2006/main" xmlns:r="http://schemas.openxmlformats.org/officeDocument/2006/relationships" xmlns:p="http://schemas.openxmlformats.org/presentationml/2006/main">
  <p:tag name="VEVOX.ACCENTCOPY" val="5"/>
</p:tagLst>
</file>

<file path=ppt/tags/tag9.xml><?xml version="1.0" encoding="utf-8"?>
<p:tagLst xmlns:a="http://schemas.openxmlformats.org/drawingml/2006/main" xmlns:r="http://schemas.openxmlformats.org/officeDocument/2006/relationships" xmlns:p="http://schemas.openxmlformats.org/presentationml/2006/main">
  <p:tag name="VEVOX.ACCENTCOPY" val="6"/>
</p:tagLst>
</file>

<file path=ppt/tags/tag10.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11.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12.xml><?xml version="1.0" encoding="utf-8"?>
<p:tagLst xmlns:a="http://schemas.openxmlformats.org/drawingml/2006/main" xmlns:r="http://schemas.openxmlformats.org/officeDocument/2006/relationships" xmlns:p="http://schemas.openxmlformats.org/presentationml/2006/main">
  <p:tag name="VEVOX.NEWWC.CONTENT" val="X"/>
</p:tagLst>
</file>

<file path=ppt/tags/tag13.xml><?xml version="1.0" encoding="utf-8"?>
<p:tagLst xmlns:a="http://schemas.openxmlformats.org/drawingml/2006/main" xmlns:r="http://schemas.openxmlformats.org/officeDocument/2006/relationships" xmlns:p="http://schemas.openxmlformats.org/presentationml/2006/main">
  <p:tag name="VEVOX.NEWWC.WORD" val="X"/>
</p:tagLst>
</file>

<file path=ppt/tags/tag14.xml><?xml version="1.0" encoding="utf-8"?>
<p:tagLst xmlns:a="http://schemas.openxmlformats.org/drawingml/2006/main" xmlns:r="http://schemas.openxmlformats.org/officeDocument/2006/relationships" xmlns:p="http://schemas.openxmlformats.org/presentationml/2006/main">
  <p:tag name="VEVOX.NEWWC.WORD" val="X"/>
</p:tagLst>
</file>

<file path=ppt/tags/tag15.xml><?xml version="1.0" encoding="utf-8"?>
<p:tagLst xmlns:a="http://schemas.openxmlformats.org/drawingml/2006/main" xmlns:r="http://schemas.openxmlformats.org/officeDocument/2006/relationships" xmlns:p="http://schemas.openxmlformats.org/presentationml/2006/main">
  <p:tag name="VEVOX.NEWWC.WORD" val="X"/>
</p:tagLst>
</file>

<file path=ppt/tags/tag16.xml><?xml version="1.0" encoding="utf-8"?>
<p:tagLst xmlns:a="http://schemas.openxmlformats.org/drawingml/2006/main" xmlns:r="http://schemas.openxmlformats.org/officeDocument/2006/relationships" xmlns:p="http://schemas.openxmlformats.org/presentationml/2006/main">
  <p:tag name="VEVOX.NEWWC.WORD" val="X"/>
</p:tagLst>
</file>

<file path=ppt/tags/tag17.xml><?xml version="1.0" encoding="utf-8"?>
<p:tagLst xmlns:a="http://schemas.openxmlformats.org/drawingml/2006/main" xmlns:r="http://schemas.openxmlformats.org/officeDocument/2006/relationships" xmlns:p="http://schemas.openxmlformats.org/presentationml/2006/main">
  <p:tag name="VEVOX.NEWWC.WORD" val="X"/>
</p:tagLst>
</file>

<file path=ppt/tags/tag18.xml><?xml version="1.0" encoding="utf-8"?>
<p:tagLst xmlns:a="http://schemas.openxmlformats.org/drawingml/2006/main" xmlns:r="http://schemas.openxmlformats.org/officeDocument/2006/relationships" xmlns:p="http://schemas.openxmlformats.org/presentationml/2006/main">
  <p:tag name="VEVOX.NEWWC.WORD" val="X"/>
</p:tagLst>
</file>

<file path=ppt/tags/tag19.xml><?xml version="1.0" encoding="utf-8"?>
<p:tagLst xmlns:a="http://schemas.openxmlformats.org/drawingml/2006/main" xmlns:r="http://schemas.openxmlformats.org/officeDocument/2006/relationships" xmlns:p="http://schemas.openxmlformats.org/presentationml/2006/main">
  <p:tag name="VEVOX.NEWWC.WORD" val="X"/>
</p:tagLst>
</file>

<file path=ppt/tags/tag20.xml><?xml version="1.0" encoding="utf-8"?>
<p:tagLst xmlns:a="http://schemas.openxmlformats.org/drawingml/2006/main" xmlns:r="http://schemas.openxmlformats.org/officeDocument/2006/relationships" xmlns:p="http://schemas.openxmlformats.org/presentationml/2006/main">
  <p:tag name="VEVOX.NEWWC.WORD" val="X"/>
</p:tagLst>
</file>

<file path=ppt/tags/tag21.xml><?xml version="1.0" encoding="utf-8"?>
<p:tagLst xmlns:a="http://schemas.openxmlformats.org/drawingml/2006/main" xmlns:r="http://schemas.openxmlformats.org/officeDocument/2006/relationships" xmlns:p="http://schemas.openxmlformats.org/presentationml/2006/main">
  <p:tag name="VEVOX.NEWWC.WORD" val="X"/>
</p:tagLst>
</file>

<file path=ppt/tags/tag22.xml><?xml version="1.0" encoding="utf-8"?>
<p:tagLst xmlns:a="http://schemas.openxmlformats.org/drawingml/2006/main" xmlns:r="http://schemas.openxmlformats.org/officeDocument/2006/relationships" xmlns:p="http://schemas.openxmlformats.org/presentationml/2006/main">
  <p:tag name="VEVOX.NEWWC.WORD" val="X"/>
</p:tagLst>
</file>

<file path=ppt/tags/tag23.xml><?xml version="1.0" encoding="utf-8"?>
<p:tagLst xmlns:a="http://schemas.openxmlformats.org/drawingml/2006/main" xmlns:r="http://schemas.openxmlformats.org/officeDocument/2006/relationships" xmlns:p="http://schemas.openxmlformats.org/presentationml/2006/main">
  <p:tag name="VEVOX.NEWWC.WORD" val="X"/>
</p:tagLst>
</file>

<file path=ppt/tags/tag24.xml><?xml version="1.0" encoding="utf-8"?>
<p:tagLst xmlns:a="http://schemas.openxmlformats.org/drawingml/2006/main" xmlns:r="http://schemas.openxmlformats.org/officeDocument/2006/relationships" xmlns:p="http://schemas.openxmlformats.org/presentationml/2006/main">
  <p:tag name="VEVOX.NEWWC.WORD" val="X"/>
</p:tagLst>
</file>

<file path=ppt/tags/tag25.xml><?xml version="1.0" encoding="utf-8"?>
<p:tagLst xmlns:a="http://schemas.openxmlformats.org/drawingml/2006/main" xmlns:r="http://schemas.openxmlformats.org/officeDocument/2006/relationships" xmlns:p="http://schemas.openxmlformats.org/presentationml/2006/main">
  <p:tag name="VEVOX.NEWWC.WORD" val="X"/>
</p:tagLst>
</file>

<file path=ppt/tags/tag26.xml><?xml version="1.0" encoding="utf-8"?>
<p:tagLst xmlns:a="http://schemas.openxmlformats.org/drawingml/2006/main" xmlns:r="http://schemas.openxmlformats.org/officeDocument/2006/relationships" xmlns:p="http://schemas.openxmlformats.org/presentationml/2006/main">
  <p:tag name="VEVOX.NEWWC.WORD" val="X"/>
</p:tagLst>
</file>

<file path=ppt/tags/tag27.xml><?xml version="1.0" encoding="utf-8"?>
<p:tagLst xmlns:a="http://schemas.openxmlformats.org/drawingml/2006/main" xmlns:r="http://schemas.openxmlformats.org/officeDocument/2006/relationships" xmlns:p="http://schemas.openxmlformats.org/presentationml/2006/main">
  <p:tag name="VEVOX.NEWWC.WORD" val="X"/>
</p:tagLst>
</file>

<file path=ppt/tags/tag28.xml><?xml version="1.0" encoding="utf-8"?>
<p:tagLst xmlns:a="http://schemas.openxmlformats.org/drawingml/2006/main" xmlns:r="http://schemas.openxmlformats.org/officeDocument/2006/relationships" xmlns:p="http://schemas.openxmlformats.org/presentationml/2006/main">
  <p:tag name="VEVOX.NEWWC.WORD" val="X"/>
</p:tagLst>
</file>

<file path=ppt/tags/tag29.xml><?xml version="1.0" encoding="utf-8"?>
<p:tagLst xmlns:a="http://schemas.openxmlformats.org/drawingml/2006/main" xmlns:r="http://schemas.openxmlformats.org/officeDocument/2006/relationships" xmlns:p="http://schemas.openxmlformats.org/presentationml/2006/main">
  <p:tag name="VEVOX.NEWWC.WORD" val="X"/>
</p:tagLst>
</file>

<file path=ppt/tags/tag30.xml><?xml version="1.0" encoding="utf-8"?>
<p:tagLst xmlns:a="http://schemas.openxmlformats.org/drawingml/2006/main" xmlns:r="http://schemas.openxmlformats.org/officeDocument/2006/relationships" xmlns:p="http://schemas.openxmlformats.org/presentationml/2006/main">
  <p:tag name="VEVOX.NEWWC.WORD" val="X"/>
</p:tagLst>
</file>

<file path=ppt/tags/tag31.xml><?xml version="1.0" encoding="utf-8"?>
<p:tagLst xmlns:a="http://schemas.openxmlformats.org/drawingml/2006/main" xmlns:r="http://schemas.openxmlformats.org/officeDocument/2006/relationships" xmlns:p="http://schemas.openxmlformats.org/presentationml/2006/main">
  <p:tag name="VEVOX.NEWWC.WORD" val="X"/>
</p:tagLst>
</file>

<file path=ppt/tags/tag32.xml><?xml version="1.0" encoding="utf-8"?>
<p:tagLst xmlns:a="http://schemas.openxmlformats.org/drawingml/2006/main" xmlns:r="http://schemas.openxmlformats.org/officeDocument/2006/relationships" xmlns:p="http://schemas.openxmlformats.org/presentationml/2006/main">
  <p:tag name="VEVOX.NEWWC.WORD" val="X"/>
</p:tagLst>
</file>

<file path=ppt/tags/tag33.xml><?xml version="1.0" encoding="utf-8"?>
<p:tagLst xmlns:a="http://schemas.openxmlformats.org/drawingml/2006/main" xmlns:r="http://schemas.openxmlformats.org/officeDocument/2006/relationships" xmlns:p="http://schemas.openxmlformats.org/presentationml/2006/main">
  <p:tag name="VEVOX.NEWWC.WORD" val="X"/>
</p:tagLst>
</file>

<file path=ppt/tags/tag34.xml><?xml version="1.0" encoding="utf-8"?>
<p:tagLst xmlns:a="http://schemas.openxmlformats.org/drawingml/2006/main" xmlns:r="http://schemas.openxmlformats.org/officeDocument/2006/relationships" xmlns:p="http://schemas.openxmlformats.org/presentationml/2006/main">
  <p:tag name="VEVOX.NEWWC.WORD" val="X"/>
</p:tagLst>
</file>

<file path=ppt/tags/tag35.xml><?xml version="1.0" encoding="utf-8"?>
<p:tagLst xmlns:a="http://schemas.openxmlformats.org/drawingml/2006/main" xmlns:r="http://schemas.openxmlformats.org/officeDocument/2006/relationships" xmlns:p="http://schemas.openxmlformats.org/presentationml/2006/main">
  <p:tag name="VEVOX.NEWWC.WORD" val="X"/>
</p:tagLst>
</file>

<file path=ppt/tags/tag36.xml><?xml version="1.0" encoding="utf-8"?>
<p:tagLst xmlns:a="http://schemas.openxmlformats.org/drawingml/2006/main" xmlns:r="http://schemas.openxmlformats.org/officeDocument/2006/relationships" xmlns:p="http://schemas.openxmlformats.org/presentationml/2006/main">
  <p:tag name="VEVOX.NEWWC.WORD" val="X"/>
</p:tagLst>
</file>

<file path=ppt/tags/tag37.xml><?xml version="1.0" encoding="utf-8"?>
<p:tagLst xmlns:a="http://schemas.openxmlformats.org/drawingml/2006/main" xmlns:r="http://schemas.openxmlformats.org/officeDocument/2006/relationships" xmlns:p="http://schemas.openxmlformats.org/presentationml/2006/main">
  <p:tag name="VEVOX.NEWWC.WORD" val="X"/>
</p:tagLst>
</file>

<file path=ppt/tags/tag38.xml><?xml version="1.0" encoding="utf-8"?>
<p:tagLst xmlns:a="http://schemas.openxmlformats.org/drawingml/2006/main" xmlns:r="http://schemas.openxmlformats.org/officeDocument/2006/relationships" xmlns:p="http://schemas.openxmlformats.org/presentationml/2006/main">
  <p:tag name="VEVOX.NEWWC.WORD" val="X"/>
</p:tagLst>
</file>

<file path=ppt/tags/tag39.xml><?xml version="1.0" encoding="utf-8"?>
<p:tagLst xmlns:a="http://schemas.openxmlformats.org/drawingml/2006/main" xmlns:r="http://schemas.openxmlformats.org/officeDocument/2006/relationships" xmlns:p="http://schemas.openxmlformats.org/presentationml/2006/main">
  <p:tag name="VEVOX.NEWWC.WORD" val="X"/>
</p:tagLst>
</file>

<file path=ppt/tags/tag40.xml><?xml version="1.0" encoding="utf-8"?>
<p:tagLst xmlns:a="http://schemas.openxmlformats.org/drawingml/2006/main" xmlns:r="http://schemas.openxmlformats.org/officeDocument/2006/relationships" xmlns:p="http://schemas.openxmlformats.org/presentationml/2006/main">
  <p:tag name="VEVOX.NEWWC.WORD" val="X"/>
</p:tagLst>
</file>

<file path=ppt/tags/tag41.xml><?xml version="1.0" encoding="utf-8"?>
<p:tagLst xmlns:a="http://schemas.openxmlformats.org/drawingml/2006/main" xmlns:r="http://schemas.openxmlformats.org/officeDocument/2006/relationships" xmlns:p="http://schemas.openxmlformats.org/presentationml/2006/main">
  <p:tag name="VEVOX.NEWWC.WORD" val="X"/>
</p:tagLst>
</file>

<file path=ppt/tags/tag42.xml><?xml version="1.0" encoding="utf-8"?>
<p:tagLst xmlns:a="http://schemas.openxmlformats.org/drawingml/2006/main" xmlns:r="http://schemas.openxmlformats.org/officeDocument/2006/relationships" xmlns:p="http://schemas.openxmlformats.org/presentationml/2006/main">
  <p:tag name="VEVOX.NEWWC.WORD" val="X"/>
</p:tagLst>
</file>

<file path=ppt/tags/tag43.xml><?xml version="1.0" encoding="utf-8"?>
<p:tagLst xmlns:a="http://schemas.openxmlformats.org/drawingml/2006/main" xmlns:r="http://schemas.openxmlformats.org/officeDocument/2006/relationships" xmlns:p="http://schemas.openxmlformats.org/presentationml/2006/main">
  <p:tag name="VEVOX.NEWWC.WORD" val="X"/>
</p:tagLst>
</file>

<file path=ppt/tags/tag44.xml><?xml version="1.0" encoding="utf-8"?>
<p:tagLst xmlns:a="http://schemas.openxmlformats.org/drawingml/2006/main" xmlns:r="http://schemas.openxmlformats.org/officeDocument/2006/relationships" xmlns:p="http://schemas.openxmlformats.org/presentationml/2006/main">
  <p:tag name="VEVOX.NEWWC.WORD" val="X"/>
</p:tagLst>
</file>

<file path=ppt/tags/tag45.xml><?xml version="1.0" encoding="utf-8"?>
<p:tagLst xmlns:a="http://schemas.openxmlformats.org/drawingml/2006/main" xmlns:r="http://schemas.openxmlformats.org/officeDocument/2006/relationships" xmlns:p="http://schemas.openxmlformats.org/presentationml/2006/main">
  <p:tag name="VEVOX.NEWWC.WORD" val="X"/>
</p:tagLst>
</file>

<file path=ppt/tags/tag46.xml><?xml version="1.0" encoding="utf-8"?>
<p:tagLst xmlns:a="http://schemas.openxmlformats.org/drawingml/2006/main" xmlns:r="http://schemas.openxmlformats.org/officeDocument/2006/relationships" xmlns:p="http://schemas.openxmlformats.org/presentationml/2006/main">
  <p:tag name="VEVOX.NEWWC.WORD" val="X"/>
</p:tagLst>
</file>

<file path=ppt/tags/tag47.xml><?xml version="1.0" encoding="utf-8"?>
<p:tagLst xmlns:a="http://schemas.openxmlformats.org/drawingml/2006/main" xmlns:r="http://schemas.openxmlformats.org/officeDocument/2006/relationships" xmlns:p="http://schemas.openxmlformats.org/presentationml/2006/main">
  <p:tag name="VEVOX.NEWWC.WORD" val="X"/>
</p:tagLst>
</file>

<file path=ppt/tags/tag48.xml><?xml version="1.0" encoding="utf-8"?>
<p:tagLst xmlns:a="http://schemas.openxmlformats.org/drawingml/2006/main" xmlns:r="http://schemas.openxmlformats.org/officeDocument/2006/relationships" xmlns:p="http://schemas.openxmlformats.org/presentationml/2006/main">
  <p:tag name="VEVOX.NEWWC.WORD" val="X"/>
</p:tagLst>
</file>

<file path=ppt/tags/tag49.xml><?xml version="1.0" encoding="utf-8"?>
<p:tagLst xmlns:a="http://schemas.openxmlformats.org/drawingml/2006/main" xmlns:r="http://schemas.openxmlformats.org/officeDocument/2006/relationships" xmlns:p="http://schemas.openxmlformats.org/presentationml/2006/main">
  <p:tag name="VEVOX.NEWWC.WORD" val="X"/>
</p:tagLst>
</file>

<file path=ppt/tags/tag50.xml><?xml version="1.0" encoding="utf-8"?>
<p:tagLst xmlns:a="http://schemas.openxmlformats.org/drawingml/2006/main" xmlns:r="http://schemas.openxmlformats.org/officeDocument/2006/relationships" xmlns:p="http://schemas.openxmlformats.org/presentationml/2006/main">
  <p:tag name="VEVOX.NEWWC.WORD" val="X"/>
</p:tagLst>
</file>

<file path=ppt/tags/tag51.xml><?xml version="1.0" encoding="utf-8"?>
<p:tagLst xmlns:a="http://schemas.openxmlformats.org/drawingml/2006/main" xmlns:r="http://schemas.openxmlformats.org/officeDocument/2006/relationships" xmlns:p="http://schemas.openxmlformats.org/presentationml/2006/main">
  <p:tag name="VEVOX.NEWWC.WORD" val="X"/>
</p:tagLst>
</file>

<file path=ppt/tags/tag52.xml><?xml version="1.0" encoding="utf-8"?>
<p:tagLst xmlns:a="http://schemas.openxmlformats.org/drawingml/2006/main" xmlns:r="http://schemas.openxmlformats.org/officeDocument/2006/relationships" xmlns:p="http://schemas.openxmlformats.org/presentationml/2006/main">
  <p:tag name="VEVOX.NEWWC.WORD" val="X"/>
</p:tagLst>
</file>

<file path=ppt/tags/tag53.xml><?xml version="1.0" encoding="utf-8"?>
<p:tagLst xmlns:a="http://schemas.openxmlformats.org/drawingml/2006/main" xmlns:r="http://schemas.openxmlformats.org/officeDocument/2006/relationships" xmlns:p="http://schemas.openxmlformats.org/presentationml/2006/main">
  <p:tag name="VEVOX.NEWWC.WORD" val="X"/>
</p:tagLst>
</file>

<file path=ppt/tags/tag54.xml><?xml version="1.0" encoding="utf-8"?>
<p:tagLst xmlns:a="http://schemas.openxmlformats.org/drawingml/2006/main" xmlns:r="http://schemas.openxmlformats.org/officeDocument/2006/relationships" xmlns:p="http://schemas.openxmlformats.org/presentationml/2006/main">
  <p:tag name="VEVOX.NEWWC.WORD" val="X"/>
</p:tagLst>
</file>

<file path=ppt/tags/tag55.xml><?xml version="1.0" encoding="utf-8"?>
<p:tagLst xmlns:a="http://schemas.openxmlformats.org/drawingml/2006/main" xmlns:r="http://schemas.openxmlformats.org/officeDocument/2006/relationships" xmlns:p="http://schemas.openxmlformats.org/presentationml/2006/main">
  <p:tag name="VEVOX.NEWWC.WORD" val="X"/>
</p:tagLst>
</file>

<file path=ppt/tags/tag56.xml><?xml version="1.0" encoding="utf-8"?>
<p:tagLst xmlns:a="http://schemas.openxmlformats.org/drawingml/2006/main" xmlns:r="http://schemas.openxmlformats.org/officeDocument/2006/relationships" xmlns:p="http://schemas.openxmlformats.org/presentationml/2006/main">
  <p:tag name="VEVOX.NEWWC.WORD" val="X"/>
</p:tagLst>
</file>

<file path=ppt/tags/tag57.xml><?xml version="1.0" encoding="utf-8"?>
<p:tagLst xmlns:a="http://schemas.openxmlformats.org/drawingml/2006/main" xmlns:r="http://schemas.openxmlformats.org/officeDocument/2006/relationships" xmlns:p="http://schemas.openxmlformats.org/presentationml/2006/main">
  <p:tag name="VEVOX.NEWWC.WORD" val="X"/>
</p:tagLst>
</file>

<file path=ppt/tags/tag58.xml><?xml version="1.0" encoding="utf-8"?>
<p:tagLst xmlns:a="http://schemas.openxmlformats.org/drawingml/2006/main" xmlns:r="http://schemas.openxmlformats.org/officeDocument/2006/relationships" xmlns:p="http://schemas.openxmlformats.org/presentationml/2006/main">
  <p:tag name="VEVOX.NEWWC.WORD" val="X"/>
</p:tagLst>
</file>

<file path=ppt/tags/tag59.xml><?xml version="1.0" encoding="utf-8"?>
<p:tagLst xmlns:a="http://schemas.openxmlformats.org/drawingml/2006/main" xmlns:r="http://schemas.openxmlformats.org/officeDocument/2006/relationships" xmlns:p="http://schemas.openxmlformats.org/presentationml/2006/main">
  <p:tag name="VEVOX.NEWWC.WORD" val="X"/>
</p:tagLst>
</file>

<file path=ppt/tags/tag60.xml><?xml version="1.0" encoding="utf-8"?>
<p:tagLst xmlns:a="http://schemas.openxmlformats.org/drawingml/2006/main" xmlns:r="http://schemas.openxmlformats.org/officeDocument/2006/relationships" xmlns:p="http://schemas.openxmlformats.org/presentationml/2006/main">
  <p:tag name="VEVOX.NEWWC.WORD" val="X"/>
</p:tagLst>
</file>

<file path=ppt/tags/tag61.xml><?xml version="1.0" encoding="utf-8"?>
<p:tagLst xmlns:a="http://schemas.openxmlformats.org/drawingml/2006/main" xmlns:r="http://schemas.openxmlformats.org/officeDocument/2006/relationships" xmlns:p="http://schemas.openxmlformats.org/presentationml/2006/main">
  <p:tag name="VEVOX.NEWWC.WORD" val="X"/>
</p:tagLst>
</file>

<file path=ppt/tags/tag62.xml><?xml version="1.0" encoding="utf-8"?>
<p:tagLst xmlns:a="http://schemas.openxmlformats.org/drawingml/2006/main" xmlns:r="http://schemas.openxmlformats.org/officeDocument/2006/relationships" xmlns:p="http://schemas.openxmlformats.org/presentationml/2006/main">
  <p:tag name="VEVOX.NEWWC.WORD" val="X"/>
</p:tagLst>
</file>

<file path=ppt/tags/tag63.xml><?xml version="1.0" encoding="utf-8"?>
<p:tagLst xmlns:a="http://schemas.openxmlformats.org/drawingml/2006/main" xmlns:r="http://schemas.openxmlformats.org/officeDocument/2006/relationships" xmlns:p="http://schemas.openxmlformats.org/presentationml/2006/main">
  <p:tag name="VEVOX.NEWWC.WORD" val="X"/>
</p:tagLst>
</file>

<file path=ppt/tags/tag64.xml><?xml version="1.0" encoding="utf-8"?>
<p:tagLst xmlns:a="http://schemas.openxmlformats.org/drawingml/2006/main" xmlns:r="http://schemas.openxmlformats.org/officeDocument/2006/relationships" xmlns:p="http://schemas.openxmlformats.org/presentationml/2006/main">
  <p:tag name="VEVOX.NEWWC.WORD" val="X"/>
</p:tagLst>
</file>

<file path=ppt/tags/tag65.xml><?xml version="1.0" encoding="utf-8"?>
<p:tagLst xmlns:a="http://schemas.openxmlformats.org/drawingml/2006/main" xmlns:r="http://schemas.openxmlformats.org/officeDocument/2006/relationships" xmlns:p="http://schemas.openxmlformats.org/presentationml/2006/main">
  <p:tag name="VEVOX.NEWWC.WORD" val="X"/>
</p:tagLst>
</file>

<file path=ppt/tags/tag66.xml><?xml version="1.0" encoding="utf-8"?>
<p:tagLst xmlns:a="http://schemas.openxmlformats.org/drawingml/2006/main" xmlns:r="http://schemas.openxmlformats.org/officeDocument/2006/relationships" xmlns:p="http://schemas.openxmlformats.org/presentationml/2006/main">
  <p:tag name="VEVOX.NEWWC.WORD" val="X"/>
</p:tagLst>
</file>

<file path=ppt/tags/tag67.xml><?xml version="1.0" encoding="utf-8"?>
<p:tagLst xmlns:a="http://schemas.openxmlformats.org/drawingml/2006/main" xmlns:r="http://schemas.openxmlformats.org/officeDocument/2006/relationships" xmlns:p="http://schemas.openxmlformats.org/presentationml/2006/main">
  <p:tag name="VEVOX.NEWWC.WORD" val="X"/>
</p:tagLst>
</file>

<file path=ppt/tags/tag68.xml><?xml version="1.0" encoding="utf-8"?>
<p:tagLst xmlns:a="http://schemas.openxmlformats.org/drawingml/2006/main" xmlns:r="http://schemas.openxmlformats.org/officeDocument/2006/relationships" xmlns:p="http://schemas.openxmlformats.org/presentationml/2006/main">
  <p:tag name="VEVOX.NEWWC.WORD" val="X"/>
</p:tagLst>
</file>

<file path=ppt/tags/tag69.xml><?xml version="1.0" encoding="utf-8"?>
<p:tagLst xmlns:a="http://schemas.openxmlformats.org/drawingml/2006/main" xmlns:r="http://schemas.openxmlformats.org/officeDocument/2006/relationships" xmlns:p="http://schemas.openxmlformats.org/presentationml/2006/main">
  <p:tag name="VEVOX.NEWWC.WORD" val="X"/>
</p:tagLst>
</file>

<file path=ppt/tags/tag70.xml><?xml version="1.0" encoding="utf-8"?>
<p:tagLst xmlns:a="http://schemas.openxmlformats.org/drawingml/2006/main" xmlns:r="http://schemas.openxmlformats.org/officeDocument/2006/relationships" xmlns:p="http://schemas.openxmlformats.org/presentationml/2006/main">
  <p:tag name="VEVOX.NEWWC.WORD" val="X"/>
</p:tagLst>
</file>

<file path=ppt/tags/tag71.xml><?xml version="1.0" encoding="utf-8"?>
<p:tagLst xmlns:a="http://schemas.openxmlformats.org/drawingml/2006/main" xmlns:r="http://schemas.openxmlformats.org/officeDocument/2006/relationships" xmlns:p="http://schemas.openxmlformats.org/presentationml/2006/main">
  <p:tag name="VEVOX.NEWWC.WORD" val="X"/>
</p:tagLst>
</file>

<file path=ppt/tags/tag72.xml><?xml version="1.0" encoding="utf-8"?>
<p:tagLst xmlns:a="http://schemas.openxmlformats.org/drawingml/2006/main" xmlns:r="http://schemas.openxmlformats.org/officeDocument/2006/relationships" xmlns:p="http://schemas.openxmlformats.org/presentationml/2006/main">
  <p:tag name="VEVOX.NEWWC.WORD" val="X"/>
</p:tagLst>
</file>

<file path=ppt/tags/tag73.xml><?xml version="1.0" encoding="utf-8"?>
<p:tagLst xmlns:a="http://schemas.openxmlformats.org/drawingml/2006/main" xmlns:r="http://schemas.openxmlformats.org/officeDocument/2006/relationships" xmlns:p="http://schemas.openxmlformats.org/presentationml/2006/main">
  <p:tag name="VEVOX.NEWWC.WORD" val="X"/>
</p:tagLst>
</file>

<file path=ppt/tags/tag74.xml><?xml version="1.0" encoding="utf-8"?>
<p:tagLst xmlns:a="http://schemas.openxmlformats.org/drawingml/2006/main" xmlns:r="http://schemas.openxmlformats.org/officeDocument/2006/relationships" xmlns:p="http://schemas.openxmlformats.org/presentationml/2006/main">
  <p:tag name="VEVOX.NEWWC.WORD" val="X"/>
</p:tagLst>
</file>

<file path=ppt/tags/tag75.xml><?xml version="1.0" encoding="utf-8"?>
<p:tagLst xmlns:a="http://schemas.openxmlformats.org/drawingml/2006/main" xmlns:r="http://schemas.openxmlformats.org/officeDocument/2006/relationships" xmlns:p="http://schemas.openxmlformats.org/presentationml/2006/main">
  <p:tag name="VEVOX.NEWWC.WORD" val="X"/>
</p:tagLst>
</file>

<file path=ppt/tags/tag76.xml><?xml version="1.0" encoding="utf-8"?>
<p:tagLst xmlns:a="http://schemas.openxmlformats.org/drawingml/2006/main" xmlns:r="http://schemas.openxmlformats.org/officeDocument/2006/relationships" xmlns:p="http://schemas.openxmlformats.org/presentationml/2006/main">
  <p:tag name="VEVOX.NEWWC.WORD" val="X"/>
</p:tagLst>
</file>

<file path=ppt/tags/tag77.xml><?xml version="1.0" encoding="utf-8"?>
<p:tagLst xmlns:a="http://schemas.openxmlformats.org/drawingml/2006/main" xmlns:r="http://schemas.openxmlformats.org/officeDocument/2006/relationships" xmlns:p="http://schemas.openxmlformats.org/presentationml/2006/main">
  <p:tag name="VEVOX.NEWWC.WORD" val="X"/>
</p:tagLst>
</file>

<file path=ppt/tags/tag78.xml><?xml version="1.0" encoding="utf-8"?>
<p:tagLst xmlns:a="http://schemas.openxmlformats.org/drawingml/2006/main" xmlns:r="http://schemas.openxmlformats.org/officeDocument/2006/relationships" xmlns:p="http://schemas.openxmlformats.org/presentationml/2006/main">
  <p:tag name="VEVOX.NEWWC.WORD" val="X"/>
</p:tagLst>
</file>

<file path=ppt/tags/tag79.xml><?xml version="1.0" encoding="utf-8"?>
<p:tagLst xmlns:a="http://schemas.openxmlformats.org/drawingml/2006/main" xmlns:r="http://schemas.openxmlformats.org/officeDocument/2006/relationships" xmlns:p="http://schemas.openxmlformats.org/presentationml/2006/main">
  <p:tag name="VEVOX.NEWWC.WORD" val="X"/>
</p:tagLst>
</file>

<file path=ppt/tags/tag80.xml><?xml version="1.0" encoding="utf-8"?>
<p:tagLst xmlns:a="http://schemas.openxmlformats.org/drawingml/2006/main" xmlns:r="http://schemas.openxmlformats.org/officeDocument/2006/relationships" xmlns:p="http://schemas.openxmlformats.org/presentationml/2006/main">
  <p:tag name="VEVOX.NEWWC.WORD" val="X"/>
</p:tagLst>
</file>

<file path=ppt/tags/tag81.xml><?xml version="1.0" encoding="utf-8"?>
<p:tagLst xmlns:a="http://schemas.openxmlformats.org/drawingml/2006/main" xmlns:r="http://schemas.openxmlformats.org/officeDocument/2006/relationships" xmlns:p="http://schemas.openxmlformats.org/presentationml/2006/main">
  <p:tag name="VEVOX.NEWWC.WORD" val="X"/>
</p:tagLst>
</file>

<file path=ppt/tags/tag82.xml><?xml version="1.0" encoding="utf-8"?>
<p:tagLst xmlns:a="http://schemas.openxmlformats.org/drawingml/2006/main" xmlns:r="http://schemas.openxmlformats.org/officeDocument/2006/relationships" xmlns:p="http://schemas.openxmlformats.org/presentationml/2006/main">
  <p:tag name="VEVOX.NEWWC.WORD" val="X"/>
</p:tagLst>
</file>

<file path=ppt/tags/tag83.xml><?xml version="1.0" encoding="utf-8"?>
<p:tagLst xmlns:a="http://schemas.openxmlformats.org/drawingml/2006/main" xmlns:r="http://schemas.openxmlformats.org/officeDocument/2006/relationships" xmlns:p="http://schemas.openxmlformats.org/presentationml/2006/main">
  <p:tag name="VEVOX.NEWWC.WORD" val="X"/>
</p:tagLst>
</file>

<file path=ppt/tags/tag84.xml><?xml version="1.0" encoding="utf-8"?>
<p:tagLst xmlns:a="http://schemas.openxmlformats.org/drawingml/2006/main" xmlns:r="http://schemas.openxmlformats.org/officeDocument/2006/relationships" xmlns:p="http://schemas.openxmlformats.org/presentationml/2006/main">
  <p:tag name="VEVOX.NEWWC.WORD" val="X"/>
</p:tagLst>
</file>

<file path=ppt/tags/tag85.xml><?xml version="1.0" encoding="utf-8"?>
<p:tagLst xmlns:a="http://schemas.openxmlformats.org/drawingml/2006/main" xmlns:r="http://schemas.openxmlformats.org/officeDocument/2006/relationships" xmlns:p="http://schemas.openxmlformats.org/presentationml/2006/main">
  <p:tag name="VEVOX.NEWWC.WORD" val="X"/>
</p:tagLst>
</file>

<file path=ppt/tags/tag86.xml><?xml version="1.0" encoding="utf-8"?>
<p:tagLst xmlns:a="http://schemas.openxmlformats.org/drawingml/2006/main" xmlns:r="http://schemas.openxmlformats.org/officeDocument/2006/relationships" xmlns:p="http://schemas.openxmlformats.org/presentationml/2006/main">
  <p:tag name="VEVOX.NEWWC.WORD" val="X"/>
</p:tagLst>
</file>

<file path=ppt/tags/tag87.xml><?xml version="1.0" encoding="utf-8"?>
<p:tagLst xmlns:a="http://schemas.openxmlformats.org/drawingml/2006/main" xmlns:r="http://schemas.openxmlformats.org/officeDocument/2006/relationships" xmlns:p="http://schemas.openxmlformats.org/presentationml/2006/main">
  <p:tag name="VEVOX.NEWWC.WORD" val="X"/>
</p:tagLst>
</file>

<file path=ppt/tags/tag88.xml><?xml version="1.0" encoding="utf-8"?>
<p:tagLst xmlns:a="http://schemas.openxmlformats.org/drawingml/2006/main" xmlns:r="http://schemas.openxmlformats.org/officeDocument/2006/relationships" xmlns:p="http://schemas.openxmlformats.org/presentationml/2006/main">
  <p:tag name="VEVOX.NEWWC.WORD" val="X"/>
</p:tagLst>
</file>

<file path=ppt/tags/tag89.xml><?xml version="1.0" encoding="utf-8"?>
<p:tagLst xmlns:a="http://schemas.openxmlformats.org/drawingml/2006/main" xmlns:r="http://schemas.openxmlformats.org/officeDocument/2006/relationships" xmlns:p="http://schemas.openxmlformats.org/presentationml/2006/main">
  <p:tag name="VEVOX.NEWWC.WORD" val="X"/>
</p:tagLst>
</file>

<file path=ppt/tags/tag90.xml><?xml version="1.0" encoding="utf-8"?>
<p:tagLst xmlns:a="http://schemas.openxmlformats.org/drawingml/2006/main" xmlns:r="http://schemas.openxmlformats.org/officeDocument/2006/relationships" xmlns:p="http://schemas.openxmlformats.org/presentationml/2006/main">
  <p:tag name="VEVOX.NEWWC.WORD" val="X"/>
</p:tagLst>
</file>

<file path=ppt/tags/tag91.xml><?xml version="1.0" encoding="utf-8"?>
<p:tagLst xmlns:a="http://schemas.openxmlformats.org/drawingml/2006/main" xmlns:r="http://schemas.openxmlformats.org/officeDocument/2006/relationships" xmlns:p="http://schemas.openxmlformats.org/presentationml/2006/main">
  <p:tag name="VEVOX.NEWWC.WORD" val="X"/>
</p:tagLst>
</file>

<file path=ppt/tags/tag92.xml><?xml version="1.0" encoding="utf-8"?>
<p:tagLst xmlns:a="http://schemas.openxmlformats.org/drawingml/2006/main" xmlns:r="http://schemas.openxmlformats.org/officeDocument/2006/relationships" xmlns:p="http://schemas.openxmlformats.org/presentationml/2006/main">
  <p:tag name="VEVOX.NEWWC.WORD" val="X"/>
</p:tagLst>
</file>

<file path=ppt/tags/tag93.xml><?xml version="1.0" encoding="utf-8"?>
<p:tagLst xmlns:a="http://schemas.openxmlformats.org/drawingml/2006/main" xmlns:r="http://schemas.openxmlformats.org/officeDocument/2006/relationships" xmlns:p="http://schemas.openxmlformats.org/presentationml/2006/main">
  <p:tag name="VEVOX.NEWWC.WORD" val="X"/>
</p:tagLst>
</file>

<file path=ppt/tags/tag94.xml><?xml version="1.0" encoding="utf-8"?>
<p:tagLst xmlns:a="http://schemas.openxmlformats.org/drawingml/2006/main" xmlns:r="http://schemas.openxmlformats.org/officeDocument/2006/relationships" xmlns:p="http://schemas.openxmlformats.org/presentationml/2006/main">
  <p:tag name="VEVOX.NEWWC.WORD" val="X"/>
</p:tagLst>
</file>

<file path=ppt/tags/tag95.xml><?xml version="1.0" encoding="utf-8"?>
<p:tagLst xmlns:a="http://schemas.openxmlformats.org/drawingml/2006/main" xmlns:r="http://schemas.openxmlformats.org/officeDocument/2006/relationships" xmlns:p="http://schemas.openxmlformats.org/presentationml/2006/main">
  <p:tag name="VEVOX.NEWWC.WORD" val="X"/>
</p:tagLst>
</file>

<file path=ppt/tags/tag96.xml><?xml version="1.0" encoding="utf-8"?>
<p:tagLst xmlns:a="http://schemas.openxmlformats.org/drawingml/2006/main" xmlns:r="http://schemas.openxmlformats.org/officeDocument/2006/relationships" xmlns:p="http://schemas.openxmlformats.org/presentationml/2006/main">
  <p:tag name="VEVOX.NEWWC.WORD" val="X"/>
</p:tagLst>
</file>

<file path=ppt/tags/tag97.xml><?xml version="1.0" encoding="utf-8"?>
<p:tagLst xmlns:a="http://schemas.openxmlformats.org/drawingml/2006/main" xmlns:r="http://schemas.openxmlformats.org/officeDocument/2006/relationships" xmlns:p="http://schemas.openxmlformats.org/presentationml/2006/main">
  <p:tag name="VEVOX.NEWWC.WORD" val="X"/>
</p:tagLst>
</file>

<file path=ppt/tags/tag98.xml><?xml version="1.0" encoding="utf-8"?>
<p:tagLst xmlns:a="http://schemas.openxmlformats.org/drawingml/2006/main" xmlns:r="http://schemas.openxmlformats.org/officeDocument/2006/relationships" xmlns:p="http://schemas.openxmlformats.org/presentationml/2006/main">
  <p:tag name="VEVOX.NEWWC.WORD" val="X"/>
</p:tagLst>
</file>

<file path=ppt/tags/tag99.xml><?xml version="1.0" encoding="utf-8"?>
<p:tagLst xmlns:a="http://schemas.openxmlformats.org/drawingml/2006/main" xmlns:r="http://schemas.openxmlformats.org/officeDocument/2006/relationships" xmlns:p="http://schemas.openxmlformats.org/presentationml/2006/main">
  <p:tag name="VEVOX.NEWWC.WORD" val="X"/>
</p:tagLst>
</file>

<file path=ppt/tags/tag100.xml><?xml version="1.0" encoding="utf-8"?>
<p:tagLst xmlns:a="http://schemas.openxmlformats.org/drawingml/2006/main" xmlns:r="http://schemas.openxmlformats.org/officeDocument/2006/relationships" xmlns:p="http://schemas.openxmlformats.org/presentationml/2006/main">
  <p:tag name="VEVOX.NEWWC.WORD" val="X"/>
</p:tagLst>
</file>

<file path=ppt/tags/tag101.xml><?xml version="1.0" encoding="utf-8"?>
<p:tagLst xmlns:a="http://schemas.openxmlformats.org/drawingml/2006/main" xmlns:r="http://schemas.openxmlformats.org/officeDocument/2006/relationships" xmlns:p="http://schemas.openxmlformats.org/presentationml/2006/main">
  <p:tag name="VEVOX.NEWWC.WORD" val="X"/>
</p:tagLst>
</file>

<file path=ppt/tags/tag102.xml><?xml version="1.0" encoding="utf-8"?>
<p:tagLst xmlns:a="http://schemas.openxmlformats.org/drawingml/2006/main" xmlns:r="http://schemas.openxmlformats.org/officeDocument/2006/relationships" xmlns:p="http://schemas.openxmlformats.org/presentationml/2006/main">
  <p:tag name="VEVOX.NEWWC.WORD" val="X"/>
</p:tagLst>
</file>

<file path=ppt/tags/tag103.xml><?xml version="1.0" encoding="utf-8"?>
<p:tagLst xmlns:a="http://schemas.openxmlformats.org/drawingml/2006/main" xmlns:r="http://schemas.openxmlformats.org/officeDocument/2006/relationships" xmlns:p="http://schemas.openxmlformats.org/presentationml/2006/main">
  <p:tag name="VEVOX.POLL" val="{&quot;@type&quot;:&quot;MultipleNumericQuestion&quot;,&quot;questionSettings&quot;:{&quot;automaticpolltimer.enabled&quot;:&quot;false&quot;,&quot;polltimerMusic.src&quot;:&quot;/static/audios/vevox/chill.mp3&quot;,&quot;resultsonpollopen.enabled&quot;:&quot;1&quot;,&quot;polltimerMusic.enabled&quot;:&quot;true&quot;,&quot;voting.choiceResultFormat&quot;:&quot;%&quot;,&quot;resultsonpollclose.enabled&quot;:&quot;1&quot;},&quot;alias&quot;:null,&quot;lowerCaseAlias&quot;:&quot;&quot;,&quot;id&quot;:&quot;5084909&quot;,&quot;text&quot;:&quot;&lt;p&gt;artificial general intelligence&lt;/p&gt;&quot;,&quot;uiType&quot;:&quot;ratingscale&quot;,&quot;minLabel&quot;:&quot;no&quot;,&quot;maxLabel&quot;:&quot;yes&quot;,&quot;min&quot;:1,&quot;max&quot;:7,&quot;numberOfDecimals&quot;:0,&quot;items&quot;:[{&quot;itemId&quot;:&quot;cf52fe44-27a1-4954-b921-459c09758629&quot;,&quot;sequence&quot;:0,&quot;alias&quot;:null,&quot;text&quot;:&quot;We are very close to AGI&quot;},{&quot;itemId&quot;:&quot;c706fc25-a6d4-43d3-a28c-13bdfffdebf7&quot;,&quot;sequence&quot;:1,&quot;alias&quot;:null,&quot;text&quot;:&quot;AGI is inevitable?&quot;}],&quot;image&quot;:null}"/>
  <p:tag name="VEVOX.ORIGIN.SESSION.ID" val="788273"/>
  <p:tag name="VEVOX.ORIGIN.QUESTION.ID" val="5084909"/>
  <p:tag name="VEVOX.QUESTIONSLIDEID" val="316#2026791912/676072961"/>
  <p:tag name="VEVOX.SLIDEFORMAT.VERSION" val="1.018"/>
  <p:tag name="VEVOX.HASRESULTS" val="true"/>
</p:tagLst>
</file>

<file path=ppt/tags/tag104.xml><?xml version="1.0" encoding="utf-8"?>
<p:tagLst xmlns:a="http://schemas.openxmlformats.org/drawingml/2006/main" xmlns:r="http://schemas.openxmlformats.org/officeDocument/2006/relationships" xmlns:p="http://schemas.openxmlformats.org/presentationml/2006/main">
  <p:tag name="VEVOX.QUESTION" val="artificial general intelligence"/>
</p:tagLst>
</file>

<file path=ppt/tags/tag105.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06.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107.xml><?xml version="1.0" encoding="utf-8"?>
<p:tagLst xmlns:a="http://schemas.openxmlformats.org/drawingml/2006/main" xmlns:r="http://schemas.openxmlformats.org/officeDocument/2006/relationships" xmlns:p="http://schemas.openxmlformats.org/presentationml/2006/main">
  <p:tag name="VEVOX.COUNTDOWNTIMER.DISPLAY" val="{&quot;left&quot;:653,&quot;top&quot;:473,&quot;width&quot;:60,&quot;height&quot;:60}"/>
</p:tagLst>
</file>

<file path=ppt/tags/tag108.xml><?xml version="1.0" encoding="utf-8"?>
<p:tagLst xmlns:a="http://schemas.openxmlformats.org/drawingml/2006/main" xmlns:r="http://schemas.openxmlformats.org/officeDocument/2006/relationships" xmlns:p="http://schemas.openxmlformats.org/presentationml/2006/main">
  <p:tag name="VEVOX.MULTINUMERIC.MINLABEL" val="X"/>
</p:tagLst>
</file>

<file path=ppt/tags/tag109.xml><?xml version="1.0" encoding="utf-8"?>
<p:tagLst xmlns:a="http://schemas.openxmlformats.org/drawingml/2006/main" xmlns:r="http://schemas.openxmlformats.org/officeDocument/2006/relationships" xmlns:p="http://schemas.openxmlformats.org/presentationml/2006/main">
  <p:tag name="VEVOX.MULTINUMERIC.MAXLABEL" val="X"/>
</p:tagLst>
</file>

<file path=ppt/tags/tag110.xml><?xml version="1.0" encoding="utf-8"?>
<p:tagLst xmlns:a="http://schemas.openxmlformats.org/drawingml/2006/main" xmlns:r="http://schemas.openxmlformats.org/officeDocument/2006/relationships" xmlns:p="http://schemas.openxmlformats.org/presentationml/2006/main">
  <p:tag name="VEVOX.TITLE" val="TITLE1"/>
</p:tagLst>
</file>

<file path=ppt/tags/tag111.xml><?xml version="1.0" encoding="utf-8"?>
<p:tagLst xmlns:a="http://schemas.openxmlformats.org/drawingml/2006/main" xmlns:r="http://schemas.openxmlformats.org/officeDocument/2006/relationships" xmlns:p="http://schemas.openxmlformats.org/presentationml/2006/main">
  <p:tag name="VEVOX.TITLE" val="TITLE2"/>
</p:tagLst>
</file>

<file path=ppt/tags/tag112.xml><?xml version="1.0" encoding="utf-8"?>
<p:tagLst xmlns:a="http://schemas.openxmlformats.org/drawingml/2006/main" xmlns:r="http://schemas.openxmlformats.org/officeDocument/2006/relationships" xmlns:p="http://schemas.openxmlformats.org/presentationml/2006/main">
  <p:tag name="VEVOX.MULTINUMERIC.COSMETICLINE.LEFT" val="X"/>
</p:tagLst>
</file>

<file path=ppt/tags/tag113.xml><?xml version="1.0" encoding="utf-8"?>
<p:tagLst xmlns:a="http://schemas.openxmlformats.org/drawingml/2006/main" xmlns:r="http://schemas.openxmlformats.org/officeDocument/2006/relationships" xmlns:p="http://schemas.openxmlformats.org/presentationml/2006/main">
  <p:tag name="VEVOX.MULTINUMERIC.COSMETICLINE.RIGHT" val="X"/>
</p:tagLst>
</file>

<file path=ppt/tags/tag114.xml><?xml version="1.0" encoding="utf-8"?>
<p:tagLst xmlns:a="http://schemas.openxmlformats.org/drawingml/2006/main" xmlns:r="http://schemas.openxmlformats.org/officeDocument/2006/relationships" xmlns:p="http://schemas.openxmlformats.org/presentationml/2006/main">
  <p:tag name="VEVOX.POLL" val="{&quot;id&quot;:&quot;5119766&quot;,&quot;questionSettings&quot;:{},&quot;alias&quot;:&quot;&quot;,&quot;wordCloudQuestion&quot;:true,&quot;resultFormat&quot;:&quot;WORD_CLOUD2&quot;,&quot;text&quot;:&quot;&lt;p&gt;What is missing from current abilities of AI?&lt;/p&gt;&quot;,&quot;@type&quot;:&quot;OpenTextQuestion&quot;,&quot;correctAnswers&quot;:[],&quot;image&quot;:null}"/>
  <p:tag name="VEVOX.ORIGIN.SESSION.ID" val="788273"/>
  <p:tag name="VEVOX.ORIGIN.QUESTION.ID" val="5119766"/>
  <p:tag name="VEVOX.QUESTIONSLIDEID" val="319#3713572063/899603745"/>
  <p:tag name="VEVOX.SLIDEFORMAT.VERSION" val="1.018"/>
  <p:tag name="VEVOX.ACCENTCATCHERS" val="[&quot;6&quot;,&quot;4&quot;,&quot;5&quot;,&quot;7&quot;,&quot;8&quot;,&quot;9&quot;]"/>
  <p:tag name="VEVOX.HASRESULTS" val="true"/>
</p:tagLst>
</file>

<file path=ppt/tags/tag115.xml><?xml version="1.0" encoding="utf-8"?>
<p:tagLst xmlns:a="http://schemas.openxmlformats.org/drawingml/2006/main" xmlns:r="http://schemas.openxmlformats.org/officeDocument/2006/relationships" xmlns:p="http://schemas.openxmlformats.org/presentationml/2006/main">
  <p:tag name="VEVOX.QUESTION" val="What is missing from current abilities of AI?"/>
</p:tagLst>
</file>

<file path=ppt/tags/tag116.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17.xml><?xml version="1.0" encoding="utf-8"?>
<p:tagLst xmlns:a="http://schemas.openxmlformats.org/drawingml/2006/main" xmlns:r="http://schemas.openxmlformats.org/officeDocument/2006/relationships" xmlns:p="http://schemas.openxmlformats.org/presentationml/2006/main">
  <p:tag name="VEVOX.ACCENTCOPY" val="2"/>
</p:tagLst>
</file>

<file path=ppt/tags/tag118.xml><?xml version="1.0" encoding="utf-8"?>
<p:tagLst xmlns:a="http://schemas.openxmlformats.org/drawingml/2006/main" xmlns:r="http://schemas.openxmlformats.org/officeDocument/2006/relationships" xmlns:p="http://schemas.openxmlformats.org/presentationml/2006/main">
  <p:tag name="VEVOX.ACCENTCOPY" val="3"/>
</p:tagLst>
</file>

<file path=ppt/tags/tag119.xml><?xml version="1.0" encoding="utf-8"?>
<p:tagLst xmlns:a="http://schemas.openxmlformats.org/drawingml/2006/main" xmlns:r="http://schemas.openxmlformats.org/officeDocument/2006/relationships" xmlns:p="http://schemas.openxmlformats.org/presentationml/2006/main">
  <p:tag name="VEVOX.ACCENTCOPY" val="1"/>
</p:tagLst>
</file>

<file path=ppt/tags/tag120.xml><?xml version="1.0" encoding="utf-8"?>
<p:tagLst xmlns:a="http://schemas.openxmlformats.org/drawingml/2006/main" xmlns:r="http://schemas.openxmlformats.org/officeDocument/2006/relationships" xmlns:p="http://schemas.openxmlformats.org/presentationml/2006/main">
  <p:tag name="VEVOX.ACCENTCOPY" val="4"/>
</p:tagLst>
</file>

<file path=ppt/tags/tag121.xml><?xml version="1.0" encoding="utf-8"?>
<p:tagLst xmlns:a="http://schemas.openxmlformats.org/drawingml/2006/main" xmlns:r="http://schemas.openxmlformats.org/officeDocument/2006/relationships" xmlns:p="http://schemas.openxmlformats.org/presentationml/2006/main">
  <p:tag name="VEVOX.ACCENTCOPY" val="5"/>
</p:tagLst>
</file>

<file path=ppt/tags/tag122.xml><?xml version="1.0" encoding="utf-8"?>
<p:tagLst xmlns:a="http://schemas.openxmlformats.org/drawingml/2006/main" xmlns:r="http://schemas.openxmlformats.org/officeDocument/2006/relationships" xmlns:p="http://schemas.openxmlformats.org/presentationml/2006/main">
  <p:tag name="VEVOX.ACCENTCOPY" val="6"/>
</p:tagLst>
</file>

<file path=ppt/tags/tag123.xml><?xml version="1.0" encoding="utf-8"?>
<p:tagLst xmlns:a="http://schemas.openxmlformats.org/drawingml/2006/main" xmlns:r="http://schemas.openxmlformats.org/officeDocument/2006/relationships" xmlns:p="http://schemas.openxmlformats.org/presentationml/2006/main">
  <p:tag name="VEVOX.COUNTDOWNTIMER.DISPLAY" val="{&quot;left&quot;:653,&quot;top&quot;:473,&quot;width&quot;:60,&quot;height&quot;:60}"/>
</p:tagLst>
</file>

<file path=ppt/tags/tag124.xml><?xml version="1.0" encoding="utf-8"?>
<p:tagLst xmlns:a="http://schemas.openxmlformats.org/drawingml/2006/main" xmlns:r="http://schemas.openxmlformats.org/officeDocument/2006/relationships" xmlns:p="http://schemas.openxmlformats.org/presentationml/2006/main">
  <p:tag name="VEVOX.NEWWC.CONTENT" val="X"/>
</p:tagLst>
</file>

<file path=ppt/tags/tag125.xml><?xml version="1.0" encoding="utf-8"?>
<p:tagLst xmlns:a="http://schemas.openxmlformats.org/drawingml/2006/main" xmlns:r="http://schemas.openxmlformats.org/officeDocument/2006/relationships" xmlns:p="http://schemas.openxmlformats.org/presentationml/2006/main">
  <p:tag name="VEVOX.RESULT" val="{&quot;id&quot;:&quot;5119766&quot;,&quot;questionSettings&quot;:{},&quot;alias&quot;:&quot;&quot;,&quot;wordCloudQuestion&quot;:true,&quot;resultFormat&quot;:&quot;WORD_CLOUD2&quot;,&quot;text&quot;:&quot;&lt;p&gt;What is missing from current abilities of AI?&lt;/p&gt;&quot;,&quot;@type&quot;:&quot;OpenTextQuestion&quot;,&quot;correctAnswers&quot;:[],&quot;image&quot;:null}"/>
  <p:tag name="VEVOX.QUESTIONSLIDEID" val="319#3713572063/899603745"/>
  <p:tag name="VEVOX.SLIDEFORMAT.VERSION" val="1.018"/>
  <p:tag name="VEVOX.ACCENTCATCHERS" val="[&quot;6&quot;,&quot;4&quot;,&quot;5&quot;,&quot;7&quot;,&quot;8&quot;,&quot;9&quot;]"/>
  <p:tag name="VEVOX.HASRESULTS" val="true"/>
</p:tagLst>
</file>

<file path=ppt/tags/tag126.xml><?xml version="1.0" encoding="utf-8"?>
<p:tagLst xmlns:a="http://schemas.openxmlformats.org/drawingml/2006/main" xmlns:r="http://schemas.openxmlformats.org/officeDocument/2006/relationships" xmlns:p="http://schemas.openxmlformats.org/presentationml/2006/main">
  <p:tag name="VEVOX.QUESTION" val="What is missing from current abilities of AI?"/>
</p:tagLst>
</file>

<file path=ppt/tags/tag127.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28.xml><?xml version="1.0" encoding="utf-8"?>
<p:tagLst xmlns:a="http://schemas.openxmlformats.org/drawingml/2006/main" xmlns:r="http://schemas.openxmlformats.org/officeDocument/2006/relationships" xmlns:p="http://schemas.openxmlformats.org/presentationml/2006/main">
  <p:tag name="VEVOX.ACCENTCOPY" val="2"/>
</p:tagLst>
</file>

<file path=ppt/tags/tag129.xml><?xml version="1.0" encoding="utf-8"?>
<p:tagLst xmlns:a="http://schemas.openxmlformats.org/drawingml/2006/main" xmlns:r="http://schemas.openxmlformats.org/officeDocument/2006/relationships" xmlns:p="http://schemas.openxmlformats.org/presentationml/2006/main">
  <p:tag name="VEVOX.ACCENTCOPY" val="3"/>
</p:tagLst>
</file>

<file path=ppt/tags/tag130.xml><?xml version="1.0" encoding="utf-8"?>
<p:tagLst xmlns:a="http://schemas.openxmlformats.org/drawingml/2006/main" xmlns:r="http://schemas.openxmlformats.org/officeDocument/2006/relationships" xmlns:p="http://schemas.openxmlformats.org/presentationml/2006/main">
  <p:tag name="VEVOX.ACCENTCOPY" val="1"/>
</p:tagLst>
</file>

<file path=ppt/tags/tag131.xml><?xml version="1.0" encoding="utf-8"?>
<p:tagLst xmlns:a="http://schemas.openxmlformats.org/drawingml/2006/main" xmlns:r="http://schemas.openxmlformats.org/officeDocument/2006/relationships" xmlns:p="http://schemas.openxmlformats.org/presentationml/2006/main">
  <p:tag name="VEVOX.ACCENTCOPY" val="4"/>
</p:tagLst>
</file>

<file path=ppt/tags/tag132.xml><?xml version="1.0" encoding="utf-8"?>
<p:tagLst xmlns:a="http://schemas.openxmlformats.org/drawingml/2006/main" xmlns:r="http://schemas.openxmlformats.org/officeDocument/2006/relationships" xmlns:p="http://schemas.openxmlformats.org/presentationml/2006/main">
  <p:tag name="VEVOX.ACCENTCOPY" val="5"/>
</p:tagLst>
</file>

<file path=ppt/tags/tag133.xml><?xml version="1.0" encoding="utf-8"?>
<p:tagLst xmlns:a="http://schemas.openxmlformats.org/drawingml/2006/main" xmlns:r="http://schemas.openxmlformats.org/officeDocument/2006/relationships" xmlns:p="http://schemas.openxmlformats.org/presentationml/2006/main">
  <p:tag name="VEVOX.ACCENTCOPY" val="6"/>
</p:tagLst>
</file>

<file path=ppt/tags/tag134.xml><?xml version="1.0" encoding="utf-8"?>
<p:tagLst xmlns:a="http://schemas.openxmlformats.org/drawingml/2006/main" xmlns:r="http://schemas.openxmlformats.org/officeDocument/2006/relationships" xmlns:p="http://schemas.openxmlformats.org/presentationml/2006/main">
  <p:tag name="VEVOX.NEWWC.CONTENT" val="X"/>
</p:tagLst>
</file>

<file path=ppt/tags/tag135.xml><?xml version="1.0" encoding="utf-8"?>
<p:tagLst xmlns:a="http://schemas.openxmlformats.org/drawingml/2006/main" xmlns:r="http://schemas.openxmlformats.org/officeDocument/2006/relationships" xmlns:p="http://schemas.openxmlformats.org/presentationml/2006/main">
  <p:tag name="VEVOX.NEWWC.WORD" val="X"/>
</p:tagLst>
</file>

<file path=ppt/tags/tag136.xml><?xml version="1.0" encoding="utf-8"?>
<p:tagLst xmlns:a="http://schemas.openxmlformats.org/drawingml/2006/main" xmlns:r="http://schemas.openxmlformats.org/officeDocument/2006/relationships" xmlns:p="http://schemas.openxmlformats.org/presentationml/2006/main">
  <p:tag name="VEVOX.NEWWC.WORD" val="X"/>
</p:tagLst>
</file>

<file path=ppt/tags/tag137.xml><?xml version="1.0" encoding="utf-8"?>
<p:tagLst xmlns:a="http://schemas.openxmlformats.org/drawingml/2006/main" xmlns:r="http://schemas.openxmlformats.org/officeDocument/2006/relationships" xmlns:p="http://schemas.openxmlformats.org/presentationml/2006/main">
  <p:tag name="VEVOX.NEWWC.WORD" val="X"/>
</p:tagLst>
</file>

<file path=ppt/tags/tag138.xml><?xml version="1.0" encoding="utf-8"?>
<p:tagLst xmlns:a="http://schemas.openxmlformats.org/drawingml/2006/main" xmlns:r="http://schemas.openxmlformats.org/officeDocument/2006/relationships" xmlns:p="http://schemas.openxmlformats.org/presentationml/2006/main">
  <p:tag name="VEVOX.NEWWC.WORD" val="X"/>
</p:tagLst>
</file>

<file path=ppt/tags/tag139.xml><?xml version="1.0" encoding="utf-8"?>
<p:tagLst xmlns:a="http://schemas.openxmlformats.org/drawingml/2006/main" xmlns:r="http://schemas.openxmlformats.org/officeDocument/2006/relationships" xmlns:p="http://schemas.openxmlformats.org/presentationml/2006/main">
  <p:tag name="VEVOX.NEWWC.WORD" val="X"/>
</p:tagLst>
</file>

<file path=ppt/tags/tag140.xml><?xml version="1.0" encoding="utf-8"?>
<p:tagLst xmlns:a="http://schemas.openxmlformats.org/drawingml/2006/main" xmlns:r="http://schemas.openxmlformats.org/officeDocument/2006/relationships" xmlns:p="http://schemas.openxmlformats.org/presentationml/2006/main">
  <p:tag name="VEVOX.NEWWC.WORD" val="X"/>
</p:tagLst>
</file>

<file path=ppt/tags/tag141.xml><?xml version="1.0" encoding="utf-8"?>
<p:tagLst xmlns:a="http://schemas.openxmlformats.org/drawingml/2006/main" xmlns:r="http://schemas.openxmlformats.org/officeDocument/2006/relationships" xmlns:p="http://schemas.openxmlformats.org/presentationml/2006/main">
  <p:tag name="VEVOX.NEWWC.WORD" val="X"/>
</p:tagLst>
</file>

<file path=ppt/tags/tag142.xml><?xml version="1.0" encoding="utf-8"?>
<p:tagLst xmlns:a="http://schemas.openxmlformats.org/drawingml/2006/main" xmlns:r="http://schemas.openxmlformats.org/officeDocument/2006/relationships" xmlns:p="http://schemas.openxmlformats.org/presentationml/2006/main">
  <p:tag name="VEVOX.NEWWC.WORD" val="X"/>
</p:tagLst>
</file>

<file path=ppt/tags/tag143.xml><?xml version="1.0" encoding="utf-8"?>
<p:tagLst xmlns:a="http://schemas.openxmlformats.org/drawingml/2006/main" xmlns:r="http://schemas.openxmlformats.org/officeDocument/2006/relationships" xmlns:p="http://schemas.openxmlformats.org/presentationml/2006/main">
  <p:tag name="VEVOX.NEWWC.WORD" val="X"/>
</p:tagLst>
</file>

<file path=ppt/tags/tag144.xml><?xml version="1.0" encoding="utf-8"?>
<p:tagLst xmlns:a="http://schemas.openxmlformats.org/drawingml/2006/main" xmlns:r="http://schemas.openxmlformats.org/officeDocument/2006/relationships" xmlns:p="http://schemas.openxmlformats.org/presentationml/2006/main">
  <p:tag name="VEVOX.NEWWC.WORD" val="X"/>
</p:tagLst>
</file>

<file path=ppt/tags/tag145.xml><?xml version="1.0" encoding="utf-8"?>
<p:tagLst xmlns:a="http://schemas.openxmlformats.org/drawingml/2006/main" xmlns:r="http://schemas.openxmlformats.org/officeDocument/2006/relationships" xmlns:p="http://schemas.openxmlformats.org/presentationml/2006/main">
  <p:tag name="VEVOX.NEWWC.WORD" val="X"/>
</p:tagLst>
</file>

<file path=ppt/tags/tag146.xml><?xml version="1.0" encoding="utf-8"?>
<p:tagLst xmlns:a="http://schemas.openxmlformats.org/drawingml/2006/main" xmlns:r="http://schemas.openxmlformats.org/officeDocument/2006/relationships" xmlns:p="http://schemas.openxmlformats.org/presentationml/2006/main">
  <p:tag name="VEVOX.NEWWC.WORD" val="X"/>
</p:tagLst>
</file>

<file path=ppt/tags/tag147.xml><?xml version="1.0" encoding="utf-8"?>
<p:tagLst xmlns:a="http://schemas.openxmlformats.org/drawingml/2006/main" xmlns:r="http://schemas.openxmlformats.org/officeDocument/2006/relationships" xmlns:p="http://schemas.openxmlformats.org/presentationml/2006/main">
  <p:tag name="VEVOX.NEWWC.WORD" val="X"/>
</p:tagLst>
</file>

<file path=ppt/tags/tag148.xml><?xml version="1.0" encoding="utf-8"?>
<p:tagLst xmlns:a="http://schemas.openxmlformats.org/drawingml/2006/main" xmlns:r="http://schemas.openxmlformats.org/officeDocument/2006/relationships" xmlns:p="http://schemas.openxmlformats.org/presentationml/2006/main">
  <p:tag name="VEVOX.NEWWC.WORD" val="X"/>
</p:tagLst>
</file>

<file path=ppt/tags/tag149.xml><?xml version="1.0" encoding="utf-8"?>
<p:tagLst xmlns:a="http://schemas.openxmlformats.org/drawingml/2006/main" xmlns:r="http://schemas.openxmlformats.org/officeDocument/2006/relationships" xmlns:p="http://schemas.openxmlformats.org/presentationml/2006/main">
  <p:tag name="VEVOX.NEWWC.WORD" val="X"/>
</p:tagLst>
</file>

<file path=ppt/tags/tag150.xml><?xml version="1.0" encoding="utf-8"?>
<p:tagLst xmlns:a="http://schemas.openxmlformats.org/drawingml/2006/main" xmlns:r="http://schemas.openxmlformats.org/officeDocument/2006/relationships" xmlns:p="http://schemas.openxmlformats.org/presentationml/2006/main">
  <p:tag name="VEVOX.NEWWC.WORD" val="X"/>
</p:tagLst>
</file>

<file path=ppt/tags/tag151.xml><?xml version="1.0" encoding="utf-8"?>
<p:tagLst xmlns:a="http://schemas.openxmlformats.org/drawingml/2006/main" xmlns:r="http://schemas.openxmlformats.org/officeDocument/2006/relationships" xmlns:p="http://schemas.openxmlformats.org/presentationml/2006/main">
  <p:tag name="VEVOX.NEWWC.WORD" val="X"/>
</p:tagLst>
</file>

<file path=ppt/tags/tag152.xml><?xml version="1.0" encoding="utf-8"?>
<p:tagLst xmlns:a="http://schemas.openxmlformats.org/drawingml/2006/main" xmlns:r="http://schemas.openxmlformats.org/officeDocument/2006/relationships" xmlns:p="http://schemas.openxmlformats.org/presentationml/2006/main">
  <p:tag name="VEVOX.NEWWC.WORD" val="X"/>
</p:tagLst>
</file>

<file path=ppt/tags/tag153.xml><?xml version="1.0" encoding="utf-8"?>
<p:tagLst xmlns:a="http://schemas.openxmlformats.org/drawingml/2006/main" xmlns:r="http://schemas.openxmlformats.org/officeDocument/2006/relationships" xmlns:p="http://schemas.openxmlformats.org/presentationml/2006/main">
  <p:tag name="VEVOX.NEWWC.WORD" val="X"/>
</p:tagLst>
</file>

<file path=ppt/tags/tag154.xml><?xml version="1.0" encoding="utf-8"?>
<p:tagLst xmlns:a="http://schemas.openxmlformats.org/drawingml/2006/main" xmlns:r="http://schemas.openxmlformats.org/officeDocument/2006/relationships" xmlns:p="http://schemas.openxmlformats.org/presentationml/2006/main">
  <p:tag name="VEVOX.NEWWC.WORD" val="X"/>
</p:tagLst>
</file>

<file path=ppt/tags/tag155.xml><?xml version="1.0" encoding="utf-8"?>
<p:tagLst xmlns:a="http://schemas.openxmlformats.org/drawingml/2006/main" xmlns:r="http://schemas.openxmlformats.org/officeDocument/2006/relationships" xmlns:p="http://schemas.openxmlformats.org/presentationml/2006/main">
  <p:tag name="VEVOX.NEWWC.WORD" val="X"/>
</p:tagLst>
</file>

<file path=ppt/tags/tag156.xml><?xml version="1.0" encoding="utf-8"?>
<p:tagLst xmlns:a="http://schemas.openxmlformats.org/drawingml/2006/main" xmlns:r="http://schemas.openxmlformats.org/officeDocument/2006/relationships" xmlns:p="http://schemas.openxmlformats.org/presentationml/2006/main">
  <p:tag name="VEVOX.NEWWC.WORD" val="X"/>
</p:tagLst>
</file>

<file path=ppt/tags/tag157.xml><?xml version="1.0" encoding="utf-8"?>
<p:tagLst xmlns:a="http://schemas.openxmlformats.org/drawingml/2006/main" xmlns:r="http://schemas.openxmlformats.org/officeDocument/2006/relationships" xmlns:p="http://schemas.openxmlformats.org/presentationml/2006/main">
  <p:tag name="VEVOX.NEWWC.WORD" val="X"/>
</p:tagLst>
</file>

<file path=ppt/tags/tag158.xml><?xml version="1.0" encoding="utf-8"?>
<p:tagLst xmlns:a="http://schemas.openxmlformats.org/drawingml/2006/main" xmlns:r="http://schemas.openxmlformats.org/officeDocument/2006/relationships" xmlns:p="http://schemas.openxmlformats.org/presentationml/2006/main">
  <p:tag name="VEVOX.NEWWC.WORD" val="X"/>
</p:tagLst>
</file>

<file path=ppt/tags/tag159.xml><?xml version="1.0" encoding="utf-8"?>
<p:tagLst xmlns:a="http://schemas.openxmlformats.org/drawingml/2006/main" xmlns:r="http://schemas.openxmlformats.org/officeDocument/2006/relationships" xmlns:p="http://schemas.openxmlformats.org/presentationml/2006/main">
  <p:tag name="VEVOX.NEWWC.WORD" val="X"/>
</p:tagLst>
</file>

<file path=ppt/tags/tag160.xml><?xml version="1.0" encoding="utf-8"?>
<p:tagLst xmlns:a="http://schemas.openxmlformats.org/drawingml/2006/main" xmlns:r="http://schemas.openxmlformats.org/officeDocument/2006/relationships" xmlns:p="http://schemas.openxmlformats.org/presentationml/2006/main">
  <p:tag name="VEVOX.NEWWC.WORD" val="X"/>
</p:tagLst>
</file>

<file path=ppt/tags/tag161.xml><?xml version="1.0" encoding="utf-8"?>
<p:tagLst xmlns:a="http://schemas.openxmlformats.org/drawingml/2006/main" xmlns:r="http://schemas.openxmlformats.org/officeDocument/2006/relationships" xmlns:p="http://schemas.openxmlformats.org/presentationml/2006/main">
  <p:tag name="VEVOX.NEWWC.WORD" val="X"/>
</p:tagLst>
</file>

<file path=ppt/tags/tag162.xml><?xml version="1.0" encoding="utf-8"?>
<p:tagLst xmlns:a="http://schemas.openxmlformats.org/drawingml/2006/main" xmlns:r="http://schemas.openxmlformats.org/officeDocument/2006/relationships" xmlns:p="http://schemas.openxmlformats.org/presentationml/2006/main">
  <p:tag name="VEVOX.NEWWC.WORD" val="X"/>
</p:tagLst>
</file>

<file path=ppt/tags/tag163.xml><?xml version="1.0" encoding="utf-8"?>
<p:tagLst xmlns:a="http://schemas.openxmlformats.org/drawingml/2006/main" xmlns:r="http://schemas.openxmlformats.org/officeDocument/2006/relationships" xmlns:p="http://schemas.openxmlformats.org/presentationml/2006/main">
  <p:tag name="VEVOX.NEWWC.WORD" val="X"/>
</p:tagLst>
</file>

<file path=ppt/tags/tag164.xml><?xml version="1.0" encoding="utf-8"?>
<p:tagLst xmlns:a="http://schemas.openxmlformats.org/drawingml/2006/main" xmlns:r="http://schemas.openxmlformats.org/officeDocument/2006/relationships" xmlns:p="http://schemas.openxmlformats.org/presentationml/2006/main">
  <p:tag name="VEVOX.NEWWC.WORD" val="X"/>
</p:tagLst>
</file>

<file path=ppt/tags/tag165.xml><?xml version="1.0" encoding="utf-8"?>
<p:tagLst xmlns:a="http://schemas.openxmlformats.org/drawingml/2006/main" xmlns:r="http://schemas.openxmlformats.org/officeDocument/2006/relationships" xmlns:p="http://schemas.openxmlformats.org/presentationml/2006/main">
  <p:tag name="VEVOX.NEWWC.WORD" val="X"/>
</p:tagLst>
</file>

<file path=ppt/tags/tag166.xml><?xml version="1.0" encoding="utf-8"?>
<p:tagLst xmlns:a="http://schemas.openxmlformats.org/drawingml/2006/main" xmlns:r="http://schemas.openxmlformats.org/officeDocument/2006/relationships" xmlns:p="http://schemas.openxmlformats.org/presentationml/2006/main">
  <p:tag name="VEVOX.NEWWC.WORD" val="X"/>
</p:tagLst>
</file>

<file path=ppt/tags/tag167.xml><?xml version="1.0" encoding="utf-8"?>
<p:tagLst xmlns:a="http://schemas.openxmlformats.org/drawingml/2006/main" xmlns:r="http://schemas.openxmlformats.org/officeDocument/2006/relationships" xmlns:p="http://schemas.openxmlformats.org/presentationml/2006/main">
  <p:tag name="VEVOX.NEWWC.WORD" val="X"/>
</p:tagLst>
</file>

<file path=ppt/tags/tag168.xml><?xml version="1.0" encoding="utf-8"?>
<p:tagLst xmlns:a="http://schemas.openxmlformats.org/drawingml/2006/main" xmlns:r="http://schemas.openxmlformats.org/officeDocument/2006/relationships" xmlns:p="http://schemas.openxmlformats.org/presentationml/2006/main">
  <p:tag name="VEVOX.NEWWC.WORD" val="X"/>
</p:tagLst>
</file>

<file path=ppt/tags/tag169.xml><?xml version="1.0" encoding="utf-8"?>
<p:tagLst xmlns:a="http://schemas.openxmlformats.org/drawingml/2006/main" xmlns:r="http://schemas.openxmlformats.org/officeDocument/2006/relationships" xmlns:p="http://schemas.openxmlformats.org/presentationml/2006/main">
  <p:tag name="VEVOX.NEWWC.WORD" val="X"/>
</p:tagLst>
</file>

<file path=ppt/tags/tag170.xml><?xml version="1.0" encoding="utf-8"?>
<p:tagLst xmlns:a="http://schemas.openxmlformats.org/drawingml/2006/main" xmlns:r="http://schemas.openxmlformats.org/officeDocument/2006/relationships" xmlns:p="http://schemas.openxmlformats.org/presentationml/2006/main">
  <p:tag name="VEVOX.NEWWC.WORD" val="X"/>
</p:tagLst>
</file>

<file path=ppt/tags/tag171.xml><?xml version="1.0" encoding="utf-8"?>
<p:tagLst xmlns:a="http://schemas.openxmlformats.org/drawingml/2006/main" xmlns:r="http://schemas.openxmlformats.org/officeDocument/2006/relationships" xmlns:p="http://schemas.openxmlformats.org/presentationml/2006/main">
  <p:tag name="VEVOX.NEWWC.WORD" val="X"/>
</p:tagLst>
</file>

<file path=ppt/tags/tag172.xml><?xml version="1.0" encoding="utf-8"?>
<p:tagLst xmlns:a="http://schemas.openxmlformats.org/drawingml/2006/main" xmlns:r="http://schemas.openxmlformats.org/officeDocument/2006/relationships" xmlns:p="http://schemas.openxmlformats.org/presentationml/2006/main">
  <p:tag name="VEVOX.NEWWC.WORD" val="X"/>
</p:tagLst>
</file>

<file path=ppt/tags/tag173.xml><?xml version="1.0" encoding="utf-8"?>
<p:tagLst xmlns:a="http://schemas.openxmlformats.org/drawingml/2006/main" xmlns:r="http://schemas.openxmlformats.org/officeDocument/2006/relationships" xmlns:p="http://schemas.openxmlformats.org/presentationml/2006/main">
  <p:tag name="VEVOX.NEWWC.WORD" val="X"/>
</p:tagLst>
</file>

<file path=ppt/tags/tag174.xml><?xml version="1.0" encoding="utf-8"?>
<p:tagLst xmlns:a="http://schemas.openxmlformats.org/drawingml/2006/main" xmlns:r="http://schemas.openxmlformats.org/officeDocument/2006/relationships" xmlns:p="http://schemas.openxmlformats.org/presentationml/2006/main">
  <p:tag name="VEVOX.NEWWC.WORD" val="X"/>
</p:tagLst>
</file>

<file path=ppt/tags/tag175.xml><?xml version="1.0" encoding="utf-8"?>
<p:tagLst xmlns:a="http://schemas.openxmlformats.org/drawingml/2006/main" xmlns:r="http://schemas.openxmlformats.org/officeDocument/2006/relationships" xmlns:p="http://schemas.openxmlformats.org/presentationml/2006/main">
  <p:tag name="VEVOX.NEWWC.WORD" val="X"/>
</p:tagLst>
</file>

<file path=ppt/tags/tag176.xml><?xml version="1.0" encoding="utf-8"?>
<p:tagLst xmlns:a="http://schemas.openxmlformats.org/drawingml/2006/main" xmlns:r="http://schemas.openxmlformats.org/officeDocument/2006/relationships" xmlns:p="http://schemas.openxmlformats.org/presentationml/2006/main">
  <p:tag name="VEVOX.NEWWC.WORD" val="X"/>
</p:tagLst>
</file>

<file path=ppt/tags/tag177.xml><?xml version="1.0" encoding="utf-8"?>
<p:tagLst xmlns:a="http://schemas.openxmlformats.org/drawingml/2006/main" xmlns:r="http://schemas.openxmlformats.org/officeDocument/2006/relationships" xmlns:p="http://schemas.openxmlformats.org/presentationml/2006/main">
  <p:tag name="VEVOX.NEWWC.WORD" val="X"/>
</p:tagLst>
</file>

<file path=ppt/tags/tag178.xml><?xml version="1.0" encoding="utf-8"?>
<p:tagLst xmlns:a="http://schemas.openxmlformats.org/drawingml/2006/main" xmlns:r="http://schemas.openxmlformats.org/officeDocument/2006/relationships" xmlns:p="http://schemas.openxmlformats.org/presentationml/2006/main">
  <p:tag name="VEVOX.NEWWC.WORD" val="X"/>
</p:tagLst>
</file>

<file path=ppt/tags/tag179.xml><?xml version="1.0" encoding="utf-8"?>
<p:tagLst xmlns:a="http://schemas.openxmlformats.org/drawingml/2006/main" xmlns:r="http://schemas.openxmlformats.org/officeDocument/2006/relationships" xmlns:p="http://schemas.openxmlformats.org/presentationml/2006/main">
  <p:tag name="VEVOX.NEWWC.WORD" val="X"/>
</p:tagLst>
</file>

<file path=ppt/tags/tag180.xml><?xml version="1.0" encoding="utf-8"?>
<p:tagLst xmlns:a="http://schemas.openxmlformats.org/drawingml/2006/main" xmlns:r="http://schemas.openxmlformats.org/officeDocument/2006/relationships" xmlns:p="http://schemas.openxmlformats.org/presentationml/2006/main">
  <p:tag name="VEVOX.NEWWC.WORD" val="X"/>
</p:tagLst>
</file>

<file path=ppt/tags/tag181.xml><?xml version="1.0" encoding="utf-8"?>
<p:tagLst xmlns:a="http://schemas.openxmlformats.org/drawingml/2006/main" xmlns:r="http://schemas.openxmlformats.org/officeDocument/2006/relationships" xmlns:p="http://schemas.openxmlformats.org/presentationml/2006/main">
  <p:tag name="VEVOX.NEWWC.WORD" val="X"/>
</p:tagLst>
</file>

<file path=ppt/tags/tag182.xml><?xml version="1.0" encoding="utf-8"?>
<p:tagLst xmlns:a="http://schemas.openxmlformats.org/drawingml/2006/main" xmlns:r="http://schemas.openxmlformats.org/officeDocument/2006/relationships" xmlns:p="http://schemas.openxmlformats.org/presentationml/2006/main">
  <p:tag name="VEVOX.NEWWC.WORD" val="X"/>
</p:tagLst>
</file>

<file path=ppt/tags/tag183.xml><?xml version="1.0" encoding="utf-8"?>
<p:tagLst xmlns:a="http://schemas.openxmlformats.org/drawingml/2006/main" xmlns:r="http://schemas.openxmlformats.org/officeDocument/2006/relationships" xmlns:p="http://schemas.openxmlformats.org/presentationml/2006/main">
  <p:tag name="VEVOX.NEWWC.WORD" val="X"/>
</p:tagLst>
</file>

<file path=ppt/tags/tag184.xml><?xml version="1.0" encoding="utf-8"?>
<p:tagLst xmlns:a="http://schemas.openxmlformats.org/drawingml/2006/main" xmlns:r="http://schemas.openxmlformats.org/officeDocument/2006/relationships" xmlns:p="http://schemas.openxmlformats.org/presentationml/2006/main">
  <p:tag name="VEVOX.NEWWC.WORD" val="X"/>
</p:tagLst>
</file>

<file path=ppt/tags/tag185.xml><?xml version="1.0" encoding="utf-8"?>
<p:tagLst xmlns:a="http://schemas.openxmlformats.org/drawingml/2006/main" xmlns:r="http://schemas.openxmlformats.org/officeDocument/2006/relationships" xmlns:p="http://schemas.openxmlformats.org/presentationml/2006/main">
  <p:tag name="VEVOX.NEWWC.WORD" val="X"/>
</p:tagLst>
</file>

<file path=ppt/tags/tag186.xml><?xml version="1.0" encoding="utf-8"?>
<p:tagLst xmlns:a="http://schemas.openxmlformats.org/drawingml/2006/main" xmlns:r="http://schemas.openxmlformats.org/officeDocument/2006/relationships" xmlns:p="http://schemas.openxmlformats.org/presentationml/2006/main">
  <p:tag name="VEVOX.NEWWC.WORD" val="X"/>
</p:tagLst>
</file>

<file path=ppt/tags/tag187.xml><?xml version="1.0" encoding="utf-8"?>
<p:tagLst xmlns:a="http://schemas.openxmlformats.org/drawingml/2006/main" xmlns:r="http://schemas.openxmlformats.org/officeDocument/2006/relationships" xmlns:p="http://schemas.openxmlformats.org/presentationml/2006/main">
  <p:tag name="VEVOX.NEWWC.WORD" val="X"/>
</p:tagLst>
</file>

<file path=ppt/tags/tag188.xml><?xml version="1.0" encoding="utf-8"?>
<p:tagLst xmlns:a="http://schemas.openxmlformats.org/drawingml/2006/main" xmlns:r="http://schemas.openxmlformats.org/officeDocument/2006/relationships" xmlns:p="http://schemas.openxmlformats.org/presentationml/2006/main">
  <p:tag name="VEVOX.POLL" val="{&quot;@type&quot;:&quot;MultipleNumericQuestion&quot;,&quot;questionSettings&quot;:{},&quot;alias&quot;:null,&quot;lowerCaseAlias&quot;:&quot;&quot;,&quot;id&quot;:&quot;5087027&quot;,&quot;text&quot;:&quot;&lt;p&gt;Your views&lt;/p&gt;&quot;,&quot;uiType&quot;:&quot;ratingscale&quot;,&quot;minLabel&quot;:&quot;terrified/certain doom&quot;,&quot;maxLabel&quot;:&quot;excited/its gonna be great!&quot;,&quot;min&quot;:1,&quot;max&quot;:5,&quot;numberOfDecimals&quot;:0,&quot;items&quot;:[{&quot;itemId&quot;:&quot;a9cdfa02-30b3-4bd2-afa3-a01a046822e9&quot;,&quot;sequence&quot;:0,&quot;alias&quot;:null,&quot;text&quot;:&quot;How optimistic are you about the future of AI?&quot;}],&quot;image&quot;:null}"/>
  <p:tag name="VEVOX.ORIGIN.SESSION.ID" val="788273"/>
  <p:tag name="VEVOX.ORIGIN.QUESTION.ID" val="5087027"/>
  <p:tag name="VEVOX.QUESTIONSLIDEID" val="314#3857158402/697347992"/>
  <p:tag name="VEVOX.SLIDEFORMAT.VERSION" val="1.018"/>
  <p:tag name="VEVOX.HASRESULTS" val="true"/>
</p:tagLst>
</file>

<file path=ppt/tags/tag189.xml><?xml version="1.0" encoding="utf-8"?>
<p:tagLst xmlns:a="http://schemas.openxmlformats.org/drawingml/2006/main" xmlns:r="http://schemas.openxmlformats.org/officeDocument/2006/relationships" xmlns:p="http://schemas.openxmlformats.org/presentationml/2006/main">
  <p:tag name="VEVOX.QUESTION" val="Your views"/>
</p:tagLst>
</file>

<file path=ppt/tags/tag190.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91.xml><?xml version="1.0" encoding="utf-8"?>
<p:tagLst xmlns:a="http://schemas.openxmlformats.org/drawingml/2006/main" xmlns:r="http://schemas.openxmlformats.org/officeDocument/2006/relationships" xmlns:p="http://schemas.openxmlformats.org/presentationml/2006/main">
  <p:tag name="VEVOX.COUNTDOWNTIMER.DISPLAY" val="{&quot;left&quot;:653,&quot;top&quot;:473,&quot;width&quot;:60,&quot;height&quot;:60}"/>
</p:tagLst>
</file>

<file path=ppt/tags/tag192.xml><?xml version="1.0" encoding="utf-8"?>
<p:tagLst xmlns:a="http://schemas.openxmlformats.org/drawingml/2006/main" xmlns:r="http://schemas.openxmlformats.org/officeDocument/2006/relationships" xmlns:p="http://schemas.openxmlformats.org/presentationml/2006/main">
  <p:tag name="VEVOX.MULTINUMERIC.MINLABEL" val="X"/>
</p:tagLst>
</file>

<file path=ppt/tags/tag193.xml><?xml version="1.0" encoding="utf-8"?>
<p:tagLst xmlns:a="http://schemas.openxmlformats.org/drawingml/2006/main" xmlns:r="http://schemas.openxmlformats.org/officeDocument/2006/relationships" xmlns:p="http://schemas.openxmlformats.org/presentationml/2006/main">
  <p:tag name="VEVOX.MULTINUMERIC.MAXLABEL" val="X"/>
</p:tagLst>
</file>

<file path=ppt/tags/tag194.xml><?xml version="1.0" encoding="utf-8"?>
<p:tagLst xmlns:a="http://schemas.openxmlformats.org/drawingml/2006/main" xmlns:r="http://schemas.openxmlformats.org/officeDocument/2006/relationships" xmlns:p="http://schemas.openxmlformats.org/presentationml/2006/main">
  <p:tag name="VEVOX.TITLE" val="TITLE1"/>
</p:tagLst>
</file>

<file path=ppt/tags/tag195.xml><?xml version="1.0" encoding="utf-8"?>
<p:tagLst xmlns:a="http://schemas.openxmlformats.org/drawingml/2006/main" xmlns:r="http://schemas.openxmlformats.org/officeDocument/2006/relationships" xmlns:p="http://schemas.openxmlformats.org/presentationml/2006/main">
  <p:tag name="VEVOX.MULTINUMERIC.COSMETICLINE.LEFT" val="X"/>
</p:tagLst>
</file>

<file path=ppt/tags/tag196.xml><?xml version="1.0" encoding="utf-8"?>
<p:tagLst xmlns:a="http://schemas.openxmlformats.org/drawingml/2006/main" xmlns:r="http://schemas.openxmlformats.org/officeDocument/2006/relationships" xmlns:p="http://schemas.openxmlformats.org/presentationml/2006/main">
  <p:tag name="VEVOX.MULTINUMERIC.COSMETICLINE.RIGHT" val="X"/>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uos_ppt__template_electronics">
  <a:themeElements>
    <a:clrScheme name="uos_ppt__template_electronics 1">
      <a:dk1>
        <a:srgbClr val="323D43"/>
      </a:dk1>
      <a:lt1>
        <a:srgbClr val="FFFFFF"/>
      </a:lt1>
      <a:dk2>
        <a:srgbClr val="014359"/>
      </a:dk2>
      <a:lt2>
        <a:srgbClr val="77ADD3"/>
      </a:lt2>
      <a:accent1>
        <a:srgbClr val="979E45"/>
      </a:accent1>
      <a:accent2>
        <a:srgbClr val="4F5A20"/>
      </a:accent2>
      <a:accent3>
        <a:srgbClr val="FFFFFF"/>
      </a:accent3>
      <a:accent4>
        <a:srgbClr val="293338"/>
      </a:accent4>
      <a:accent5>
        <a:srgbClr val="C9CCB0"/>
      </a:accent5>
      <a:accent6>
        <a:srgbClr val="47511C"/>
      </a:accent6>
      <a:hlink>
        <a:srgbClr val="A67891"/>
      </a:hlink>
      <a:folHlink>
        <a:srgbClr val="8F9E94"/>
      </a:folHlink>
    </a:clrScheme>
    <a:fontScheme name="uos_ppt__template_electronics">
      <a:majorFont>
        <a:latin typeface="Georgia"/>
        <a:ea typeface="ＭＳ Ｐゴシック"/>
        <a:cs typeface=""/>
      </a:majorFont>
      <a:minorFont>
        <a:latin typeface="Georgi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1200" b="0" i="0" u="none" strike="noStrike" cap="none" normalizeH="0" baseline="0" smtClean="0">
            <a:ln>
              <a:noFill/>
            </a:ln>
            <a:solidFill>
              <a:schemeClr val="tx1"/>
            </a:solidFill>
            <a:effectLst/>
            <a:latin typeface="Lucida Sans" pitchFamily="34" charset="0"/>
            <a:ea typeface="ＭＳ Ｐゴシック" pitchFamily="50" charset="-128"/>
          </a:defRPr>
        </a:defPPr>
      </a:lstStyle>
    </a:spDef>
    <a:lnDef>
      <a:spPr bwMode="auto">
        <a:xfrm>
          <a:off x="0" y="0"/>
          <a:ext cx="1" cy="1"/>
        </a:xfrm>
        <a:custGeom>
          <a:avLst/>
          <a:gdLst/>
          <a:ahLst/>
          <a:cxnLst/>
          <a:rect l="0" t="0" r="0" b="0"/>
          <a:pathLst/>
        </a:custGeom>
        <a:solidFill>
          <a:schemeClr val="accent1"/>
        </a:solidFill>
        <a:ln w="127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1200" b="0" i="0" u="none" strike="noStrike" cap="none" normalizeH="0" baseline="0" smtClean="0">
            <a:ln>
              <a:noFill/>
            </a:ln>
            <a:solidFill>
              <a:schemeClr val="tx1"/>
            </a:solidFill>
            <a:effectLst/>
            <a:latin typeface="Lucida Sans" pitchFamily="34" charset="0"/>
            <a:ea typeface="ＭＳ Ｐゴシック" pitchFamily="50" charset="-128"/>
          </a:defRPr>
        </a:defPPr>
      </a:lstStyle>
    </a:lnDef>
  </a:objectDefaults>
  <a:extraClrSchemeLst>
    <a:extraClrScheme>
      <a:clrScheme name="uos_ppt__template_electronics 1">
        <a:dk1>
          <a:srgbClr val="323D43"/>
        </a:dk1>
        <a:lt1>
          <a:srgbClr val="FFFFFF"/>
        </a:lt1>
        <a:dk2>
          <a:srgbClr val="014359"/>
        </a:dk2>
        <a:lt2>
          <a:srgbClr val="77ADD3"/>
        </a:lt2>
        <a:accent1>
          <a:srgbClr val="979E45"/>
        </a:accent1>
        <a:accent2>
          <a:srgbClr val="4F5A20"/>
        </a:accent2>
        <a:accent3>
          <a:srgbClr val="FFFFFF"/>
        </a:accent3>
        <a:accent4>
          <a:srgbClr val="293338"/>
        </a:accent4>
        <a:accent5>
          <a:srgbClr val="C9CCB0"/>
        </a:accent5>
        <a:accent6>
          <a:srgbClr val="47511C"/>
        </a:accent6>
        <a:hlink>
          <a:srgbClr val="A67891"/>
        </a:hlink>
        <a:folHlink>
          <a:srgbClr val="8F9E9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5008B2-1319-4D9E-B908-C5C2882CEDB2}">
  <we:reference id="3e0fcce7-415c-4081-926c-b4e449c650e4" version="1.1.0.2" store="EXCatalog" storeType="EXCatalog"/>
  <we:alternateReferences>
    <we:reference id="WA200004709" version="1.1.0.2" store="en-GB"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23729</TotalTime>
  <Words>2119</Words>
  <Application>Microsoft Office PowerPoint</Application>
  <PresentationFormat>On-screen Show (4:3)</PresentationFormat>
  <Paragraphs>376</Paragraphs>
  <Slides>30</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30</vt:i4>
      </vt:variant>
    </vt:vector>
  </HeadingPairs>
  <TitlesOfParts>
    <vt:vector size="44" baseType="lpstr">
      <vt:lpstr>Wingdings</vt:lpstr>
      <vt:lpstr>Arial</vt:lpstr>
      <vt:lpstr>Times</vt:lpstr>
      <vt:lpstr>Aptos</vt:lpstr>
      <vt:lpstr>Amasis MT Pro Black</vt:lpstr>
      <vt:lpstr>Trebuchet MS</vt:lpstr>
      <vt:lpstr>Georgia</vt:lpstr>
      <vt:lpstr>Calibri</vt:lpstr>
      <vt:lpstr>Aptos Display</vt:lpstr>
      <vt:lpstr>Angsana New</vt:lpstr>
      <vt:lpstr>Lucida Sans</vt:lpstr>
      <vt:lpstr>Office Theme</vt:lpstr>
      <vt:lpstr>uos_ppt__template_electronics</vt:lpstr>
      <vt:lpstr>Berlin</vt:lpstr>
      <vt:lpstr>COMP6231 Foundations of Artificial Intelligence</vt:lpstr>
      <vt:lpstr>Comp6231 Overview: </vt:lpstr>
      <vt:lpstr>Scope of AI types</vt:lpstr>
      <vt:lpstr>Teaching methods/resources</vt:lpstr>
      <vt:lpstr>You and AI</vt:lpstr>
      <vt:lpstr>AI now and future</vt:lpstr>
      <vt:lpstr>What do you think are the most exciting/optimistic areas of AI?</vt:lpstr>
      <vt:lpstr>artificial general intelligence</vt:lpstr>
      <vt:lpstr>What is missing from current abilities of AI?</vt:lpstr>
      <vt:lpstr>What is missing from current abilities of AI?</vt:lpstr>
      <vt:lpstr>How do you and AI compare?</vt:lpstr>
      <vt:lpstr>What is the point in learning AI?</vt:lpstr>
      <vt:lpstr>What is the point in humans,  AI is clearly better!?</vt:lpstr>
      <vt:lpstr>Risks and responsibilities</vt:lpstr>
      <vt:lpstr>Your views</vt:lpstr>
      <vt:lpstr>More to discuss later: </vt:lpstr>
      <vt:lpstr>What is there to learn about all that?</vt:lpstr>
      <vt:lpstr>What is there to learn about all that?</vt:lpstr>
      <vt:lpstr>Definitions</vt:lpstr>
      <vt:lpstr>What is needed for  Intelligence?</vt:lpstr>
      <vt:lpstr>What is Intelligence?</vt:lpstr>
      <vt:lpstr>What is AI? (c.f. Aaron Sloman)</vt:lpstr>
      <vt:lpstr>AI is a (relatively) new approach to some very old questions: </vt:lpstr>
      <vt:lpstr>Interdisciplinary AI</vt:lpstr>
      <vt:lpstr>Can machines have minds?</vt:lpstr>
      <vt:lpstr>AI has two main kinds of goals</vt:lpstr>
      <vt:lpstr>AI and computer science</vt:lpstr>
      <vt:lpstr>Are brains computers? </vt:lpstr>
      <vt:lpstr>Some AI researchers are primarily interested in</vt:lpstr>
      <vt:lpstr>What’s important here? </vt:lpstr>
    </vt:vector>
  </TitlesOfParts>
  <Company>ECS, 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2007 Software Analysis and Design</dc:title>
  <dc:creator>Craig Saunders</dc:creator>
  <cp:lastModifiedBy>Richard Watson</cp:lastModifiedBy>
  <cp:revision>150</cp:revision>
  <dcterms:created xsi:type="dcterms:W3CDTF">2008-10-06T08:16:11Z</dcterms:created>
  <dcterms:modified xsi:type="dcterms:W3CDTF">2026-09-21T09:02:13Z</dcterms:modified>
</cp:coreProperties>
</file>